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</Types>
</file>

<file path=_rels/.rels><?xml version="1.0" encoding="UTF-8" standalone="yes"?>

<Relationships  xmlns="http://schemas.openxmlformats.org/package/2006/relationships">
<Relationship Id="rId3" Type="http://schemas.openxmlformats.org/package/2006/relationships/metadata/core-properties" Target="docProps/core.xml"/>
<Relationship Id="rId4" Type="http://schemas.openxmlformats.org/officeDocument/2006/relationships/extended-properties" Target="docProps/app.xml"/>
<Relationship Id="rId1" Type="http://schemas.openxmlformats.org/officeDocument/2006/relationships/officeDocument" Target="ppt/presentation.xml"/>
<Relationship Id="rId2" Type="http://schemas.openxmlformats.org/package/2006/relationships/metadata/thumbnail" Target="docProps/thumbnail.jpeg"/>
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  <p:sldId id="257" r:id="rId9"/>
    <p:sldId id="258" r:id="rId10"/>
  </p:sldIdLst>
  <p:sldSz cx="9144000" cy="6858000" type="screen4x3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

<Relationships  xmlns="http://schemas.openxmlformats.org/package/2006/relationships">
<Relationship Id="rId3" Type="http://schemas.openxmlformats.org/officeDocument/2006/relationships/tags" Target="tags/tag1.xml"/>
<Relationship Id="rId4" Type="http://schemas.openxmlformats.org/officeDocument/2006/relationships/presProps" Target="presProps.xml"/>
<Relationship Id="rId5" Type="http://schemas.openxmlformats.org/officeDocument/2006/relationships/viewProps" Target="viewProps.xml"/>
<Relationship Id="rId6" Type="http://schemas.openxmlformats.org/officeDocument/2006/relationships/theme" Target="theme/theme1.xml"/>
<Relationship Id="rId7" Type="http://schemas.openxmlformats.org/officeDocument/2006/relationships/tableStyles" Target="tableStyles.xml"/>
<Relationship Id="rId1" Type="http://schemas.openxmlformats.org/officeDocument/2006/relationships/slideMaster" Target="slideMasters/slideMaster1.xml"/>
<Relationship Id="rId2" Type="http://schemas.openxmlformats.org/officeDocument/2006/relationships/printerSettings" Target="printerSettings/printerSettings1.bin"/>
<Relationship Id="rId8" Type="http://schemas.openxmlformats.org/officeDocument/2006/relationships/slide" Target="slides/slide1.xml"/>
<Relationship Id="rId9" Type="http://schemas.openxmlformats.org/officeDocument/2006/relationships/slide" Target="slides/slide2.xml"/>
<Relationship Id="rId10" Type="http://schemas.openxmlformats.org/officeDocument/2006/relationships/slide" Target="slides/slide3.xml"/>
</Relationships>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8e78a612cd58b5bf46cb2462430448be7b2edfcd.png"/>
</Relationships>

</file>

<file path=ppt/slides/_rels/slide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8e78a612cd58b5bf46cb2462430448be7b2edfcd.png"/>
</Relationships>

</file>

<file path=ppt/slides/_rels/slide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8e78a612cd58b5bf46cb2462430448be7b2edfcd.png"/>
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939671" y="914400"/>
              <a:ext cx="3893056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2485887" y="1464512"/>
              <a:ext cx="2492223" cy="2705747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599170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976779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354389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731998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109608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4487218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864827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485887" y="4047271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485887" y="3695875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485887" y="3344479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85887" y="2993084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485887" y="2641688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485887" y="2290292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485887" y="1938896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485887" y="1587501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2619374" y="2853013"/>
              <a:ext cx="914399" cy="914776"/>
            </a:xfrm>
            <a:custGeom>
              <a:avLst/>
              <a:pathLst>
                <a:path w="914399" h="914776">
                  <a:moveTo>
                    <a:pt x="914399" y="914400"/>
                  </a:moveTo>
                  <a:lnTo>
                    <a:pt x="914399" y="914776"/>
                  </a:lnTo>
                  <a:lnTo>
                    <a:pt x="913595" y="914554"/>
                  </a:lnTo>
                  <a:lnTo>
                    <a:pt x="913038" y="914400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2619374" y="2853013"/>
              <a:ext cx="923840" cy="917386"/>
            </a:xfrm>
            <a:custGeom>
              <a:avLst/>
              <a:pathLst>
                <a:path w="923840" h="917386">
                  <a:moveTo>
                    <a:pt x="914399" y="914400"/>
                  </a:moveTo>
                  <a:lnTo>
                    <a:pt x="923840" y="914400"/>
                  </a:lnTo>
                  <a:lnTo>
                    <a:pt x="923822" y="917386"/>
                  </a:lnTo>
                  <a:lnTo>
                    <a:pt x="922544" y="917032"/>
                  </a:lnTo>
                  <a:lnTo>
                    <a:pt x="921266" y="916677"/>
                  </a:lnTo>
                  <a:lnTo>
                    <a:pt x="919987" y="916323"/>
                  </a:lnTo>
                  <a:lnTo>
                    <a:pt x="918709" y="915969"/>
                  </a:lnTo>
                  <a:lnTo>
                    <a:pt x="917431" y="915615"/>
                  </a:lnTo>
                  <a:lnTo>
                    <a:pt x="916152" y="915261"/>
                  </a:lnTo>
                  <a:lnTo>
                    <a:pt x="914873" y="914907"/>
                  </a:lnTo>
                  <a:lnTo>
                    <a:pt x="914399" y="914776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2628814" y="2853013"/>
              <a:ext cx="923840" cy="920015"/>
            </a:xfrm>
            <a:custGeom>
              <a:avLst/>
              <a:pathLst>
                <a:path w="923840" h="9200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015"/>
                  </a:lnTo>
                  <a:lnTo>
                    <a:pt x="923327" y="919872"/>
                  </a:lnTo>
                  <a:lnTo>
                    <a:pt x="922049" y="919516"/>
                  </a:lnTo>
                  <a:lnTo>
                    <a:pt x="920771" y="919161"/>
                  </a:lnTo>
                  <a:lnTo>
                    <a:pt x="919494" y="918806"/>
                  </a:lnTo>
                  <a:lnTo>
                    <a:pt x="918216" y="918451"/>
                  </a:lnTo>
                  <a:lnTo>
                    <a:pt x="916938" y="918096"/>
                  </a:lnTo>
                  <a:lnTo>
                    <a:pt x="915660" y="917741"/>
                  </a:lnTo>
                  <a:lnTo>
                    <a:pt x="914400" y="917391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2638254" y="2853013"/>
              <a:ext cx="923840" cy="922646"/>
            </a:xfrm>
            <a:custGeom>
              <a:avLst/>
              <a:pathLst>
                <a:path w="923840" h="92264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646"/>
                  </a:lnTo>
                  <a:lnTo>
                    <a:pt x="922829" y="922364"/>
                  </a:lnTo>
                  <a:lnTo>
                    <a:pt x="921551" y="922007"/>
                  </a:lnTo>
                  <a:lnTo>
                    <a:pt x="920274" y="921651"/>
                  </a:lnTo>
                  <a:lnTo>
                    <a:pt x="918997" y="921295"/>
                  </a:lnTo>
                  <a:lnTo>
                    <a:pt x="917719" y="920939"/>
                  </a:lnTo>
                  <a:lnTo>
                    <a:pt x="916442" y="920583"/>
                  </a:lnTo>
                  <a:lnTo>
                    <a:pt x="915164" y="920227"/>
                  </a:lnTo>
                  <a:lnTo>
                    <a:pt x="914400" y="920015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2647694" y="2853013"/>
              <a:ext cx="923840" cy="925286"/>
            </a:xfrm>
            <a:custGeom>
              <a:avLst/>
              <a:pathLst>
                <a:path w="923840" h="92528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5286"/>
                  </a:lnTo>
                  <a:lnTo>
                    <a:pt x="923604" y="925220"/>
                  </a:lnTo>
                  <a:lnTo>
                    <a:pt x="922327" y="924862"/>
                  </a:lnTo>
                  <a:lnTo>
                    <a:pt x="921050" y="924505"/>
                  </a:lnTo>
                  <a:lnTo>
                    <a:pt x="919774" y="924148"/>
                  </a:lnTo>
                  <a:lnTo>
                    <a:pt x="918497" y="923791"/>
                  </a:lnTo>
                  <a:lnTo>
                    <a:pt x="917220" y="923434"/>
                  </a:lnTo>
                  <a:lnTo>
                    <a:pt x="915943" y="923077"/>
                  </a:lnTo>
                  <a:lnTo>
                    <a:pt x="914666" y="922720"/>
                  </a:lnTo>
                  <a:lnTo>
                    <a:pt x="914400" y="922646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2657135" y="2853013"/>
              <a:ext cx="923840" cy="927934"/>
            </a:xfrm>
            <a:custGeom>
              <a:avLst/>
              <a:pathLst>
                <a:path w="923840" h="9279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934"/>
                  </a:lnTo>
                  <a:lnTo>
                    <a:pt x="923099" y="927726"/>
                  </a:lnTo>
                  <a:lnTo>
                    <a:pt x="921822" y="927367"/>
                  </a:lnTo>
                  <a:lnTo>
                    <a:pt x="920546" y="927009"/>
                  </a:lnTo>
                  <a:lnTo>
                    <a:pt x="919270" y="926651"/>
                  </a:lnTo>
                  <a:lnTo>
                    <a:pt x="917993" y="926293"/>
                  </a:lnTo>
                  <a:lnTo>
                    <a:pt x="916717" y="925935"/>
                  </a:lnTo>
                  <a:lnTo>
                    <a:pt x="915440" y="925577"/>
                  </a:lnTo>
                  <a:lnTo>
                    <a:pt x="914400" y="925286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2666575" y="2853013"/>
              <a:ext cx="923840" cy="930413"/>
            </a:xfrm>
            <a:custGeom>
              <a:avLst/>
              <a:pathLst>
                <a:path w="923840" h="93041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413"/>
                  </a:lnTo>
                  <a:lnTo>
                    <a:pt x="920358" y="929609"/>
                  </a:lnTo>
                  <a:lnTo>
                    <a:pt x="920040" y="929520"/>
                  </a:lnTo>
                  <a:lnTo>
                    <a:pt x="918763" y="929160"/>
                  </a:lnTo>
                  <a:lnTo>
                    <a:pt x="917487" y="928801"/>
                  </a:lnTo>
                  <a:lnTo>
                    <a:pt x="916211" y="928443"/>
                  </a:lnTo>
                  <a:lnTo>
                    <a:pt x="914935" y="928084"/>
                  </a:lnTo>
                  <a:lnTo>
                    <a:pt x="914400" y="927934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2676015" y="2853013"/>
              <a:ext cx="923840" cy="931809"/>
            </a:xfrm>
            <a:custGeom>
              <a:avLst/>
              <a:pathLst>
                <a:path w="923840" h="93180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809"/>
                  </a:lnTo>
                  <a:lnTo>
                    <a:pt x="922946" y="931782"/>
                  </a:lnTo>
                  <a:lnTo>
                    <a:pt x="916917" y="930994"/>
                  </a:lnTo>
                  <a:lnTo>
                    <a:pt x="914400" y="930413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2685455" y="28530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676"/>
                  </a:lnTo>
                  <a:lnTo>
                    <a:pt x="919550" y="931969"/>
                  </a:lnTo>
                  <a:lnTo>
                    <a:pt x="914400" y="93180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2694896" y="2853013"/>
              <a:ext cx="923840" cy="931676"/>
            </a:xfrm>
            <a:custGeom>
              <a:avLst/>
              <a:pathLst>
                <a:path w="923840" h="93167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096"/>
                  </a:lnTo>
                  <a:lnTo>
                    <a:pt x="922170" y="930545"/>
                  </a:lnTo>
                  <a:lnTo>
                    <a:pt x="916150" y="931557"/>
                  </a:lnTo>
                  <a:lnTo>
                    <a:pt x="914399" y="931676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2704336" y="2853013"/>
              <a:ext cx="923840" cy="930096"/>
            </a:xfrm>
            <a:custGeom>
              <a:avLst/>
              <a:pathLst>
                <a:path w="923840" h="93009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299"/>
                  </a:lnTo>
                  <a:lnTo>
                    <a:pt x="922976" y="927575"/>
                  </a:lnTo>
                  <a:lnTo>
                    <a:pt x="921556" y="928029"/>
                  </a:lnTo>
                  <a:lnTo>
                    <a:pt x="920136" y="928482"/>
                  </a:lnTo>
                  <a:lnTo>
                    <a:pt x="918712" y="928937"/>
                  </a:lnTo>
                  <a:lnTo>
                    <a:pt x="914400" y="930096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2713776" y="2853013"/>
              <a:ext cx="923840" cy="927299"/>
            </a:xfrm>
            <a:custGeom>
              <a:avLst/>
              <a:pathLst>
                <a:path w="923840" h="92729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4290"/>
                  </a:lnTo>
                  <a:lnTo>
                    <a:pt x="923478" y="924405"/>
                  </a:lnTo>
                  <a:lnTo>
                    <a:pt x="922058" y="924857"/>
                  </a:lnTo>
                  <a:lnTo>
                    <a:pt x="920637" y="925310"/>
                  </a:lnTo>
                  <a:lnTo>
                    <a:pt x="919217" y="925763"/>
                  </a:lnTo>
                  <a:lnTo>
                    <a:pt x="917796" y="926215"/>
                  </a:lnTo>
                  <a:lnTo>
                    <a:pt x="916376" y="926668"/>
                  </a:lnTo>
                  <a:lnTo>
                    <a:pt x="914956" y="927122"/>
                  </a:lnTo>
                  <a:lnTo>
                    <a:pt x="914399" y="92729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2723216" y="2853013"/>
              <a:ext cx="923840" cy="924290"/>
            </a:xfrm>
            <a:custGeom>
              <a:avLst/>
              <a:pathLst>
                <a:path w="923840" h="92429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1289"/>
                  </a:lnTo>
                  <a:lnTo>
                    <a:pt x="922564" y="921694"/>
                  </a:lnTo>
                  <a:lnTo>
                    <a:pt x="921143" y="922145"/>
                  </a:lnTo>
                  <a:lnTo>
                    <a:pt x="919722" y="922597"/>
                  </a:lnTo>
                  <a:lnTo>
                    <a:pt x="918301" y="923049"/>
                  </a:lnTo>
                  <a:lnTo>
                    <a:pt x="916880" y="923501"/>
                  </a:lnTo>
                  <a:lnTo>
                    <a:pt x="915459" y="923953"/>
                  </a:lnTo>
                  <a:lnTo>
                    <a:pt x="914400" y="924290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2732656" y="2853013"/>
              <a:ext cx="923840" cy="921289"/>
            </a:xfrm>
            <a:custGeom>
              <a:avLst/>
              <a:pathLst>
                <a:path w="923840" h="92128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8297"/>
                  </a:lnTo>
                  <a:lnTo>
                    <a:pt x="923075" y="918539"/>
                  </a:lnTo>
                  <a:lnTo>
                    <a:pt x="921653" y="918989"/>
                  </a:lnTo>
                  <a:lnTo>
                    <a:pt x="920231" y="919439"/>
                  </a:lnTo>
                  <a:lnTo>
                    <a:pt x="918810" y="919890"/>
                  </a:lnTo>
                  <a:lnTo>
                    <a:pt x="917388" y="920341"/>
                  </a:lnTo>
                  <a:lnTo>
                    <a:pt x="915967" y="920792"/>
                  </a:lnTo>
                  <a:lnTo>
                    <a:pt x="914545" y="921243"/>
                  </a:lnTo>
                  <a:lnTo>
                    <a:pt x="914399" y="92128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2742097" y="2853013"/>
              <a:ext cx="923840" cy="918297"/>
            </a:xfrm>
            <a:custGeom>
              <a:avLst/>
              <a:pathLst>
                <a:path w="923840" h="9182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313"/>
                  </a:lnTo>
                  <a:lnTo>
                    <a:pt x="923591" y="915391"/>
                  </a:lnTo>
                  <a:lnTo>
                    <a:pt x="922168" y="915841"/>
                  </a:lnTo>
                  <a:lnTo>
                    <a:pt x="920746" y="916290"/>
                  </a:lnTo>
                  <a:lnTo>
                    <a:pt x="919323" y="916739"/>
                  </a:lnTo>
                  <a:lnTo>
                    <a:pt x="917901" y="917189"/>
                  </a:lnTo>
                  <a:lnTo>
                    <a:pt x="916479" y="917639"/>
                  </a:lnTo>
                  <a:lnTo>
                    <a:pt x="915057" y="918089"/>
                  </a:lnTo>
                  <a:lnTo>
                    <a:pt x="914400" y="918297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2751537" y="2853013"/>
              <a:ext cx="917295" cy="915313"/>
            </a:xfrm>
            <a:custGeom>
              <a:avLst/>
              <a:pathLst>
                <a:path w="917295" h="915313">
                  <a:moveTo>
                    <a:pt x="914400" y="914400"/>
                  </a:moveTo>
                  <a:lnTo>
                    <a:pt x="917295" y="914400"/>
                  </a:lnTo>
                  <a:lnTo>
                    <a:pt x="916996" y="914494"/>
                  </a:lnTo>
                  <a:lnTo>
                    <a:pt x="915573" y="914943"/>
                  </a:lnTo>
                  <a:lnTo>
                    <a:pt x="914400" y="915313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2827059" y="2853013"/>
              <a:ext cx="914399" cy="915533"/>
            </a:xfrm>
            <a:custGeom>
              <a:avLst/>
              <a:pathLst>
                <a:path w="914399" h="915533">
                  <a:moveTo>
                    <a:pt x="914399" y="914400"/>
                  </a:moveTo>
                  <a:lnTo>
                    <a:pt x="914399" y="915533"/>
                  </a:lnTo>
                  <a:lnTo>
                    <a:pt x="911778" y="915324"/>
                  </a:lnTo>
                  <a:lnTo>
                    <a:pt x="906980" y="914400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2827059" y="2853013"/>
              <a:ext cx="923840" cy="915869"/>
            </a:xfrm>
            <a:custGeom>
              <a:avLst/>
              <a:pathLst>
                <a:path w="923840" h="9158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5698"/>
                  </a:lnTo>
                  <a:lnTo>
                    <a:pt x="918607" y="915869"/>
                  </a:lnTo>
                  <a:lnTo>
                    <a:pt x="914399" y="915533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2836499" y="2853013"/>
              <a:ext cx="923840" cy="915698"/>
            </a:xfrm>
            <a:custGeom>
              <a:avLst/>
              <a:pathLst>
                <a:path w="923840" h="91569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51"/>
                  </a:lnTo>
                  <a:lnTo>
                    <a:pt x="922611" y="915060"/>
                  </a:lnTo>
                  <a:lnTo>
                    <a:pt x="920409" y="915255"/>
                  </a:lnTo>
                  <a:lnTo>
                    <a:pt x="918208" y="915450"/>
                  </a:lnTo>
                  <a:lnTo>
                    <a:pt x="916001" y="915646"/>
                  </a:lnTo>
                  <a:lnTo>
                    <a:pt x="914400" y="91569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2845939" y="2853013"/>
              <a:ext cx="920667" cy="914951"/>
            </a:xfrm>
            <a:custGeom>
              <a:avLst/>
              <a:pathLst>
                <a:path w="920667" h="914951">
                  <a:moveTo>
                    <a:pt x="914400" y="914400"/>
                  </a:moveTo>
                  <a:lnTo>
                    <a:pt x="920667" y="914400"/>
                  </a:lnTo>
                  <a:lnTo>
                    <a:pt x="919776" y="914478"/>
                  </a:lnTo>
                  <a:lnTo>
                    <a:pt x="917574" y="914671"/>
                  </a:lnTo>
                  <a:lnTo>
                    <a:pt x="915372" y="914865"/>
                  </a:lnTo>
                  <a:lnTo>
                    <a:pt x="914400" y="914951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2572172" y="2835444"/>
              <a:ext cx="914400" cy="916302"/>
            </a:xfrm>
            <a:custGeom>
              <a:avLst/>
              <a:pathLst>
                <a:path w="914400" h="916302">
                  <a:moveTo>
                    <a:pt x="914400" y="914400"/>
                  </a:moveTo>
                  <a:lnTo>
                    <a:pt x="914400" y="916302"/>
                  </a:lnTo>
                  <a:lnTo>
                    <a:pt x="911402" y="914400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2572172" y="2835444"/>
              <a:ext cx="923840" cy="921175"/>
            </a:xfrm>
            <a:custGeom>
              <a:avLst/>
              <a:pathLst>
                <a:path w="923840" h="92117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1175"/>
                  </a:lnTo>
                  <a:lnTo>
                    <a:pt x="921386" y="920132"/>
                  </a:lnTo>
                  <a:lnTo>
                    <a:pt x="915703" y="917130"/>
                  </a:lnTo>
                  <a:lnTo>
                    <a:pt x="914400" y="916302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2581613" y="2835444"/>
              <a:ext cx="923840" cy="924550"/>
            </a:xfrm>
            <a:custGeom>
              <a:avLst/>
              <a:pathLst>
                <a:path w="923840" h="92455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550"/>
                  </a:lnTo>
                  <a:lnTo>
                    <a:pt x="923526" y="924464"/>
                  </a:lnTo>
                  <a:lnTo>
                    <a:pt x="917706" y="922579"/>
                  </a:lnTo>
                  <a:lnTo>
                    <a:pt x="914400" y="921175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2591053" y="2835444"/>
              <a:ext cx="923840" cy="927140"/>
            </a:xfrm>
            <a:custGeom>
              <a:avLst/>
              <a:pathLst>
                <a:path w="923840" h="92714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140"/>
                  </a:lnTo>
                  <a:lnTo>
                    <a:pt x="923048" y="926923"/>
                  </a:lnTo>
                  <a:lnTo>
                    <a:pt x="921769" y="926571"/>
                  </a:lnTo>
                  <a:lnTo>
                    <a:pt x="920489" y="926220"/>
                  </a:lnTo>
                  <a:lnTo>
                    <a:pt x="919209" y="925869"/>
                  </a:lnTo>
                  <a:lnTo>
                    <a:pt x="917929" y="925517"/>
                  </a:lnTo>
                  <a:lnTo>
                    <a:pt x="916649" y="925166"/>
                  </a:lnTo>
                  <a:lnTo>
                    <a:pt x="915369" y="924815"/>
                  </a:lnTo>
                  <a:lnTo>
                    <a:pt x="914400" y="924550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2600493" y="2835444"/>
              <a:ext cx="923840" cy="929739"/>
            </a:xfrm>
            <a:custGeom>
              <a:avLst/>
              <a:pathLst>
                <a:path w="923840" h="92973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9739"/>
                  </a:lnTo>
                  <a:lnTo>
                    <a:pt x="923522" y="929651"/>
                  </a:lnTo>
                  <a:lnTo>
                    <a:pt x="923203" y="929563"/>
                  </a:lnTo>
                  <a:lnTo>
                    <a:pt x="923044" y="929512"/>
                  </a:lnTo>
                  <a:lnTo>
                    <a:pt x="922884" y="929476"/>
                  </a:lnTo>
                  <a:lnTo>
                    <a:pt x="922565" y="929388"/>
                  </a:lnTo>
                  <a:lnTo>
                    <a:pt x="921285" y="929035"/>
                  </a:lnTo>
                  <a:lnTo>
                    <a:pt x="920005" y="928682"/>
                  </a:lnTo>
                  <a:lnTo>
                    <a:pt x="918726" y="928330"/>
                  </a:lnTo>
                  <a:lnTo>
                    <a:pt x="917447" y="927978"/>
                  </a:lnTo>
                  <a:lnTo>
                    <a:pt x="916167" y="927626"/>
                  </a:lnTo>
                  <a:lnTo>
                    <a:pt x="914888" y="927274"/>
                  </a:lnTo>
                  <a:lnTo>
                    <a:pt x="914399" y="927140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2609933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78" y="931969"/>
                  </a:lnTo>
                  <a:lnTo>
                    <a:pt x="921756" y="931770"/>
                  </a:lnTo>
                  <a:lnTo>
                    <a:pt x="920478" y="931417"/>
                  </a:lnTo>
                  <a:lnTo>
                    <a:pt x="919199" y="931063"/>
                  </a:lnTo>
                  <a:lnTo>
                    <a:pt x="917920" y="930710"/>
                  </a:lnTo>
                  <a:lnTo>
                    <a:pt x="916641" y="930357"/>
                  </a:lnTo>
                  <a:lnTo>
                    <a:pt x="915362" y="930004"/>
                  </a:lnTo>
                  <a:lnTo>
                    <a:pt x="914400" y="92973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2619374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2628814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2638254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2647694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2657135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2666575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2676015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2685455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2694896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2704336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2713776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2723216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2732656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2742097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2751537" y="285301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338"/>
                  </a:lnTo>
                  <a:lnTo>
                    <a:pt x="922688" y="912700"/>
                  </a:lnTo>
                  <a:lnTo>
                    <a:pt x="921265" y="913148"/>
                  </a:lnTo>
                  <a:lnTo>
                    <a:pt x="919842" y="913597"/>
                  </a:lnTo>
                  <a:lnTo>
                    <a:pt x="918419" y="914045"/>
                  </a:lnTo>
                  <a:lnTo>
                    <a:pt x="917295" y="914400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2760977" y="2835444"/>
              <a:ext cx="923840" cy="929907"/>
            </a:xfrm>
            <a:custGeom>
              <a:avLst/>
              <a:pathLst>
                <a:path w="923840" h="92990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940"/>
                  </a:lnTo>
                  <a:lnTo>
                    <a:pt x="923212" y="927138"/>
                  </a:lnTo>
                  <a:lnTo>
                    <a:pt x="921788" y="927585"/>
                  </a:lnTo>
                  <a:lnTo>
                    <a:pt x="920364" y="928032"/>
                  </a:lnTo>
                  <a:lnTo>
                    <a:pt x="918941" y="928479"/>
                  </a:lnTo>
                  <a:lnTo>
                    <a:pt x="917517" y="928927"/>
                  </a:lnTo>
                  <a:lnTo>
                    <a:pt x="916094" y="929374"/>
                  </a:lnTo>
                  <a:lnTo>
                    <a:pt x="914671" y="929822"/>
                  </a:lnTo>
                  <a:lnTo>
                    <a:pt x="914400" y="929907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2770417" y="2835444"/>
              <a:ext cx="923840" cy="926940"/>
            </a:xfrm>
            <a:custGeom>
              <a:avLst/>
              <a:pathLst>
                <a:path w="923840" h="926940">
                  <a:moveTo>
                    <a:pt x="914400" y="914400"/>
                  </a:moveTo>
                  <a:lnTo>
                    <a:pt x="923840" y="914400"/>
                  </a:lnTo>
                  <a:lnTo>
                    <a:pt x="923740" y="924013"/>
                  </a:lnTo>
                  <a:lnTo>
                    <a:pt x="922316" y="924459"/>
                  </a:lnTo>
                  <a:lnTo>
                    <a:pt x="920892" y="924905"/>
                  </a:lnTo>
                  <a:lnTo>
                    <a:pt x="919467" y="925351"/>
                  </a:lnTo>
                  <a:lnTo>
                    <a:pt x="918043" y="925798"/>
                  </a:lnTo>
                  <a:lnTo>
                    <a:pt x="916619" y="926244"/>
                  </a:lnTo>
                  <a:lnTo>
                    <a:pt x="915195" y="926691"/>
                  </a:lnTo>
                  <a:lnTo>
                    <a:pt x="914400" y="926940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2779858" y="2835444"/>
              <a:ext cx="923840" cy="924542"/>
            </a:xfrm>
            <a:custGeom>
              <a:avLst/>
              <a:pathLst>
                <a:path w="923840" h="92454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542"/>
                  </a:lnTo>
                  <a:lnTo>
                    <a:pt x="923281" y="924404"/>
                  </a:lnTo>
                  <a:lnTo>
                    <a:pt x="921674" y="924007"/>
                  </a:lnTo>
                  <a:lnTo>
                    <a:pt x="920068" y="923611"/>
                  </a:lnTo>
                  <a:lnTo>
                    <a:pt x="918462" y="923214"/>
                  </a:lnTo>
                  <a:lnTo>
                    <a:pt x="917563" y="922993"/>
                  </a:lnTo>
                  <a:lnTo>
                    <a:pt x="917149" y="923122"/>
                  </a:lnTo>
                  <a:lnTo>
                    <a:pt x="915724" y="923568"/>
                  </a:lnTo>
                  <a:lnTo>
                    <a:pt x="914400" y="923982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2789298" y="2835444"/>
              <a:ext cx="923840" cy="926880"/>
            </a:xfrm>
            <a:custGeom>
              <a:avLst/>
              <a:pathLst>
                <a:path w="923840" h="92688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6880"/>
                  </a:lnTo>
                  <a:lnTo>
                    <a:pt x="923475" y="926790"/>
                  </a:lnTo>
                  <a:lnTo>
                    <a:pt x="921870" y="926391"/>
                  </a:lnTo>
                  <a:lnTo>
                    <a:pt x="920264" y="925994"/>
                  </a:lnTo>
                  <a:lnTo>
                    <a:pt x="918658" y="925596"/>
                  </a:lnTo>
                  <a:lnTo>
                    <a:pt x="917052" y="925198"/>
                  </a:lnTo>
                  <a:lnTo>
                    <a:pt x="915446" y="924801"/>
                  </a:lnTo>
                  <a:lnTo>
                    <a:pt x="914399" y="924542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2798738" y="2835444"/>
              <a:ext cx="923840" cy="929225"/>
            </a:xfrm>
            <a:custGeom>
              <a:avLst/>
              <a:pathLst>
                <a:path w="923840" h="92922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9225"/>
                  </a:lnTo>
                  <a:lnTo>
                    <a:pt x="923667" y="929182"/>
                  </a:lnTo>
                  <a:lnTo>
                    <a:pt x="922062" y="928783"/>
                  </a:lnTo>
                  <a:lnTo>
                    <a:pt x="920457" y="928384"/>
                  </a:lnTo>
                  <a:lnTo>
                    <a:pt x="918851" y="927985"/>
                  </a:lnTo>
                  <a:lnTo>
                    <a:pt x="917246" y="927586"/>
                  </a:lnTo>
                  <a:lnTo>
                    <a:pt x="915641" y="927188"/>
                  </a:lnTo>
                  <a:lnTo>
                    <a:pt x="914400" y="926880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2808178" y="2835444"/>
              <a:ext cx="923840" cy="931579"/>
            </a:xfrm>
            <a:custGeom>
              <a:avLst/>
              <a:pathLst>
                <a:path w="923840" h="931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579"/>
                  </a:lnTo>
                  <a:lnTo>
                    <a:pt x="922251" y="931182"/>
                  </a:lnTo>
                  <a:lnTo>
                    <a:pt x="920646" y="930782"/>
                  </a:lnTo>
                  <a:lnTo>
                    <a:pt x="919041" y="930382"/>
                  </a:lnTo>
                  <a:lnTo>
                    <a:pt x="917436" y="929982"/>
                  </a:lnTo>
                  <a:lnTo>
                    <a:pt x="915832" y="929582"/>
                  </a:lnTo>
                  <a:lnTo>
                    <a:pt x="914400" y="929225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2817619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420" y="931969"/>
                  </a:lnTo>
                  <a:lnTo>
                    <a:pt x="914400" y="93157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2827059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2836499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2845939" y="285301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121"/>
                  </a:lnTo>
                  <a:lnTo>
                    <a:pt x="921977" y="914285"/>
                  </a:lnTo>
                  <a:lnTo>
                    <a:pt x="920667" y="914400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2855380" y="2835444"/>
              <a:ext cx="923840" cy="931691"/>
            </a:xfrm>
            <a:custGeom>
              <a:avLst/>
              <a:pathLst>
                <a:path w="923840" h="931691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10"/>
                  </a:lnTo>
                  <a:lnTo>
                    <a:pt x="920560" y="930872"/>
                  </a:lnTo>
                  <a:lnTo>
                    <a:pt x="914744" y="931661"/>
                  </a:lnTo>
                  <a:lnTo>
                    <a:pt x="914400" y="931691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2864820" y="2835444"/>
              <a:ext cx="923840" cy="930110"/>
            </a:xfrm>
            <a:custGeom>
              <a:avLst/>
              <a:pathLst>
                <a:path w="923840" h="93011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117"/>
                  </a:lnTo>
                  <a:lnTo>
                    <a:pt x="922646" y="927630"/>
                  </a:lnTo>
                  <a:lnTo>
                    <a:pt x="916905" y="929527"/>
                  </a:lnTo>
                  <a:lnTo>
                    <a:pt x="914400" y="93011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2874260" y="2835444"/>
              <a:ext cx="923840" cy="927117"/>
            </a:xfrm>
            <a:custGeom>
              <a:avLst/>
              <a:pathLst>
                <a:path w="923840" h="92711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549"/>
                  </a:lnTo>
                  <a:lnTo>
                    <a:pt x="918886" y="925186"/>
                  </a:lnTo>
                  <a:lnTo>
                    <a:pt x="914400" y="927117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2883700" y="2835444"/>
              <a:ext cx="923840" cy="922549"/>
            </a:xfrm>
            <a:custGeom>
              <a:avLst/>
              <a:pathLst>
                <a:path w="923840" h="92254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6240"/>
                  </a:lnTo>
                  <a:lnTo>
                    <a:pt x="920568" y="918683"/>
                  </a:lnTo>
                  <a:lnTo>
                    <a:pt x="915052" y="922201"/>
                  </a:lnTo>
                  <a:lnTo>
                    <a:pt x="914399" y="92254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2893141" y="2835444"/>
              <a:ext cx="916821" cy="916240"/>
            </a:xfrm>
            <a:custGeom>
              <a:avLst/>
              <a:pathLst>
                <a:path w="916821" h="916240">
                  <a:moveTo>
                    <a:pt x="914400" y="914400"/>
                  </a:moveTo>
                  <a:lnTo>
                    <a:pt x="916821" y="914400"/>
                  </a:lnTo>
                  <a:lnTo>
                    <a:pt x="916539" y="914642"/>
                  </a:lnTo>
                  <a:lnTo>
                    <a:pt x="914400" y="91624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2553292" y="2817874"/>
              <a:ext cx="914400" cy="918773"/>
            </a:xfrm>
            <a:custGeom>
              <a:avLst/>
              <a:pathLst>
                <a:path w="914400" h="918773">
                  <a:moveTo>
                    <a:pt x="914400" y="914400"/>
                  </a:moveTo>
                  <a:lnTo>
                    <a:pt x="914400" y="918773"/>
                  </a:lnTo>
                  <a:lnTo>
                    <a:pt x="912919" y="917321"/>
                  </a:lnTo>
                  <a:lnTo>
                    <a:pt x="910285" y="914400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2553292" y="2817874"/>
              <a:ext cx="923840" cy="927310"/>
            </a:xfrm>
            <a:custGeom>
              <a:avLst/>
              <a:pathLst>
                <a:path w="923840" h="92731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310"/>
                  </a:lnTo>
                  <a:lnTo>
                    <a:pt x="923508" y="927063"/>
                  </a:lnTo>
                  <a:lnTo>
                    <a:pt x="918145" y="922449"/>
                  </a:lnTo>
                  <a:lnTo>
                    <a:pt x="914400" y="918773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2562732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42" y="931969"/>
                  </a:lnTo>
                  <a:lnTo>
                    <a:pt x="919552" y="931150"/>
                  </a:lnTo>
                  <a:lnTo>
                    <a:pt x="914400" y="927310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2572172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2581613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2591053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2600493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2609933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2619374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2628814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2638254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2647694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2657135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2666575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2676015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2685455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2694896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2704336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2713776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2723216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2732656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274209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275153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276097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277041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2779858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2789298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2798738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2808178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2817619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2827059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2836499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2845939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2855380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2864820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2874260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2883700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2893141" y="283544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120"/>
                  </a:lnTo>
                  <a:lnTo>
                    <a:pt x="921831" y="910088"/>
                  </a:lnTo>
                  <a:lnTo>
                    <a:pt x="916821" y="91440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2902581" y="2817874"/>
              <a:ext cx="923840" cy="925690"/>
            </a:xfrm>
            <a:custGeom>
              <a:avLst/>
              <a:pathLst>
                <a:path w="923840" h="92569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478"/>
                  </a:lnTo>
                  <a:lnTo>
                    <a:pt x="922563" y="917060"/>
                  </a:lnTo>
                  <a:lnTo>
                    <a:pt x="917550" y="922603"/>
                  </a:lnTo>
                  <a:lnTo>
                    <a:pt x="914400" y="92569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2912021" y="2817874"/>
              <a:ext cx="915269" cy="915478"/>
            </a:xfrm>
            <a:custGeom>
              <a:avLst/>
              <a:pathLst>
                <a:path w="915269" h="915478">
                  <a:moveTo>
                    <a:pt x="914400" y="914400"/>
                  </a:moveTo>
                  <a:lnTo>
                    <a:pt x="915269" y="914400"/>
                  </a:lnTo>
                  <a:lnTo>
                    <a:pt x="914400" y="91547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2543852" y="2800304"/>
              <a:ext cx="914399" cy="925671"/>
            </a:xfrm>
            <a:custGeom>
              <a:avLst/>
              <a:pathLst>
                <a:path w="914399" h="925671">
                  <a:moveTo>
                    <a:pt x="914399" y="914400"/>
                  </a:moveTo>
                  <a:lnTo>
                    <a:pt x="914399" y="925671"/>
                  </a:lnTo>
                  <a:lnTo>
                    <a:pt x="912374" y="923149"/>
                  </a:lnTo>
                  <a:lnTo>
                    <a:pt x="907641" y="916568"/>
                  </a:lnTo>
                  <a:lnTo>
                    <a:pt x="906240" y="914400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2543852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25" y="931969"/>
                  </a:lnTo>
                  <a:lnTo>
                    <a:pt x="917284" y="929262"/>
                  </a:lnTo>
                  <a:lnTo>
                    <a:pt x="914399" y="925671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2553292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2562732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2572172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2581613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2591053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2600493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2609933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2619374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2628814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2638254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2647694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2657135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2666575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2676015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2685455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2694896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2704336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2713776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2723216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2732656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274209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275153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276097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277041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2779858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2789298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2798738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2808178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2817619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2827059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2836499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2845939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2855380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2864820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2874260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2883700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2893141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2902581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2912021" y="281787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847"/>
                  </a:lnTo>
                  <a:lnTo>
                    <a:pt x="923638" y="903141"/>
                  </a:lnTo>
                  <a:lnTo>
                    <a:pt x="922656" y="904574"/>
                  </a:lnTo>
                  <a:lnTo>
                    <a:pt x="917976" y="911045"/>
                  </a:lnTo>
                  <a:lnTo>
                    <a:pt x="915269" y="914400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2921461" y="2800304"/>
              <a:ext cx="918528" cy="920417"/>
            </a:xfrm>
            <a:custGeom>
              <a:avLst/>
              <a:pathLst>
                <a:path w="918528" h="920417">
                  <a:moveTo>
                    <a:pt x="914399" y="914400"/>
                  </a:moveTo>
                  <a:lnTo>
                    <a:pt x="918528" y="914400"/>
                  </a:lnTo>
                  <a:lnTo>
                    <a:pt x="918106" y="915014"/>
                  </a:lnTo>
                  <a:lnTo>
                    <a:pt x="917129" y="916438"/>
                  </a:lnTo>
                  <a:lnTo>
                    <a:pt x="916151" y="917862"/>
                  </a:lnTo>
                  <a:lnTo>
                    <a:pt x="915175" y="919286"/>
                  </a:lnTo>
                  <a:lnTo>
                    <a:pt x="914399" y="920417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2534411" y="2782734"/>
              <a:ext cx="914400" cy="929987"/>
            </a:xfrm>
            <a:custGeom>
              <a:avLst/>
              <a:pathLst>
                <a:path w="914400" h="929987">
                  <a:moveTo>
                    <a:pt x="914400" y="914399"/>
                  </a:moveTo>
                  <a:lnTo>
                    <a:pt x="914400" y="929987"/>
                  </a:lnTo>
                  <a:lnTo>
                    <a:pt x="912539" y="927107"/>
                  </a:lnTo>
                  <a:lnTo>
                    <a:pt x="908200" y="919644"/>
                  </a:lnTo>
                  <a:lnTo>
                    <a:pt x="905453" y="91439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2534411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5680" y="931969"/>
                  </a:lnTo>
                  <a:lnTo>
                    <a:pt x="914400" y="929987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2543852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2553292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2562732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2572172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2581613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2591053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2600493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2609933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2619374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2628814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2638254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2647694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2657135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2666575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2676015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2685455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2694896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2704336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2713776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2723216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2732656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274209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275153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276097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277041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2779858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2789298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2798738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2808178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2817619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2827059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2836499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2845939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2855380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2864820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2874260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2883700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2893141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2902581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2912021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2921461" y="2800304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6667"/>
                  </a:lnTo>
                  <a:lnTo>
                    <a:pt x="922996" y="907895"/>
                  </a:lnTo>
                  <a:lnTo>
                    <a:pt x="922017" y="909319"/>
                  </a:lnTo>
                  <a:lnTo>
                    <a:pt x="921039" y="910742"/>
                  </a:lnTo>
                  <a:lnTo>
                    <a:pt x="920061" y="912166"/>
                  </a:lnTo>
                  <a:lnTo>
                    <a:pt x="919083" y="913590"/>
                  </a:lnTo>
                  <a:lnTo>
                    <a:pt x="918528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2930902" y="2782734"/>
              <a:ext cx="921168" cy="924237"/>
            </a:xfrm>
            <a:custGeom>
              <a:avLst/>
              <a:pathLst>
                <a:path w="921168" h="924237">
                  <a:moveTo>
                    <a:pt x="914400" y="914399"/>
                  </a:moveTo>
                  <a:lnTo>
                    <a:pt x="921168" y="914399"/>
                  </a:lnTo>
                  <a:lnTo>
                    <a:pt x="920409" y="915502"/>
                  </a:lnTo>
                  <a:lnTo>
                    <a:pt x="919430" y="916925"/>
                  </a:lnTo>
                  <a:lnTo>
                    <a:pt x="918450" y="918348"/>
                  </a:lnTo>
                  <a:lnTo>
                    <a:pt x="917471" y="919771"/>
                  </a:lnTo>
                  <a:lnTo>
                    <a:pt x="916492" y="921194"/>
                  </a:lnTo>
                  <a:lnTo>
                    <a:pt x="915513" y="922618"/>
                  </a:lnTo>
                  <a:lnTo>
                    <a:pt x="914534" y="924041"/>
                  </a:lnTo>
                  <a:lnTo>
                    <a:pt x="914400" y="924237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2524971" y="2765164"/>
              <a:ext cx="914400" cy="931026"/>
            </a:xfrm>
            <a:custGeom>
              <a:avLst/>
              <a:pathLst>
                <a:path w="914400" h="931026">
                  <a:moveTo>
                    <a:pt x="914400" y="914400"/>
                  </a:moveTo>
                  <a:lnTo>
                    <a:pt x="914400" y="931026"/>
                  </a:lnTo>
                  <a:lnTo>
                    <a:pt x="913517" y="929341"/>
                  </a:lnTo>
                  <a:lnTo>
                    <a:pt x="909619" y="921078"/>
                  </a:lnTo>
                  <a:lnTo>
                    <a:pt x="906786" y="914400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252497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893" y="931969"/>
                  </a:lnTo>
                  <a:lnTo>
                    <a:pt x="914400" y="931026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253441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2543852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2553292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2562732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2572172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2581613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2591053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2600493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2609933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2619374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2628814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2638254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2647694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2657135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2666575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2676015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2685455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2694896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2704336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2713776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2723216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2732656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274209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275153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276097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277041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2779858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2789298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2798738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2808178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281761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2827059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283649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284593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2855380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2864820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2874260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2883700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289314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290258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291202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2921461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2930902" y="2782734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0522"/>
                  </a:lnTo>
                  <a:lnTo>
                    <a:pt x="923350" y="911233"/>
                  </a:lnTo>
                  <a:lnTo>
                    <a:pt x="922370" y="912656"/>
                  </a:lnTo>
                  <a:lnTo>
                    <a:pt x="921389" y="914079"/>
                  </a:lnTo>
                  <a:lnTo>
                    <a:pt x="921168" y="91439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2940342" y="2765164"/>
              <a:ext cx="923840" cy="928092"/>
            </a:xfrm>
            <a:custGeom>
              <a:avLst/>
              <a:pathLst>
                <a:path w="923840" h="928092">
                  <a:moveTo>
                    <a:pt x="914399" y="914400"/>
                  </a:moveTo>
                  <a:lnTo>
                    <a:pt x="923840" y="914412"/>
                  </a:lnTo>
                  <a:lnTo>
                    <a:pt x="923725" y="914578"/>
                  </a:lnTo>
                  <a:lnTo>
                    <a:pt x="922742" y="916000"/>
                  </a:lnTo>
                  <a:lnTo>
                    <a:pt x="921760" y="917422"/>
                  </a:lnTo>
                  <a:lnTo>
                    <a:pt x="920778" y="918845"/>
                  </a:lnTo>
                  <a:lnTo>
                    <a:pt x="919796" y="920267"/>
                  </a:lnTo>
                  <a:lnTo>
                    <a:pt x="918815" y="921689"/>
                  </a:lnTo>
                  <a:lnTo>
                    <a:pt x="917833" y="923112"/>
                  </a:lnTo>
                  <a:lnTo>
                    <a:pt x="916852" y="924534"/>
                  </a:lnTo>
                  <a:lnTo>
                    <a:pt x="915871" y="925957"/>
                  </a:lnTo>
                  <a:lnTo>
                    <a:pt x="914890" y="927380"/>
                  </a:lnTo>
                  <a:lnTo>
                    <a:pt x="914399" y="928092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2515531" y="2747595"/>
              <a:ext cx="914400" cy="927394"/>
            </a:xfrm>
            <a:custGeom>
              <a:avLst/>
              <a:pathLst>
                <a:path w="914400" h="927394">
                  <a:moveTo>
                    <a:pt x="914400" y="914400"/>
                  </a:moveTo>
                  <a:lnTo>
                    <a:pt x="914400" y="927394"/>
                  </a:lnTo>
                  <a:lnTo>
                    <a:pt x="911984" y="921045"/>
                  </a:lnTo>
                  <a:lnTo>
                    <a:pt x="909725" y="914400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251553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226" y="931969"/>
                  </a:lnTo>
                  <a:lnTo>
                    <a:pt x="915398" y="930018"/>
                  </a:lnTo>
                  <a:lnTo>
                    <a:pt x="914400" y="927394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252497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253441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2543852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2553292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2562732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2572172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2581613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2591053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2600493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2609933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2619374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262881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263825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E">
                <a:alpha val="100000"/>
              </a:srgbClr>
            </a:solidFill>
            <a:ln w="5420" cap="flat">
              <a:solidFill>
                <a:srgbClr val="FEE1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264769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2657135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2666575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2676015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2685455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2694896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2704336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2713776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2723216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2732656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274209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275153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276097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277041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2779858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2789298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2798738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2808178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281761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2827059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283649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284593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2855380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2864820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2874260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2883700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289314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290258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291202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2921461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2930902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2940342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2949782" y="276516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642"/>
                  </a:lnTo>
                  <a:lnTo>
                    <a:pt x="920790" y="904807"/>
                  </a:lnTo>
                  <a:lnTo>
                    <a:pt x="916256" y="911726"/>
                  </a:lnTo>
                  <a:lnTo>
                    <a:pt x="915267" y="913156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2959222" y="2747595"/>
              <a:ext cx="916023" cy="917211"/>
            </a:xfrm>
            <a:custGeom>
              <a:avLst/>
              <a:pathLst>
                <a:path w="916023" h="917211">
                  <a:moveTo>
                    <a:pt x="914400" y="914400"/>
                  </a:moveTo>
                  <a:lnTo>
                    <a:pt x="916023" y="914400"/>
                  </a:lnTo>
                  <a:lnTo>
                    <a:pt x="915687" y="915031"/>
                  </a:lnTo>
                  <a:lnTo>
                    <a:pt x="914400" y="917211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2506091" y="2730025"/>
              <a:ext cx="914399" cy="916080"/>
            </a:xfrm>
            <a:custGeom>
              <a:avLst/>
              <a:pathLst>
                <a:path w="914399" h="916080">
                  <a:moveTo>
                    <a:pt x="914399" y="914400"/>
                  </a:moveTo>
                  <a:lnTo>
                    <a:pt x="914399" y="916080"/>
                  </a:lnTo>
                  <a:lnTo>
                    <a:pt x="913952" y="914400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2506091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165" y="931969"/>
                  </a:lnTo>
                  <a:lnTo>
                    <a:pt x="918266" y="929323"/>
                  </a:lnTo>
                  <a:lnTo>
                    <a:pt x="915372" y="919737"/>
                  </a:lnTo>
                  <a:lnTo>
                    <a:pt x="914399" y="916080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251553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252497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253441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2543852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255329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256273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257217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258161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259105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2600493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260993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2619374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262881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263825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264769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2657135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2666575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2676015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2685455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2694896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2704336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2713776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2723216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2732656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274209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275153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276097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277041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2779858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2789298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2798738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2808178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281761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2827059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283649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284593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2855380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2864820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2874260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2883700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289314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290258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291202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2921461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293090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2940342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294978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2959222" y="2747595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855"/>
                  </a:lnTo>
                  <a:lnTo>
                    <a:pt x="923718" y="899136"/>
                  </a:lnTo>
                  <a:lnTo>
                    <a:pt x="919813" y="907277"/>
                  </a:lnTo>
                  <a:lnTo>
                    <a:pt x="916023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2968662" y="2730025"/>
              <a:ext cx="915274" cy="916425"/>
            </a:xfrm>
            <a:custGeom>
              <a:avLst/>
              <a:pathLst>
                <a:path w="915274" h="916425">
                  <a:moveTo>
                    <a:pt x="914400" y="914400"/>
                  </a:moveTo>
                  <a:lnTo>
                    <a:pt x="915274" y="914400"/>
                  </a:lnTo>
                  <a:lnTo>
                    <a:pt x="914400" y="916425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2506091" y="2712455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3952" y="931969"/>
                  </a:lnTo>
                  <a:lnTo>
                    <a:pt x="912751" y="927453"/>
                  </a:lnTo>
                  <a:lnTo>
                    <a:pt x="910409" y="917358"/>
                  </a:lnTo>
                  <a:lnTo>
                    <a:pt x="909819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2506091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251553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252497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253441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2543852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255329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256273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257217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258161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259105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2600493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260993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2619374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262881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263825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264769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2657135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2666575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2676015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2685455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2694896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2704336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2713776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2723216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2732656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274209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275153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276097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277041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2779858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2789298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2798738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2808178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281761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2827059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283649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284593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285538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286482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287426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2883700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289314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290258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291202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2921461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293090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2940342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294978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295922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2968662" y="2730025"/>
              <a:ext cx="922259" cy="914400"/>
            </a:xfrm>
            <a:custGeom>
              <a:avLst/>
              <a:pathLst>
                <a:path w="92225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259" y="896830"/>
                  </a:lnTo>
                  <a:lnTo>
                    <a:pt x="921384" y="899352"/>
                  </a:lnTo>
                  <a:lnTo>
                    <a:pt x="917952" y="908200"/>
                  </a:lnTo>
                  <a:lnTo>
                    <a:pt x="915274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2506091" y="2694885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819" y="931969"/>
                  </a:lnTo>
                  <a:lnTo>
                    <a:pt x="908353" y="924620"/>
                  </a:lnTo>
                  <a:lnTo>
                    <a:pt x="906635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2506091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251553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252497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253441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2543852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255329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256273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257217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258161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259105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2600493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260993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2619374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262881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263825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264769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2657135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2666575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2676015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2685455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2694896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2704336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2713776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2723216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2732656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274209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275153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276097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277041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2779858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2789298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2798738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2808178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281761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2827059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283649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284593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285538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286482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287426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2883700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289314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290258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291202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2921461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293090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2940342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294978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295922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2968662" y="2712455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846"/>
                  </a:lnTo>
                  <a:lnTo>
                    <a:pt x="922259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2978103" y="2694885"/>
              <a:ext cx="918447" cy="927415"/>
            </a:xfrm>
            <a:custGeom>
              <a:avLst/>
              <a:pathLst>
                <a:path w="918447" h="927415">
                  <a:moveTo>
                    <a:pt x="914400" y="914400"/>
                  </a:moveTo>
                  <a:lnTo>
                    <a:pt x="918447" y="914400"/>
                  </a:lnTo>
                  <a:lnTo>
                    <a:pt x="918048" y="915863"/>
                  </a:lnTo>
                  <a:lnTo>
                    <a:pt x="915125" y="925324"/>
                  </a:lnTo>
                  <a:lnTo>
                    <a:pt x="914400" y="927415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2496650" y="2677316"/>
              <a:ext cx="914400" cy="919549"/>
            </a:xfrm>
            <a:custGeom>
              <a:avLst/>
              <a:pathLst>
                <a:path w="914400" h="919549">
                  <a:moveTo>
                    <a:pt x="914400" y="914400"/>
                  </a:moveTo>
                  <a:lnTo>
                    <a:pt x="914400" y="919549"/>
                  </a:lnTo>
                  <a:lnTo>
                    <a:pt x="913842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249665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75" y="931969"/>
                  </a:lnTo>
                  <a:lnTo>
                    <a:pt x="916029" y="931696"/>
                  </a:lnTo>
                  <a:lnTo>
                    <a:pt x="914562" y="921045"/>
                  </a:lnTo>
                  <a:lnTo>
                    <a:pt x="914400" y="91954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2506091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251553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252497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253441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2543852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255329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256273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257217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258161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259105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2600493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260993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2619374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262881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263825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264769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2657135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2666575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2676015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2685455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2694896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2704336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2713776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2723216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2732656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274209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275153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276097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277041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2779858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2789298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2798738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2808178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281761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2827059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283649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284593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285538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286482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287426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2883700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289314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290258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291202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2921461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293090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2940342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294978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295922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296866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2978103" y="2694885"/>
              <a:ext cx="922925" cy="914400"/>
            </a:xfrm>
            <a:custGeom>
              <a:avLst/>
              <a:pathLst>
                <a:path w="92292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925" y="896830"/>
                  </a:lnTo>
                  <a:lnTo>
                    <a:pt x="920703" y="906133"/>
                  </a:lnTo>
                  <a:lnTo>
                    <a:pt x="918447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2496650" y="265974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3842" y="931969"/>
                  </a:lnTo>
                  <a:lnTo>
                    <a:pt x="913394" y="927836"/>
                  </a:lnTo>
                  <a:lnTo>
                    <a:pt x="912530" y="916959"/>
                  </a:lnTo>
                  <a:lnTo>
                    <a:pt x="912399" y="91439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249665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2506091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251553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252497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253441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2543852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255329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256273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257217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258161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259105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2600493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260993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2619374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262881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263825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264769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2657135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2666575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2676015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2685455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2694896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2704336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2713776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2723216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2732656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274209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275153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276097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277041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2779858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2789298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2798738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2808178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281761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2827059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283649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284593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285538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286482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287426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2883700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289314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290258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291202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2921461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293090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2940342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294978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295922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296866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2978103" y="2677316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0069"/>
                  </a:lnTo>
                  <a:lnTo>
                    <a:pt x="923085" y="913730"/>
                  </a:lnTo>
                  <a:lnTo>
                    <a:pt x="922925" y="914400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2987543" y="2659746"/>
              <a:ext cx="916920" cy="927639"/>
            </a:xfrm>
            <a:custGeom>
              <a:avLst/>
              <a:pathLst>
                <a:path w="916920" h="927639">
                  <a:moveTo>
                    <a:pt x="914400" y="914399"/>
                  </a:moveTo>
                  <a:lnTo>
                    <a:pt x="916920" y="914399"/>
                  </a:lnTo>
                  <a:lnTo>
                    <a:pt x="915746" y="921111"/>
                  </a:lnTo>
                  <a:lnTo>
                    <a:pt x="914400" y="92763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2496650" y="264217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99" y="931969"/>
                  </a:lnTo>
                  <a:lnTo>
                    <a:pt x="911972" y="923583"/>
                  </a:lnTo>
                  <a:lnTo>
                    <a:pt x="911762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249665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2506091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251553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252497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253441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2543852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255329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256273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257217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258161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259105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2600493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260993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2619374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262881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263825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264769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2657135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2666575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2676015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2685455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2694896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2704336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2713776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2723216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2732656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274209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275153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276097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277041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2779858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2789298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2798738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2808178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281761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2827059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283649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284593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285538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286482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287426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2883700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289314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290258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291202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2921461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293090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2940342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294978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295922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296866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297810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2987543" y="2659746"/>
              <a:ext cx="919472" cy="914399"/>
            </a:xfrm>
            <a:custGeom>
              <a:avLst/>
              <a:pathLst>
                <a:path w="919472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472" y="896830"/>
                  </a:lnTo>
                  <a:lnTo>
                    <a:pt x="919085" y="900195"/>
                  </a:lnTo>
                  <a:lnTo>
                    <a:pt x="917561" y="910733"/>
                  </a:lnTo>
                  <a:lnTo>
                    <a:pt x="916920" y="91439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2496650" y="262460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762" y="931969"/>
                  </a:lnTo>
                  <a:lnTo>
                    <a:pt x="911721" y="930167"/>
                  </a:lnTo>
                  <a:lnTo>
                    <a:pt x="911778" y="919173"/>
                  </a:lnTo>
                  <a:lnTo>
                    <a:pt x="911937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249665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2506091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251553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252497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253441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2543852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255329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256273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257217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258161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259105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2600493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260993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2619374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262881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263825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264769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2657135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2666575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2676015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2685455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2694896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2704336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2713776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2723216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2732656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274209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275153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276097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277041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2779858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2789298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2798738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2808178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281761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2827059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283649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284593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285538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286482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287426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2883700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289314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290258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291202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2921461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293090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2940342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294978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295922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296866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297810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2987543" y="2642176"/>
              <a:ext cx="921200" cy="914400"/>
            </a:xfrm>
            <a:custGeom>
              <a:avLst/>
              <a:pathLst>
                <a:path w="92120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200" y="896830"/>
                  </a:lnTo>
                  <a:lnTo>
                    <a:pt x="920314" y="907094"/>
                  </a:lnTo>
                  <a:lnTo>
                    <a:pt x="919472" y="914400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496650" y="260703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937" y="931969"/>
                  </a:lnTo>
                  <a:lnTo>
                    <a:pt x="912143" y="925768"/>
                  </a:lnTo>
                  <a:lnTo>
                    <a:pt x="912815" y="914844"/>
                  </a:lnTo>
                  <a:lnTo>
                    <a:pt x="912856" y="914400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9665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2506091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251553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252497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253441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2543852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255329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256273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257217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258161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259105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2600493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260993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2619374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262881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263825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264769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2657135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2666575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2676015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2685455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2694896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2704336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2713776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2723216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2732656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274209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275153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276097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277041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2779858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2789298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2798738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2808178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281761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2827059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283649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284593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285538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286482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287426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2883700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289314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290258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291202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2921461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293090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2940342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294978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295922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296866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297810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2987543" y="2624606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519"/>
                  </a:lnTo>
                  <a:lnTo>
                    <a:pt x="921532" y="908931"/>
                  </a:lnTo>
                  <a:lnTo>
                    <a:pt x="921244" y="913888"/>
                  </a:lnTo>
                  <a:lnTo>
                    <a:pt x="921200" y="914400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2996983" y="2607036"/>
              <a:ext cx="923840" cy="925089"/>
            </a:xfrm>
            <a:custGeom>
              <a:avLst/>
              <a:pathLst>
                <a:path w="923840" h="92508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8120"/>
                  </a:lnTo>
                  <a:lnTo>
                    <a:pt x="921337" y="920221"/>
                  </a:lnTo>
                  <a:lnTo>
                    <a:pt x="915742" y="924267"/>
                  </a:lnTo>
                  <a:lnTo>
                    <a:pt x="914399" y="92508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3006423" y="2607036"/>
              <a:ext cx="918648" cy="918120"/>
            </a:xfrm>
            <a:custGeom>
              <a:avLst/>
              <a:pathLst>
                <a:path w="918648" h="918120">
                  <a:moveTo>
                    <a:pt x="914400" y="914400"/>
                  </a:moveTo>
                  <a:lnTo>
                    <a:pt x="918648" y="914400"/>
                  </a:lnTo>
                  <a:lnTo>
                    <a:pt x="917368" y="915629"/>
                  </a:lnTo>
                  <a:lnTo>
                    <a:pt x="914400" y="918120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2496650" y="260703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856" y="914400"/>
                  </a:lnTo>
                  <a:lnTo>
                    <a:pt x="913793" y="904000"/>
                  </a:lnTo>
                  <a:lnTo>
                    <a:pt x="914400" y="89890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2506091" y="2589467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6479"/>
                  </a:lnTo>
                  <a:lnTo>
                    <a:pt x="905207" y="91439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2506091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251553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252497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253441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2543852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255329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256273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257217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258161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259105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2600493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260993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2619374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262881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263825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264769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265713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266657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267601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268545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2694896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2704336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2713776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2723216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2732656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274209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275153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276097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277041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2779858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2789298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2798738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2808178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281761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2827059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283649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284593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285538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286482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287426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2883700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289314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290258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291202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2921461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293090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2940342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294978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295922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296866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297810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298754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2996983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3006423" y="2607036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264"/>
                  </a:lnTo>
                  <a:lnTo>
                    <a:pt x="922702" y="910504"/>
                  </a:lnTo>
                  <a:lnTo>
                    <a:pt x="918648" y="914400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3015864" y="2589467"/>
              <a:ext cx="923840" cy="926834"/>
            </a:xfrm>
            <a:custGeom>
              <a:avLst/>
              <a:pathLst>
                <a:path w="923840" h="926834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15753"/>
                  </a:lnTo>
                  <a:lnTo>
                    <a:pt x="923454" y="916283"/>
                  </a:lnTo>
                  <a:lnTo>
                    <a:pt x="918441" y="922430"/>
                  </a:lnTo>
                  <a:lnTo>
                    <a:pt x="914399" y="926834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3025304" y="2589467"/>
              <a:ext cx="915385" cy="915753"/>
            </a:xfrm>
            <a:custGeom>
              <a:avLst/>
              <a:pathLst>
                <a:path w="915385" h="915753">
                  <a:moveTo>
                    <a:pt x="914400" y="914399"/>
                  </a:moveTo>
                  <a:lnTo>
                    <a:pt x="915385" y="914399"/>
                  </a:lnTo>
                  <a:lnTo>
                    <a:pt x="914400" y="915753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138587" y="2589467"/>
              <a:ext cx="914400" cy="917155"/>
            </a:xfrm>
            <a:custGeom>
              <a:avLst/>
              <a:pathLst>
                <a:path w="914400" h="917155">
                  <a:moveTo>
                    <a:pt x="914400" y="914399"/>
                  </a:moveTo>
                  <a:lnTo>
                    <a:pt x="914400" y="917155"/>
                  </a:lnTo>
                  <a:lnTo>
                    <a:pt x="909664" y="915098"/>
                  </a:lnTo>
                  <a:lnTo>
                    <a:pt x="908367" y="91439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138587" y="2589467"/>
              <a:ext cx="923840" cy="920148"/>
            </a:xfrm>
            <a:custGeom>
              <a:avLst/>
              <a:pathLst>
                <a:path w="923840" h="92014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148"/>
                  </a:lnTo>
                  <a:lnTo>
                    <a:pt x="921293" y="919555"/>
                  </a:lnTo>
                  <a:lnTo>
                    <a:pt x="915447" y="917610"/>
                  </a:lnTo>
                  <a:lnTo>
                    <a:pt x="914400" y="917155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148027" y="2589467"/>
              <a:ext cx="923840" cy="921728"/>
            </a:xfrm>
            <a:custGeom>
              <a:avLst/>
              <a:pathLst>
                <a:path w="923840" h="92172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1728"/>
                  </a:lnTo>
                  <a:lnTo>
                    <a:pt x="923669" y="921722"/>
                  </a:lnTo>
                  <a:lnTo>
                    <a:pt x="917746" y="920927"/>
                  </a:lnTo>
                  <a:lnTo>
                    <a:pt x="914400" y="92014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157467" y="2589467"/>
              <a:ext cx="923840" cy="921938"/>
            </a:xfrm>
            <a:custGeom>
              <a:avLst/>
              <a:pathLst>
                <a:path w="923840" h="92193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1713"/>
                  </a:lnTo>
                  <a:lnTo>
                    <a:pt x="920167" y="921938"/>
                  </a:lnTo>
                  <a:lnTo>
                    <a:pt x="914400" y="92172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166907" y="2589467"/>
              <a:ext cx="923840" cy="921713"/>
            </a:xfrm>
            <a:custGeom>
              <a:avLst/>
              <a:pathLst>
                <a:path w="923840" h="921713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308"/>
                  </a:lnTo>
                  <a:lnTo>
                    <a:pt x="922579" y="920633"/>
                  </a:lnTo>
                  <a:lnTo>
                    <a:pt x="916662" y="921574"/>
                  </a:lnTo>
                  <a:lnTo>
                    <a:pt x="914400" y="921713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176348" y="2589467"/>
              <a:ext cx="923840" cy="920308"/>
            </a:xfrm>
            <a:custGeom>
              <a:avLst/>
              <a:pathLst>
                <a:path w="923840" h="92030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389"/>
                  </a:lnTo>
                  <a:lnTo>
                    <a:pt x="919021" y="919115"/>
                  </a:lnTo>
                  <a:lnTo>
                    <a:pt x="914400" y="92030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185788" y="2589467"/>
              <a:ext cx="921116" cy="917389"/>
            </a:xfrm>
            <a:custGeom>
              <a:avLst/>
              <a:pathLst>
                <a:path w="921116" h="917389">
                  <a:moveTo>
                    <a:pt x="914399" y="914399"/>
                  </a:moveTo>
                  <a:lnTo>
                    <a:pt x="921116" y="914399"/>
                  </a:lnTo>
                  <a:lnTo>
                    <a:pt x="915413" y="917026"/>
                  </a:lnTo>
                  <a:lnTo>
                    <a:pt x="914399" y="91738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2496650" y="2571897"/>
              <a:ext cx="914400" cy="922216"/>
            </a:xfrm>
            <a:custGeom>
              <a:avLst/>
              <a:pathLst>
                <a:path w="914400" h="922216">
                  <a:moveTo>
                    <a:pt x="914400" y="914400"/>
                  </a:moveTo>
                  <a:lnTo>
                    <a:pt x="914400" y="922216"/>
                  </a:lnTo>
                  <a:lnTo>
                    <a:pt x="913069" y="919596"/>
                  </a:lnTo>
                  <a:lnTo>
                    <a:pt x="911661" y="916823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249665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7" y="931969"/>
                  </a:lnTo>
                  <a:lnTo>
                    <a:pt x="915072" y="928405"/>
                  </a:lnTo>
                  <a:lnTo>
                    <a:pt x="915632" y="924645"/>
                  </a:lnTo>
                  <a:lnTo>
                    <a:pt x="914477" y="922369"/>
                  </a:lnTo>
                  <a:lnTo>
                    <a:pt x="914400" y="922216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2506091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251553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252497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253441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2543852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255329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256273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257217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258161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259105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2600493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260993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2619374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262881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263825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264769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265713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266657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267601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268545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2694896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2704336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2713776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2723216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2732656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274209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275153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276097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277041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277985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2789298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279873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280817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281761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2827059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283649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284593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285538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286482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287426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2883700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289314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290258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291202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2921461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293090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2940342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294978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295922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296866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297810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298754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2996983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300642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3015864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3025304" y="2589467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640"/>
                  </a:lnTo>
                  <a:lnTo>
                    <a:pt x="922798" y="908490"/>
                  </a:lnTo>
                  <a:lnTo>
                    <a:pt x="921181" y="908256"/>
                  </a:lnTo>
                  <a:lnTo>
                    <a:pt x="919878" y="908068"/>
                  </a:lnTo>
                  <a:lnTo>
                    <a:pt x="918844" y="909652"/>
                  </a:lnTo>
                  <a:lnTo>
                    <a:pt x="915385" y="91439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3034744" y="2571897"/>
              <a:ext cx="923840" cy="927579"/>
            </a:xfrm>
            <a:custGeom>
              <a:avLst/>
              <a:pathLst>
                <a:path w="923840" h="927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579"/>
                  </a:lnTo>
                  <a:lnTo>
                    <a:pt x="923057" y="927466"/>
                  </a:lnTo>
                  <a:lnTo>
                    <a:pt x="921441" y="927231"/>
                  </a:lnTo>
                  <a:lnTo>
                    <a:pt x="919824" y="926996"/>
                  </a:lnTo>
                  <a:lnTo>
                    <a:pt x="918208" y="926762"/>
                  </a:lnTo>
                  <a:lnTo>
                    <a:pt x="916591" y="926527"/>
                  </a:lnTo>
                  <a:lnTo>
                    <a:pt x="914975" y="926293"/>
                  </a:lnTo>
                  <a:lnTo>
                    <a:pt x="914400" y="92621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3044184" y="2571897"/>
              <a:ext cx="923840" cy="928956"/>
            </a:xfrm>
            <a:custGeom>
              <a:avLst/>
              <a:pathLst>
                <a:path w="923840" h="92895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956"/>
                  </a:lnTo>
                  <a:lnTo>
                    <a:pt x="923314" y="928879"/>
                  </a:lnTo>
                  <a:lnTo>
                    <a:pt x="921698" y="928643"/>
                  </a:lnTo>
                  <a:lnTo>
                    <a:pt x="920082" y="928407"/>
                  </a:lnTo>
                  <a:lnTo>
                    <a:pt x="918466" y="928172"/>
                  </a:lnTo>
                  <a:lnTo>
                    <a:pt x="916850" y="927936"/>
                  </a:lnTo>
                  <a:lnTo>
                    <a:pt x="915233" y="927701"/>
                  </a:lnTo>
                  <a:lnTo>
                    <a:pt x="914400" y="92757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053625" y="2571897"/>
              <a:ext cx="923840" cy="930155"/>
            </a:xfrm>
            <a:custGeom>
              <a:avLst/>
              <a:pathLst>
                <a:path w="923840" h="93015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155"/>
                  </a:lnTo>
                  <a:lnTo>
                    <a:pt x="919937" y="929767"/>
                  </a:lnTo>
                  <a:lnTo>
                    <a:pt x="918723" y="929589"/>
                  </a:lnTo>
                  <a:lnTo>
                    <a:pt x="917106" y="929352"/>
                  </a:lnTo>
                  <a:lnTo>
                    <a:pt x="915490" y="929116"/>
                  </a:lnTo>
                  <a:lnTo>
                    <a:pt x="914399" y="928956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063065" y="2571897"/>
              <a:ext cx="923840" cy="930364"/>
            </a:xfrm>
            <a:custGeom>
              <a:avLst/>
              <a:pathLst>
                <a:path w="923840" h="93036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97"/>
                  </a:lnTo>
                  <a:lnTo>
                    <a:pt x="921969" y="930364"/>
                  </a:lnTo>
                  <a:lnTo>
                    <a:pt x="916229" y="930336"/>
                  </a:lnTo>
                  <a:lnTo>
                    <a:pt x="914400" y="930155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072505" y="2571897"/>
              <a:ext cx="923840" cy="930197"/>
            </a:xfrm>
            <a:custGeom>
              <a:avLst/>
              <a:pathLst>
                <a:path w="923840" h="930197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8822"/>
                  </a:lnTo>
                  <a:lnTo>
                    <a:pt x="918263" y="929851"/>
                  </a:lnTo>
                  <a:lnTo>
                    <a:pt x="914399" y="930197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081945" y="2571897"/>
              <a:ext cx="923840" cy="928822"/>
            </a:xfrm>
            <a:custGeom>
              <a:avLst/>
              <a:pathLst>
                <a:path w="923840" h="92882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015"/>
                  </a:lnTo>
                  <a:lnTo>
                    <a:pt x="922364" y="926499"/>
                  </a:lnTo>
                  <a:lnTo>
                    <a:pt x="920211" y="927207"/>
                  </a:lnTo>
                  <a:lnTo>
                    <a:pt x="914535" y="928797"/>
                  </a:lnTo>
                  <a:lnTo>
                    <a:pt x="914400" y="928822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091386" y="2571897"/>
              <a:ext cx="923840" cy="926015"/>
            </a:xfrm>
            <a:custGeom>
              <a:avLst/>
              <a:pathLst>
                <a:path w="923840" h="9260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919"/>
                  </a:lnTo>
                  <a:lnTo>
                    <a:pt x="923662" y="922977"/>
                  </a:lnTo>
                  <a:lnTo>
                    <a:pt x="921514" y="923681"/>
                  </a:lnTo>
                  <a:lnTo>
                    <a:pt x="919366" y="924385"/>
                  </a:lnTo>
                  <a:lnTo>
                    <a:pt x="917219" y="925089"/>
                  </a:lnTo>
                  <a:lnTo>
                    <a:pt x="915071" y="925794"/>
                  </a:lnTo>
                  <a:lnTo>
                    <a:pt x="914400" y="926015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100826" y="2571897"/>
              <a:ext cx="923840" cy="922919"/>
            </a:xfrm>
            <a:custGeom>
              <a:avLst/>
              <a:pathLst>
                <a:path w="923840" h="92291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832"/>
                  </a:lnTo>
                  <a:lnTo>
                    <a:pt x="922817" y="920166"/>
                  </a:lnTo>
                  <a:lnTo>
                    <a:pt x="920668" y="920868"/>
                  </a:lnTo>
                  <a:lnTo>
                    <a:pt x="918519" y="921571"/>
                  </a:lnTo>
                  <a:lnTo>
                    <a:pt x="916370" y="922274"/>
                  </a:lnTo>
                  <a:lnTo>
                    <a:pt x="914400" y="92291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110266" y="2571897"/>
              <a:ext cx="923840" cy="923986"/>
            </a:xfrm>
            <a:custGeom>
              <a:avLst/>
              <a:pathLst>
                <a:path w="923840" h="92398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3986"/>
                  </a:lnTo>
                  <a:lnTo>
                    <a:pt x="923001" y="923398"/>
                  </a:lnTo>
                  <a:lnTo>
                    <a:pt x="921779" y="922542"/>
                  </a:lnTo>
                  <a:lnTo>
                    <a:pt x="920557" y="921686"/>
                  </a:lnTo>
                  <a:lnTo>
                    <a:pt x="919335" y="920830"/>
                  </a:lnTo>
                  <a:lnTo>
                    <a:pt x="918112" y="919974"/>
                  </a:lnTo>
                  <a:lnTo>
                    <a:pt x="916793" y="919051"/>
                  </a:lnTo>
                  <a:lnTo>
                    <a:pt x="915526" y="919464"/>
                  </a:lnTo>
                  <a:lnTo>
                    <a:pt x="914399" y="919832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119706" y="2571897"/>
              <a:ext cx="923840" cy="930134"/>
            </a:xfrm>
            <a:custGeom>
              <a:avLst/>
              <a:pathLst>
                <a:path w="923840" h="9301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34"/>
                  </a:lnTo>
                  <a:lnTo>
                    <a:pt x="922840" y="929595"/>
                  </a:lnTo>
                  <a:lnTo>
                    <a:pt x="917230" y="925970"/>
                  </a:lnTo>
                  <a:lnTo>
                    <a:pt x="916004" y="925111"/>
                  </a:lnTo>
                  <a:lnTo>
                    <a:pt x="914782" y="924254"/>
                  </a:lnTo>
                  <a:lnTo>
                    <a:pt x="914400" y="923986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12914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07" y="931969"/>
                  </a:lnTo>
                  <a:lnTo>
                    <a:pt x="914400" y="930134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13858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14802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15746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16690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17634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185788" y="2589467"/>
              <a:ext cx="923840" cy="914399"/>
            </a:xfrm>
            <a:custGeom>
              <a:avLst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12865"/>
                  </a:lnTo>
                  <a:lnTo>
                    <a:pt x="921116" y="91439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195228" y="2571897"/>
              <a:ext cx="923840" cy="930435"/>
            </a:xfrm>
            <a:custGeom>
              <a:avLst/>
              <a:pathLst>
                <a:path w="923840" h="93043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306"/>
                  </a:lnTo>
                  <a:lnTo>
                    <a:pt x="923003" y="924964"/>
                  </a:lnTo>
                  <a:lnTo>
                    <a:pt x="917419" y="928727"/>
                  </a:lnTo>
                  <a:lnTo>
                    <a:pt x="914400" y="930435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204668" y="2571897"/>
              <a:ext cx="923840" cy="924306"/>
            </a:xfrm>
            <a:custGeom>
              <a:avLst/>
              <a:pathLst>
                <a:path w="923840" h="92430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6602"/>
                  </a:lnTo>
                  <a:lnTo>
                    <a:pt x="923417" y="916959"/>
                  </a:lnTo>
                  <a:lnTo>
                    <a:pt x="922322" y="917883"/>
                  </a:lnTo>
                  <a:lnTo>
                    <a:pt x="921227" y="918807"/>
                  </a:lnTo>
                  <a:lnTo>
                    <a:pt x="920133" y="919732"/>
                  </a:lnTo>
                  <a:lnTo>
                    <a:pt x="919033" y="920661"/>
                  </a:lnTo>
                  <a:lnTo>
                    <a:pt x="914400" y="924306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214109" y="2571897"/>
              <a:ext cx="917010" cy="916602"/>
            </a:xfrm>
            <a:custGeom>
              <a:avLst/>
              <a:pathLst>
                <a:path w="917010" h="916602">
                  <a:moveTo>
                    <a:pt x="914400" y="914400"/>
                  </a:moveTo>
                  <a:lnTo>
                    <a:pt x="917010" y="914400"/>
                  </a:lnTo>
                  <a:lnTo>
                    <a:pt x="916168" y="915110"/>
                  </a:lnTo>
                  <a:lnTo>
                    <a:pt x="915072" y="916034"/>
                  </a:lnTo>
                  <a:lnTo>
                    <a:pt x="914400" y="916602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2487210" y="2554327"/>
              <a:ext cx="914400" cy="921219"/>
            </a:xfrm>
            <a:custGeom>
              <a:avLst/>
              <a:pathLst>
                <a:path w="914400" h="921219">
                  <a:moveTo>
                    <a:pt x="914400" y="914400"/>
                  </a:moveTo>
                  <a:lnTo>
                    <a:pt x="914400" y="921219"/>
                  </a:lnTo>
                  <a:lnTo>
                    <a:pt x="914050" y="920532"/>
                  </a:lnTo>
                  <a:lnTo>
                    <a:pt x="912637" y="917760"/>
                  </a:lnTo>
                  <a:lnTo>
                    <a:pt x="911225" y="914989"/>
                  </a:lnTo>
                  <a:lnTo>
                    <a:pt x="910924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248721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69" y="931969"/>
                  </a:lnTo>
                  <a:lnTo>
                    <a:pt x="919692" y="931621"/>
                  </a:lnTo>
                  <a:lnTo>
                    <a:pt x="918282" y="928848"/>
                  </a:lnTo>
                  <a:lnTo>
                    <a:pt x="916872" y="926076"/>
                  </a:lnTo>
                  <a:lnTo>
                    <a:pt x="915461" y="923304"/>
                  </a:lnTo>
                  <a:lnTo>
                    <a:pt x="914400" y="92121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249665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2506091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251553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252497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253441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2543852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255329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256273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257217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258161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259105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2600493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260993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2619374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262881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263825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264769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265713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266657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267601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268545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269489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270433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271377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272321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273265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274209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275153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276097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277041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277985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2789298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279873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280817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281761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2827059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283649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284593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285538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286482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287426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2883700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289314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290258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291202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2921461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293090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2940342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294978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295922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296866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297810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298754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2996983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300642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3015864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302530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303474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304418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05362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06306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07250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08194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09138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10082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11026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11970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12914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13858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14802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15746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16690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17634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185788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19522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20466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214109" y="257189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39" y="908643"/>
                  </a:lnTo>
                  <a:lnTo>
                    <a:pt x="922743" y="909567"/>
                  </a:lnTo>
                  <a:lnTo>
                    <a:pt x="921647" y="910490"/>
                  </a:lnTo>
                  <a:lnTo>
                    <a:pt x="920550" y="911414"/>
                  </a:lnTo>
                  <a:lnTo>
                    <a:pt x="919455" y="912338"/>
                  </a:lnTo>
                  <a:lnTo>
                    <a:pt x="918359" y="913262"/>
                  </a:lnTo>
                  <a:lnTo>
                    <a:pt x="917263" y="914186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223549" y="2554327"/>
              <a:ext cx="923840" cy="926213"/>
            </a:xfrm>
            <a:custGeom>
              <a:avLst/>
              <a:pathLst>
                <a:path w="923840" h="92621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796"/>
                  </a:lnTo>
                  <a:lnTo>
                    <a:pt x="922848" y="918805"/>
                  </a:lnTo>
                  <a:lnTo>
                    <a:pt x="917694" y="923439"/>
                  </a:lnTo>
                  <a:lnTo>
                    <a:pt x="916592" y="924366"/>
                  </a:lnTo>
                  <a:lnTo>
                    <a:pt x="915496" y="925290"/>
                  </a:lnTo>
                  <a:lnTo>
                    <a:pt x="914400" y="926213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232989" y="2554327"/>
              <a:ext cx="917736" cy="917796"/>
            </a:xfrm>
            <a:custGeom>
              <a:avLst/>
              <a:pathLst>
                <a:path w="917736" h="917796">
                  <a:moveTo>
                    <a:pt x="914400" y="914400"/>
                  </a:moveTo>
                  <a:lnTo>
                    <a:pt x="917736" y="914400"/>
                  </a:lnTo>
                  <a:lnTo>
                    <a:pt x="914400" y="917796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2477770" y="2536757"/>
              <a:ext cx="914400" cy="920281"/>
            </a:xfrm>
            <a:custGeom>
              <a:avLst/>
              <a:pathLst>
                <a:path w="914400" h="920281">
                  <a:moveTo>
                    <a:pt x="914400" y="914399"/>
                  </a:moveTo>
                  <a:lnTo>
                    <a:pt x="914400" y="920281"/>
                  </a:lnTo>
                  <a:lnTo>
                    <a:pt x="913593" y="918703"/>
                  </a:lnTo>
                  <a:lnTo>
                    <a:pt x="912177" y="915932"/>
                  </a:lnTo>
                  <a:lnTo>
                    <a:pt x="911393" y="91439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247777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0365" y="931969"/>
                  </a:lnTo>
                  <a:lnTo>
                    <a:pt x="919252" y="929787"/>
                  </a:lnTo>
                  <a:lnTo>
                    <a:pt x="917838" y="927016"/>
                  </a:lnTo>
                  <a:lnTo>
                    <a:pt x="916424" y="924245"/>
                  </a:lnTo>
                  <a:lnTo>
                    <a:pt x="915009" y="921474"/>
                  </a:lnTo>
                  <a:lnTo>
                    <a:pt x="914400" y="920281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248721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249665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2506091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251553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252497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253441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2543852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255329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256273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257217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258161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259105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2600493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260993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2619374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262881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263825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264769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265713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266657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267601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268545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269489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270433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271377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272321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273265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274209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275153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276097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277041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277985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2789298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279873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280817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281761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2827059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283649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284593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285538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286482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287426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2883700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289314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290258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291202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2921461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293090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2940342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294978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295922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296866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297810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298754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2996983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300642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3015864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302530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303474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304418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05362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06306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07250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08194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09138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10082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11026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11970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12914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13858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14802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15746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16690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17634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185788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19522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20466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21410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22354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232989" y="255432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434"/>
                  </a:lnTo>
                  <a:lnTo>
                    <a:pt x="923307" y="908115"/>
                  </a:lnTo>
                  <a:lnTo>
                    <a:pt x="918430" y="913693"/>
                  </a:lnTo>
                  <a:lnTo>
                    <a:pt x="917736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242429" y="2536757"/>
              <a:ext cx="922485" cy="925003"/>
            </a:xfrm>
            <a:custGeom>
              <a:avLst/>
              <a:pathLst>
                <a:path w="922485" h="925003">
                  <a:moveTo>
                    <a:pt x="914399" y="914399"/>
                  </a:moveTo>
                  <a:lnTo>
                    <a:pt x="922485" y="914399"/>
                  </a:lnTo>
                  <a:lnTo>
                    <a:pt x="922156" y="914843"/>
                  </a:lnTo>
                  <a:lnTo>
                    <a:pt x="920376" y="917242"/>
                  </a:lnTo>
                  <a:lnTo>
                    <a:pt x="918586" y="919655"/>
                  </a:lnTo>
                  <a:lnTo>
                    <a:pt x="914399" y="925003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2468330" y="2519187"/>
              <a:ext cx="914400" cy="919217"/>
            </a:xfrm>
            <a:custGeom>
              <a:avLst/>
              <a:pathLst>
                <a:path w="914400" h="919217">
                  <a:moveTo>
                    <a:pt x="914400" y="914400"/>
                  </a:moveTo>
                  <a:lnTo>
                    <a:pt x="914400" y="919217"/>
                  </a:lnTo>
                  <a:lnTo>
                    <a:pt x="912074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246833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33" y="931969"/>
                  </a:lnTo>
                  <a:lnTo>
                    <a:pt x="920201" y="930732"/>
                  </a:lnTo>
                  <a:lnTo>
                    <a:pt x="918783" y="927962"/>
                  </a:lnTo>
                  <a:lnTo>
                    <a:pt x="917365" y="925192"/>
                  </a:lnTo>
                  <a:lnTo>
                    <a:pt x="915938" y="922404"/>
                  </a:lnTo>
                  <a:lnTo>
                    <a:pt x="914400" y="919217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247777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248721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249665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2506091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251553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252497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253441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2543852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255329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256273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257217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258161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259105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2600493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260993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2619374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262881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263825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264769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265713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266657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267601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268545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269489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270433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271377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272321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273265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274209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275153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276097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277041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277985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2789298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279873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280817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281761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2827059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283649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284593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285538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286482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287426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2883700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289314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290258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291202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2921461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293090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2940342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294978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295922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296866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297810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298754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2996983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300642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3015864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302530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303474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304418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05362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06306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07250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08194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09138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10082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11026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11970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12914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13858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14802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15746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16690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17634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185788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19522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20466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21410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22354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23298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242429" y="2536757"/>
              <a:ext cx="923840" cy="914399"/>
            </a:xfrm>
            <a:custGeom>
              <a:avLst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12575"/>
                  </a:lnTo>
                  <a:lnTo>
                    <a:pt x="922485" y="91439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251870" y="2519187"/>
              <a:ext cx="923840" cy="930145"/>
            </a:xfrm>
            <a:custGeom>
              <a:avLst/>
              <a:pathLst>
                <a:path w="923840" h="93014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415"/>
                  </a:lnTo>
                  <a:lnTo>
                    <a:pt x="923422" y="918010"/>
                  </a:lnTo>
                  <a:lnTo>
                    <a:pt x="921627" y="920422"/>
                  </a:lnTo>
                  <a:lnTo>
                    <a:pt x="919844" y="922819"/>
                  </a:lnTo>
                  <a:lnTo>
                    <a:pt x="918061" y="925217"/>
                  </a:lnTo>
                  <a:lnTo>
                    <a:pt x="916278" y="927615"/>
                  </a:lnTo>
                  <a:lnTo>
                    <a:pt x="914497" y="930014"/>
                  </a:lnTo>
                  <a:lnTo>
                    <a:pt x="914400" y="930145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261310" y="2519187"/>
              <a:ext cx="916518" cy="917415"/>
            </a:xfrm>
            <a:custGeom>
              <a:avLst/>
              <a:pathLst>
                <a:path w="916518" h="917415">
                  <a:moveTo>
                    <a:pt x="914400" y="914400"/>
                  </a:moveTo>
                  <a:lnTo>
                    <a:pt x="916518" y="914400"/>
                  </a:lnTo>
                  <a:lnTo>
                    <a:pt x="914400" y="917415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2458890" y="2501618"/>
              <a:ext cx="914400" cy="914794"/>
            </a:xfrm>
            <a:custGeom>
              <a:avLst/>
              <a:pathLst>
                <a:path w="914400" h="914794">
                  <a:moveTo>
                    <a:pt x="914400" y="914400"/>
                  </a:moveTo>
                  <a:lnTo>
                    <a:pt x="914400" y="914794"/>
                  </a:lnTo>
                  <a:lnTo>
                    <a:pt x="914250" y="91440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245889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515" y="931969"/>
                  </a:lnTo>
                  <a:lnTo>
                    <a:pt x="920907" y="930710"/>
                  </a:lnTo>
                  <a:lnTo>
                    <a:pt x="916738" y="920972"/>
                  </a:lnTo>
                  <a:lnTo>
                    <a:pt x="914400" y="914794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246833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247777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248721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249665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2506091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251553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252497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253441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2543852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255329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256273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257217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0">
                <a:alpha val="100000"/>
              </a:srgbClr>
            </a:solidFill>
            <a:ln w="5420" cap="flat">
              <a:solidFill>
                <a:srgbClr val="21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258161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259105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2600493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260993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2619374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262881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263825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264769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0">
                <a:alpha val="100000"/>
              </a:srgbClr>
            </a:solidFill>
            <a:ln w="5420" cap="flat">
              <a:solidFill>
                <a:srgbClr val="21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265713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266657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267601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268545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269489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270433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271377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272321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273265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274209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275153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276097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277041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277985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2789298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279873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280817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281761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2827059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283649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284593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285538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286482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287426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2883700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289314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290258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291202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2921461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293090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2940342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294978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295922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296866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297810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298754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2996983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300642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3015864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302530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303474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304418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05362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06306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07250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08194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09138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10082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11026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11970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12914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13858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14802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15746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16690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17634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185788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19522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20466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21410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22354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23298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242429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25187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261310" y="251918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121"/>
                  </a:lnTo>
                  <a:lnTo>
                    <a:pt x="923728" y="903321"/>
                  </a:lnTo>
                  <a:lnTo>
                    <a:pt x="918964" y="910917"/>
                  </a:lnTo>
                  <a:lnTo>
                    <a:pt x="916518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270750" y="2501618"/>
              <a:ext cx="917929" cy="920691"/>
            </a:xfrm>
            <a:custGeom>
              <a:avLst/>
              <a:pathLst>
                <a:path w="917929" h="920691">
                  <a:moveTo>
                    <a:pt x="914400" y="914400"/>
                  </a:moveTo>
                  <a:lnTo>
                    <a:pt x="917929" y="914400"/>
                  </a:lnTo>
                  <a:lnTo>
                    <a:pt x="914400" y="920691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2458890" y="248404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250" y="931969"/>
                  </a:lnTo>
                  <a:lnTo>
                    <a:pt x="912885" y="928363"/>
                  </a:lnTo>
                  <a:lnTo>
                    <a:pt x="912048" y="926007"/>
                  </a:lnTo>
                  <a:lnTo>
                    <a:pt x="911216" y="923666"/>
                  </a:lnTo>
                  <a:lnTo>
                    <a:pt x="910384" y="921325"/>
                  </a:lnTo>
                  <a:lnTo>
                    <a:pt x="909551" y="918984"/>
                  </a:lnTo>
                  <a:lnTo>
                    <a:pt x="908718" y="916643"/>
                  </a:lnTo>
                  <a:lnTo>
                    <a:pt x="907920" y="914400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245889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246833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247777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248721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249665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2506091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251553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252497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253441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2543852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255329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256273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257217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258161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259105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2600493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260993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2619374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262881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263825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264769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265713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266657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267601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268545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269489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270433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271377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272321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273265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274209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275153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276097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277041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277985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2789298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279873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280817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281761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2827059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283649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284593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285538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286482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287426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2883700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289314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290258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291202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2921461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293090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2940342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294978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295922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296866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297810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298754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2996983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300642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3015864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302530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303474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304418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05362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06306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07250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08194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09138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10082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11026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11970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12914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13858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14802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15746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16690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17634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185788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19522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20466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21410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22354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23298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242429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25187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26131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270750" y="250161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42"/>
                  </a:lnTo>
                  <a:lnTo>
                    <a:pt x="923102" y="904286"/>
                  </a:lnTo>
                  <a:lnTo>
                    <a:pt x="918818" y="912815"/>
                  </a:lnTo>
                  <a:lnTo>
                    <a:pt x="917929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280190" y="2484048"/>
              <a:ext cx="917010" cy="920212"/>
            </a:xfrm>
            <a:custGeom>
              <a:avLst/>
              <a:pathLst>
                <a:path w="917010" h="920212">
                  <a:moveTo>
                    <a:pt x="914400" y="914400"/>
                  </a:moveTo>
                  <a:lnTo>
                    <a:pt x="917010" y="914400"/>
                  </a:lnTo>
                  <a:lnTo>
                    <a:pt x="914400" y="920212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2449449" y="2466478"/>
              <a:ext cx="914400" cy="926054"/>
            </a:xfrm>
            <a:custGeom>
              <a:avLst/>
              <a:pathLst>
                <a:path w="914400" h="926054">
                  <a:moveTo>
                    <a:pt x="914400" y="914399"/>
                  </a:moveTo>
                  <a:lnTo>
                    <a:pt x="914400" y="926054"/>
                  </a:lnTo>
                  <a:lnTo>
                    <a:pt x="913765" y="924932"/>
                  </a:lnTo>
                  <a:lnTo>
                    <a:pt x="909713" y="916980"/>
                  </a:lnTo>
                  <a:lnTo>
                    <a:pt x="908528" y="91439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244944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325" y="931872"/>
                  </a:lnTo>
                  <a:lnTo>
                    <a:pt x="916706" y="930132"/>
                  </a:lnTo>
                  <a:lnTo>
                    <a:pt x="914400" y="926054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245889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246833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247777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248721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249665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2506091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251553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252497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253441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2543852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255329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256273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257217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258161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259105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2600493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260993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2619374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262881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263825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264769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265713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266657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267601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268545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269489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270433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271377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272321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273265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274209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275153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276097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277041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277985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2789298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279873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280817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281761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2827059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283649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284593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285538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286482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287426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2883700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289314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290258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291202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2921461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293090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2940342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294978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295922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296866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297810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298754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2996983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300642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3015864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302530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303474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304418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05362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06306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07250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08194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09138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10082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11026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11970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12914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13858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14802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15746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16690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17634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185788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19522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20466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21410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22354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23298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242429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25187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26131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27075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280190" y="2484048"/>
              <a:ext cx="923826" cy="914400"/>
            </a:xfrm>
            <a:custGeom>
              <a:avLst/>
              <a:pathLst>
                <a:path w="92382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26" y="896830"/>
                  </a:lnTo>
                  <a:lnTo>
                    <a:pt x="921435" y="903539"/>
                  </a:lnTo>
                  <a:lnTo>
                    <a:pt x="917685" y="912898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2440009" y="2448908"/>
              <a:ext cx="914400" cy="923967"/>
            </a:xfrm>
            <a:custGeom>
              <a:avLst/>
              <a:pathLst>
                <a:path w="914400" h="923967">
                  <a:moveTo>
                    <a:pt x="914400" y="914400"/>
                  </a:moveTo>
                  <a:lnTo>
                    <a:pt x="914400" y="923967"/>
                  </a:lnTo>
                  <a:lnTo>
                    <a:pt x="911740" y="917524"/>
                  </a:lnTo>
                  <a:lnTo>
                    <a:pt x="910584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244000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968" y="931969"/>
                  </a:lnTo>
                  <a:lnTo>
                    <a:pt x="915328" y="926216"/>
                  </a:lnTo>
                  <a:lnTo>
                    <a:pt x="914400" y="923967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244944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245889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246833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247777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248721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249665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250609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251553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252497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253441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2543852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255329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256273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257217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258161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259105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2600493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260993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2619374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E9D52">
                <a:alpha val="100000"/>
              </a:srgbClr>
            </a:solidFill>
            <a:ln w="5420" cap="flat">
              <a:solidFill>
                <a:srgbClr val="2E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262881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D52">
                <a:alpha val="100000"/>
              </a:srgbClr>
            </a:solidFill>
            <a:ln w="5420" cap="flat">
              <a:solidFill>
                <a:srgbClr val="2E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263825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264769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265713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266657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267601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268545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269489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270433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271377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272321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273265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274209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275153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276097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277041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277985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2789298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279873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280817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281761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2827059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283649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284593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285538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286482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287426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2883700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289314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290258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291202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292146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293090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2940342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294978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295922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296866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297810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298754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2996983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300642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3015864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302530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303474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304418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05362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06306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07250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08194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09138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10082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11026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11970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12914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13858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14802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15746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16690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17634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185788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19522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20466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21410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22354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23298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242429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25187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26131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27075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280190" y="2466478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26" y="91439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289631" y="2448908"/>
              <a:ext cx="919955" cy="931930"/>
            </a:xfrm>
            <a:custGeom>
              <a:avLst/>
              <a:pathLst>
                <a:path w="919955" h="931930">
                  <a:moveTo>
                    <a:pt x="914400" y="914400"/>
                  </a:moveTo>
                  <a:lnTo>
                    <a:pt x="919955" y="914400"/>
                  </a:lnTo>
                  <a:lnTo>
                    <a:pt x="919530" y="915838"/>
                  </a:lnTo>
                  <a:lnTo>
                    <a:pt x="918633" y="918875"/>
                  </a:lnTo>
                  <a:lnTo>
                    <a:pt x="915462" y="928948"/>
                  </a:lnTo>
                  <a:lnTo>
                    <a:pt x="914400" y="931930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2430569" y="2431338"/>
              <a:ext cx="914400" cy="915506"/>
            </a:xfrm>
            <a:custGeom>
              <a:avLst/>
              <a:pathLst>
                <a:path w="914400" h="915506">
                  <a:moveTo>
                    <a:pt x="914400" y="914400"/>
                  </a:moveTo>
                  <a:lnTo>
                    <a:pt x="914400" y="915506"/>
                  </a:lnTo>
                  <a:lnTo>
                    <a:pt x="914076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243056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25" y="931969"/>
                  </a:lnTo>
                  <a:lnTo>
                    <a:pt x="917841" y="926066"/>
                  </a:lnTo>
                  <a:lnTo>
                    <a:pt x="914757" y="916728"/>
                  </a:lnTo>
                  <a:lnTo>
                    <a:pt x="914400" y="915506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244000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244944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245889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246833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247777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248721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249665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250609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251553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252497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253441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2543852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255329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256273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257217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258161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259105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2600493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260993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2619374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262881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263825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264769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265713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266657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267601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268545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269489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270433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271377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2732656" y="2448908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00" y="896830"/>
                  </a:lnTo>
                  <a:lnTo>
                    <a:pt x="909298" y="899301"/>
                  </a:lnTo>
                  <a:lnTo>
                    <a:pt x="909534" y="899227"/>
                  </a:lnTo>
                  <a:lnTo>
                    <a:pt x="909894" y="899114"/>
                  </a:lnTo>
                  <a:lnTo>
                    <a:pt x="910254" y="899001"/>
                  </a:lnTo>
                  <a:lnTo>
                    <a:pt x="910614" y="898887"/>
                  </a:lnTo>
                  <a:lnTo>
                    <a:pt x="910974" y="898774"/>
                  </a:lnTo>
                  <a:lnTo>
                    <a:pt x="911334" y="898661"/>
                  </a:lnTo>
                  <a:lnTo>
                    <a:pt x="911693" y="898548"/>
                  </a:lnTo>
                  <a:lnTo>
                    <a:pt x="912053" y="898435"/>
                  </a:lnTo>
                  <a:lnTo>
                    <a:pt x="912413" y="898322"/>
                  </a:lnTo>
                  <a:lnTo>
                    <a:pt x="912773" y="898209"/>
                  </a:lnTo>
                  <a:lnTo>
                    <a:pt x="913133" y="898096"/>
                  </a:lnTo>
                  <a:lnTo>
                    <a:pt x="913493" y="897983"/>
                  </a:lnTo>
                  <a:lnTo>
                    <a:pt x="913853" y="897870"/>
                  </a:lnTo>
                  <a:lnTo>
                    <a:pt x="914213" y="897757"/>
                  </a:lnTo>
                  <a:lnTo>
                    <a:pt x="914399" y="89769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2742097" y="243133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268"/>
                  </a:lnTo>
                  <a:lnTo>
                    <a:pt x="905132" y="915214"/>
                  </a:lnTo>
                  <a:lnTo>
                    <a:pt x="905492" y="915101"/>
                  </a:lnTo>
                  <a:lnTo>
                    <a:pt x="905852" y="914988"/>
                  </a:lnTo>
                  <a:lnTo>
                    <a:pt x="906212" y="914875"/>
                  </a:lnTo>
                  <a:lnTo>
                    <a:pt x="906572" y="914762"/>
                  </a:lnTo>
                  <a:lnTo>
                    <a:pt x="906932" y="914650"/>
                  </a:lnTo>
                  <a:lnTo>
                    <a:pt x="907292" y="914537"/>
                  </a:lnTo>
                  <a:lnTo>
                    <a:pt x="907729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274209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275153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276097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277041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277985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2789298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279873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280817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281761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2827059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283649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284593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285538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286482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287426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2883700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289314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290258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291202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292146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293090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2940342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294978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295922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296866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297810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298754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2996983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300642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3015864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302530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303474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304418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05362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06306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07250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08194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09138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10082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11026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11970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12914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13858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14802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15746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16690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17634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185788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19522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20466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21410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22354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23298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242429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25187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26131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27075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28019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289631" y="244890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60"/>
                  </a:lnTo>
                  <a:lnTo>
                    <a:pt x="923099" y="903762"/>
                  </a:lnTo>
                  <a:lnTo>
                    <a:pt x="922207" y="906781"/>
                  </a:lnTo>
                  <a:lnTo>
                    <a:pt x="921314" y="909800"/>
                  </a:lnTo>
                  <a:lnTo>
                    <a:pt x="920422" y="912819"/>
                  </a:lnTo>
                  <a:lnTo>
                    <a:pt x="919955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299071" y="2431338"/>
              <a:ext cx="915711" cy="918830"/>
            </a:xfrm>
            <a:custGeom>
              <a:avLst/>
              <a:pathLst>
                <a:path w="915711" h="918830">
                  <a:moveTo>
                    <a:pt x="914400" y="914400"/>
                  </a:moveTo>
                  <a:lnTo>
                    <a:pt x="915711" y="914400"/>
                  </a:lnTo>
                  <a:lnTo>
                    <a:pt x="915446" y="915294"/>
                  </a:lnTo>
                  <a:lnTo>
                    <a:pt x="914553" y="918313"/>
                  </a:lnTo>
                  <a:lnTo>
                    <a:pt x="914400" y="91883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2430569" y="241376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076" y="931969"/>
                  </a:lnTo>
                  <a:lnTo>
                    <a:pt x="911939" y="924674"/>
                  </a:lnTo>
                  <a:lnTo>
                    <a:pt x="909393" y="914791"/>
                  </a:lnTo>
                  <a:lnTo>
                    <a:pt x="909306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243056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244000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244944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245889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246833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247777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248721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249665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250609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251553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252497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253441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2543852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255329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256273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257217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258161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259105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2600493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260993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2619374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262881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263825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264769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265713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266657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267601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268545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269489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270433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2723216" y="243133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66" y="896830"/>
                  </a:lnTo>
                  <a:lnTo>
                    <a:pt x="913433" y="897055"/>
                  </a:lnTo>
                  <a:lnTo>
                    <a:pt x="913528" y="897377"/>
                  </a:lnTo>
                  <a:lnTo>
                    <a:pt x="913623" y="897699"/>
                  </a:lnTo>
                  <a:lnTo>
                    <a:pt x="913718" y="898021"/>
                  </a:lnTo>
                  <a:lnTo>
                    <a:pt x="913814" y="898342"/>
                  </a:lnTo>
                  <a:lnTo>
                    <a:pt x="913909" y="898664"/>
                  </a:lnTo>
                  <a:lnTo>
                    <a:pt x="914004" y="898986"/>
                  </a:lnTo>
                  <a:lnTo>
                    <a:pt x="914099" y="899308"/>
                  </a:lnTo>
                  <a:lnTo>
                    <a:pt x="914194" y="899630"/>
                  </a:lnTo>
                  <a:lnTo>
                    <a:pt x="914290" y="899951"/>
                  </a:lnTo>
                  <a:lnTo>
                    <a:pt x="914400" y="90034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2723216" y="2431338"/>
              <a:ext cx="918140" cy="914400"/>
            </a:xfrm>
            <a:custGeom>
              <a:avLst/>
              <a:pathLst>
                <a:path w="918140" h="914400">
                  <a:moveTo>
                    <a:pt x="914400" y="914400"/>
                  </a:moveTo>
                  <a:lnTo>
                    <a:pt x="914400" y="900348"/>
                  </a:lnTo>
                  <a:lnTo>
                    <a:pt x="917069" y="909970"/>
                  </a:lnTo>
                  <a:lnTo>
                    <a:pt x="918140" y="914400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2742097" y="243133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729" y="914400"/>
                  </a:lnTo>
                  <a:lnTo>
                    <a:pt x="908012" y="914311"/>
                  </a:lnTo>
                  <a:lnTo>
                    <a:pt x="908372" y="914198"/>
                  </a:lnTo>
                  <a:lnTo>
                    <a:pt x="908732" y="914085"/>
                  </a:lnTo>
                  <a:lnTo>
                    <a:pt x="909092" y="913972"/>
                  </a:lnTo>
                  <a:lnTo>
                    <a:pt x="909452" y="913860"/>
                  </a:lnTo>
                  <a:lnTo>
                    <a:pt x="909812" y="913747"/>
                  </a:lnTo>
                  <a:lnTo>
                    <a:pt x="910172" y="913634"/>
                  </a:lnTo>
                  <a:lnTo>
                    <a:pt x="910532" y="913521"/>
                  </a:lnTo>
                  <a:lnTo>
                    <a:pt x="910892" y="913408"/>
                  </a:lnTo>
                  <a:lnTo>
                    <a:pt x="911252" y="913296"/>
                  </a:lnTo>
                  <a:lnTo>
                    <a:pt x="911612" y="913183"/>
                  </a:lnTo>
                  <a:lnTo>
                    <a:pt x="911972" y="913070"/>
                  </a:lnTo>
                  <a:lnTo>
                    <a:pt x="912332" y="912957"/>
                  </a:lnTo>
                  <a:lnTo>
                    <a:pt x="912692" y="912845"/>
                  </a:lnTo>
                  <a:lnTo>
                    <a:pt x="913052" y="912732"/>
                  </a:lnTo>
                  <a:lnTo>
                    <a:pt x="913412" y="912619"/>
                  </a:lnTo>
                  <a:lnTo>
                    <a:pt x="913772" y="912506"/>
                  </a:lnTo>
                  <a:lnTo>
                    <a:pt x="914132" y="912394"/>
                  </a:lnTo>
                  <a:lnTo>
                    <a:pt x="914400" y="91231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2751537" y="243133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52" y="912281"/>
                  </a:lnTo>
                  <a:lnTo>
                    <a:pt x="905412" y="912168"/>
                  </a:lnTo>
                  <a:lnTo>
                    <a:pt x="905772" y="912056"/>
                  </a:lnTo>
                  <a:lnTo>
                    <a:pt x="906132" y="911943"/>
                  </a:lnTo>
                  <a:lnTo>
                    <a:pt x="906492" y="911830"/>
                  </a:lnTo>
                  <a:lnTo>
                    <a:pt x="906852" y="911718"/>
                  </a:lnTo>
                  <a:lnTo>
                    <a:pt x="907212" y="911605"/>
                  </a:lnTo>
                  <a:lnTo>
                    <a:pt x="907572" y="911493"/>
                  </a:lnTo>
                  <a:lnTo>
                    <a:pt x="907932" y="911380"/>
                  </a:lnTo>
                  <a:lnTo>
                    <a:pt x="908292" y="911267"/>
                  </a:lnTo>
                  <a:lnTo>
                    <a:pt x="908653" y="911155"/>
                  </a:lnTo>
                  <a:lnTo>
                    <a:pt x="909013" y="911042"/>
                  </a:lnTo>
                  <a:lnTo>
                    <a:pt x="909373" y="910930"/>
                  </a:lnTo>
                  <a:lnTo>
                    <a:pt x="909733" y="910817"/>
                  </a:lnTo>
                  <a:lnTo>
                    <a:pt x="910093" y="910705"/>
                  </a:lnTo>
                  <a:lnTo>
                    <a:pt x="910453" y="910592"/>
                  </a:lnTo>
                  <a:lnTo>
                    <a:pt x="910813" y="910480"/>
                  </a:lnTo>
                  <a:lnTo>
                    <a:pt x="911174" y="910367"/>
                  </a:lnTo>
                  <a:lnTo>
                    <a:pt x="911534" y="910255"/>
                  </a:lnTo>
                  <a:lnTo>
                    <a:pt x="911894" y="910142"/>
                  </a:lnTo>
                  <a:lnTo>
                    <a:pt x="912254" y="910030"/>
                  </a:lnTo>
                  <a:lnTo>
                    <a:pt x="912614" y="909917"/>
                  </a:lnTo>
                  <a:lnTo>
                    <a:pt x="912847" y="909844"/>
                  </a:lnTo>
                  <a:lnTo>
                    <a:pt x="913925" y="903451"/>
                  </a:lnTo>
                  <a:lnTo>
                    <a:pt x="914400" y="90109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2760977" y="241376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660"/>
                  </a:lnTo>
                  <a:lnTo>
                    <a:pt x="905815" y="914400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276097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277041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277985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2789298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279873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280817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281761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2827059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283649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284593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285538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286482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287426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2883700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289314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290258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291202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292146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293090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2940342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294978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295922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296866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297810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298754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2996983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300642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3015864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302530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303474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304418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05362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06306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07250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08194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09138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10082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11026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11970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12914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13858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14802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15746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16690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17634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185788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19522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20466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21410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22354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23298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242429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25187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26131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27075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28019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28963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299071" y="2431338"/>
              <a:ext cx="920922" cy="914400"/>
            </a:xfrm>
            <a:custGeom>
              <a:avLst/>
              <a:pathLst>
                <a:path w="92092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22" y="896830"/>
                  </a:lnTo>
                  <a:lnTo>
                    <a:pt x="920817" y="897184"/>
                  </a:lnTo>
                  <a:lnTo>
                    <a:pt x="919921" y="900202"/>
                  </a:lnTo>
                  <a:lnTo>
                    <a:pt x="919025" y="903220"/>
                  </a:lnTo>
                  <a:lnTo>
                    <a:pt x="918130" y="906239"/>
                  </a:lnTo>
                  <a:lnTo>
                    <a:pt x="917235" y="909257"/>
                  </a:lnTo>
                  <a:lnTo>
                    <a:pt x="916340" y="912276"/>
                  </a:lnTo>
                  <a:lnTo>
                    <a:pt x="915711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2430569" y="239619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306" y="931969"/>
                  </a:lnTo>
                  <a:lnTo>
                    <a:pt x="907127" y="922244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243056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244000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244944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245889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246833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247777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248721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249665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250609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251553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252497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253441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2543852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255329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256273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257217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258161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259105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2600493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260993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2619374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262881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263825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264769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265713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266657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267601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268545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269489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270433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2713776" y="2413769"/>
              <a:ext cx="922806" cy="914400"/>
            </a:xfrm>
            <a:custGeom>
              <a:avLst/>
              <a:pathLst>
                <a:path w="922806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630" y="896932"/>
                  </a:lnTo>
                  <a:lnTo>
                    <a:pt x="917724" y="897250"/>
                  </a:lnTo>
                  <a:lnTo>
                    <a:pt x="917819" y="897572"/>
                  </a:lnTo>
                  <a:lnTo>
                    <a:pt x="917915" y="897894"/>
                  </a:lnTo>
                  <a:lnTo>
                    <a:pt x="918010" y="898215"/>
                  </a:lnTo>
                  <a:lnTo>
                    <a:pt x="918106" y="898537"/>
                  </a:lnTo>
                  <a:lnTo>
                    <a:pt x="918201" y="898859"/>
                  </a:lnTo>
                  <a:lnTo>
                    <a:pt x="918297" y="899181"/>
                  </a:lnTo>
                  <a:lnTo>
                    <a:pt x="918392" y="899502"/>
                  </a:lnTo>
                  <a:lnTo>
                    <a:pt x="918488" y="899824"/>
                  </a:lnTo>
                  <a:lnTo>
                    <a:pt x="918583" y="900146"/>
                  </a:lnTo>
                  <a:lnTo>
                    <a:pt x="918679" y="900468"/>
                  </a:lnTo>
                  <a:lnTo>
                    <a:pt x="918774" y="900789"/>
                  </a:lnTo>
                  <a:lnTo>
                    <a:pt x="918869" y="901111"/>
                  </a:lnTo>
                  <a:lnTo>
                    <a:pt x="918965" y="901433"/>
                  </a:lnTo>
                  <a:lnTo>
                    <a:pt x="919060" y="901755"/>
                  </a:lnTo>
                  <a:lnTo>
                    <a:pt x="919156" y="902076"/>
                  </a:lnTo>
                  <a:lnTo>
                    <a:pt x="919251" y="902398"/>
                  </a:lnTo>
                  <a:lnTo>
                    <a:pt x="919346" y="902720"/>
                  </a:lnTo>
                  <a:lnTo>
                    <a:pt x="919442" y="903042"/>
                  </a:lnTo>
                  <a:lnTo>
                    <a:pt x="919537" y="903363"/>
                  </a:lnTo>
                  <a:lnTo>
                    <a:pt x="919633" y="903685"/>
                  </a:lnTo>
                  <a:lnTo>
                    <a:pt x="919728" y="904007"/>
                  </a:lnTo>
                  <a:lnTo>
                    <a:pt x="919823" y="904329"/>
                  </a:lnTo>
                  <a:lnTo>
                    <a:pt x="919919" y="904650"/>
                  </a:lnTo>
                  <a:lnTo>
                    <a:pt x="920014" y="904972"/>
                  </a:lnTo>
                  <a:lnTo>
                    <a:pt x="920109" y="905294"/>
                  </a:lnTo>
                  <a:lnTo>
                    <a:pt x="920205" y="905616"/>
                  </a:lnTo>
                  <a:lnTo>
                    <a:pt x="920300" y="905938"/>
                  </a:lnTo>
                  <a:lnTo>
                    <a:pt x="920395" y="906259"/>
                  </a:lnTo>
                  <a:lnTo>
                    <a:pt x="920491" y="906581"/>
                  </a:lnTo>
                  <a:lnTo>
                    <a:pt x="920586" y="906903"/>
                  </a:lnTo>
                  <a:lnTo>
                    <a:pt x="920681" y="907225"/>
                  </a:lnTo>
                  <a:lnTo>
                    <a:pt x="920777" y="907546"/>
                  </a:lnTo>
                  <a:lnTo>
                    <a:pt x="920872" y="907868"/>
                  </a:lnTo>
                  <a:lnTo>
                    <a:pt x="920967" y="908190"/>
                  </a:lnTo>
                  <a:lnTo>
                    <a:pt x="921063" y="908512"/>
                  </a:lnTo>
                  <a:lnTo>
                    <a:pt x="921158" y="908833"/>
                  </a:lnTo>
                  <a:lnTo>
                    <a:pt x="921253" y="909155"/>
                  </a:lnTo>
                  <a:lnTo>
                    <a:pt x="921349" y="909477"/>
                  </a:lnTo>
                  <a:lnTo>
                    <a:pt x="921444" y="909799"/>
                  </a:lnTo>
                  <a:lnTo>
                    <a:pt x="921539" y="910120"/>
                  </a:lnTo>
                  <a:lnTo>
                    <a:pt x="921635" y="910442"/>
                  </a:lnTo>
                  <a:lnTo>
                    <a:pt x="921730" y="910764"/>
                  </a:lnTo>
                  <a:lnTo>
                    <a:pt x="921825" y="911086"/>
                  </a:lnTo>
                  <a:lnTo>
                    <a:pt x="921920" y="911407"/>
                  </a:lnTo>
                  <a:lnTo>
                    <a:pt x="922016" y="911729"/>
                  </a:lnTo>
                  <a:lnTo>
                    <a:pt x="922111" y="912051"/>
                  </a:lnTo>
                  <a:lnTo>
                    <a:pt x="922206" y="912373"/>
                  </a:lnTo>
                  <a:lnTo>
                    <a:pt x="922301" y="912695"/>
                  </a:lnTo>
                  <a:lnTo>
                    <a:pt x="922397" y="913016"/>
                  </a:lnTo>
                  <a:lnTo>
                    <a:pt x="922492" y="913338"/>
                  </a:lnTo>
                  <a:lnTo>
                    <a:pt x="922587" y="913660"/>
                  </a:lnTo>
                  <a:lnTo>
                    <a:pt x="922682" y="913982"/>
                  </a:lnTo>
                  <a:lnTo>
                    <a:pt x="922806" y="914400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2760977" y="239619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815" y="931969"/>
                  </a:lnTo>
                  <a:lnTo>
                    <a:pt x="906608" y="928019"/>
                  </a:lnTo>
                  <a:lnTo>
                    <a:pt x="909032" y="917675"/>
                  </a:lnTo>
                  <a:lnTo>
                    <a:pt x="909914" y="91440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276097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277041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277985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2789298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279873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280817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281761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2827059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283649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284593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285538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286482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287426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2883700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289314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290258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291202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292146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293090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2940342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294978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295922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296866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297810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298754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2996983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300642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3015864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302530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303474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304418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05362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06306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07250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08194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09138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10082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11026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11970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12914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13858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14802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15746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16690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17634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185788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19522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20466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21410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22354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23298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242429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25187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26131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27075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28019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28963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299071" y="241376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584"/>
                  </a:lnTo>
                  <a:lnTo>
                    <a:pt x="923508" y="905700"/>
                  </a:lnTo>
                  <a:lnTo>
                    <a:pt x="922610" y="908718"/>
                  </a:lnTo>
                  <a:lnTo>
                    <a:pt x="921713" y="911736"/>
                  </a:lnTo>
                  <a:lnTo>
                    <a:pt x="920922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308511" y="2396199"/>
              <a:ext cx="916707" cy="922154"/>
            </a:xfrm>
            <a:custGeom>
              <a:avLst/>
              <a:pathLst>
                <a:path w="916707" h="922154">
                  <a:moveTo>
                    <a:pt x="914400" y="914400"/>
                  </a:moveTo>
                  <a:lnTo>
                    <a:pt x="916707" y="914400"/>
                  </a:lnTo>
                  <a:lnTo>
                    <a:pt x="915863" y="917234"/>
                  </a:lnTo>
                  <a:lnTo>
                    <a:pt x="914965" y="920252"/>
                  </a:lnTo>
                  <a:lnTo>
                    <a:pt x="914400" y="922154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2421129" y="2378629"/>
              <a:ext cx="914399" cy="928331"/>
            </a:xfrm>
            <a:custGeom>
              <a:avLst/>
              <a:pathLst>
                <a:path w="914399" h="928331">
                  <a:moveTo>
                    <a:pt x="914399" y="914400"/>
                  </a:moveTo>
                  <a:lnTo>
                    <a:pt x="914399" y="928331"/>
                  </a:lnTo>
                  <a:lnTo>
                    <a:pt x="912896" y="918993"/>
                  </a:lnTo>
                  <a:lnTo>
                    <a:pt x="912295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2421129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62" y="931969"/>
                  </a:lnTo>
                  <a:lnTo>
                    <a:pt x="914586" y="929492"/>
                  </a:lnTo>
                  <a:lnTo>
                    <a:pt x="914399" y="928331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243056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244000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244944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245889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246833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247777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248721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249665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250609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251553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252497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253441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2543852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255329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256273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257217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258161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259105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2600493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260993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2619374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262881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263825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264769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265713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266657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267601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268545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269489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2713776" y="2396199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752" y="896830"/>
                  </a:lnTo>
                  <a:lnTo>
                    <a:pt x="914399" y="904355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2713776" y="2396199"/>
              <a:ext cx="917597" cy="914400"/>
            </a:xfrm>
            <a:custGeom>
              <a:avLst/>
              <a:pathLst>
                <a:path w="917597" h="914400">
                  <a:moveTo>
                    <a:pt x="914399" y="914400"/>
                  </a:moveTo>
                  <a:lnTo>
                    <a:pt x="914399" y="904355"/>
                  </a:lnTo>
                  <a:lnTo>
                    <a:pt x="914764" y="905393"/>
                  </a:lnTo>
                  <a:lnTo>
                    <a:pt x="917597" y="914400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2760977" y="23961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914" y="914400"/>
                  </a:lnTo>
                  <a:lnTo>
                    <a:pt x="911750" y="907587"/>
                  </a:lnTo>
                  <a:lnTo>
                    <a:pt x="914400" y="89894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2770417" y="237862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10"/>
                  </a:lnTo>
                  <a:lnTo>
                    <a:pt x="905313" y="915354"/>
                  </a:lnTo>
                  <a:lnTo>
                    <a:pt x="905643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277041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277985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2789298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279873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280817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281761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2827059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283649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284593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285538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286482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287426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7">
                <a:alpha val="100000"/>
              </a:srgbClr>
            </a:solidFill>
            <a:ln w="5420" cap="flat">
              <a:solidFill>
                <a:srgbClr val="FFFB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2883700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289314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290258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291202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292146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293090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2940342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294978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295922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296866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297810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298754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2996983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300642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3015864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302530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303474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304418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053625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06306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072505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08194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09138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10082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11026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11970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12914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13858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14802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15746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16690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17634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185788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19522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20466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21410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22354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23298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242429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25187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26131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27075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28019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28963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29907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308511" y="2396199"/>
              <a:ext cx="921947" cy="914400"/>
            </a:xfrm>
            <a:custGeom>
              <a:avLst/>
              <a:pathLst>
                <a:path w="9219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947" y="896830"/>
                  </a:lnTo>
                  <a:lnTo>
                    <a:pt x="921261" y="899129"/>
                  </a:lnTo>
                  <a:lnTo>
                    <a:pt x="920360" y="902147"/>
                  </a:lnTo>
                  <a:lnTo>
                    <a:pt x="919460" y="905164"/>
                  </a:lnTo>
                  <a:lnTo>
                    <a:pt x="918560" y="908181"/>
                  </a:lnTo>
                  <a:lnTo>
                    <a:pt x="917661" y="911199"/>
                  </a:lnTo>
                  <a:lnTo>
                    <a:pt x="916762" y="914216"/>
                  </a:lnTo>
                  <a:lnTo>
                    <a:pt x="916707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2421129" y="2361059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2295" y="931969"/>
                  </a:lnTo>
                  <a:lnTo>
                    <a:pt x="911502" y="925914"/>
                  </a:lnTo>
                  <a:lnTo>
                    <a:pt x="910407" y="915144"/>
                  </a:lnTo>
                  <a:lnTo>
                    <a:pt x="910352" y="91439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2421129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243056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244000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244944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245889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246833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247777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248721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249665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250609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251553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252497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253441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2543852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255329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256273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257217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258161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259105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2600493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260993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2619374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262881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263825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264769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265713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266657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267601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268545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269489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2704336" y="2378629"/>
              <a:ext cx="921192" cy="914400"/>
            </a:xfrm>
            <a:custGeom>
              <a:avLst/>
              <a:pathLst>
                <a:path w="92119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576" y="896830"/>
                  </a:lnTo>
                  <a:lnTo>
                    <a:pt x="919316" y="897639"/>
                  </a:lnTo>
                  <a:lnTo>
                    <a:pt x="917038" y="903945"/>
                  </a:lnTo>
                  <a:lnTo>
                    <a:pt x="917758" y="905600"/>
                  </a:lnTo>
                  <a:lnTo>
                    <a:pt x="921098" y="914131"/>
                  </a:lnTo>
                  <a:lnTo>
                    <a:pt x="921192" y="914400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2770417" y="236105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643" y="931969"/>
                  </a:lnTo>
                  <a:lnTo>
                    <a:pt x="908595" y="923434"/>
                  </a:lnTo>
                  <a:lnTo>
                    <a:pt x="912100" y="91439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277041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277985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2789298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279873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280817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281761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2827059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283649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284593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285538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286482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287426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2883700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289314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290258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291202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292146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293090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2940342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294978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295922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296866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297810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298754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2996983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300642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3015864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302530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303474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304418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053625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06306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072505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08194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09138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10082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11026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11970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12914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13858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14802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15746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16690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17634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185788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19522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20466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21410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22354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23298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242429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25187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26131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27075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28019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28963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29907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308511" y="237862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66"/>
                  </a:lnTo>
                  <a:lnTo>
                    <a:pt x="923063" y="910665"/>
                  </a:lnTo>
                  <a:lnTo>
                    <a:pt x="922162" y="913682"/>
                  </a:lnTo>
                  <a:lnTo>
                    <a:pt x="921947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317951" y="2361059"/>
              <a:ext cx="919260" cy="925636"/>
            </a:xfrm>
            <a:custGeom>
              <a:avLst/>
              <a:pathLst>
                <a:path w="919260" h="925636">
                  <a:moveTo>
                    <a:pt x="914400" y="914399"/>
                  </a:moveTo>
                  <a:lnTo>
                    <a:pt x="919260" y="914399"/>
                  </a:lnTo>
                  <a:lnTo>
                    <a:pt x="917798" y="916856"/>
                  </a:lnTo>
                  <a:lnTo>
                    <a:pt x="916910" y="918349"/>
                  </a:lnTo>
                  <a:lnTo>
                    <a:pt x="916685" y="918916"/>
                  </a:lnTo>
                  <a:lnTo>
                    <a:pt x="915919" y="920848"/>
                  </a:lnTo>
                  <a:lnTo>
                    <a:pt x="915563" y="921747"/>
                  </a:lnTo>
                  <a:lnTo>
                    <a:pt x="915427" y="922201"/>
                  </a:lnTo>
                  <a:lnTo>
                    <a:pt x="914525" y="925218"/>
                  </a:lnTo>
                  <a:lnTo>
                    <a:pt x="914400" y="925636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2421129" y="2343490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0352" y="931969"/>
                  </a:lnTo>
                  <a:lnTo>
                    <a:pt x="909614" y="921854"/>
                  </a:lnTo>
                  <a:lnTo>
                    <a:pt x="909280" y="91439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2421129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243056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244000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244944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245889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246833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247777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248721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249665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250609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251553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252497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253441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2543852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255329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256273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257217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258161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259105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2600493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260993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2619374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262881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263825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264769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265713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266657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267601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268545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269489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2704336" y="236105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0536"/>
                  </a:lnTo>
                  <a:lnTo>
                    <a:pt x="922401" y="905608"/>
                  </a:lnTo>
                  <a:lnTo>
                    <a:pt x="919576" y="91439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2713776" y="2343490"/>
              <a:ext cx="915451" cy="918106"/>
            </a:xfrm>
            <a:custGeom>
              <a:avLst/>
              <a:pathLst>
                <a:path w="915451" h="918106">
                  <a:moveTo>
                    <a:pt x="914399" y="914399"/>
                  </a:moveTo>
                  <a:lnTo>
                    <a:pt x="915451" y="914399"/>
                  </a:lnTo>
                  <a:lnTo>
                    <a:pt x="914399" y="918106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2770417" y="236105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44" y="914284"/>
                  </a:lnTo>
                  <a:lnTo>
                    <a:pt x="914400" y="909082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2779858" y="2343490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652"/>
                  </a:lnTo>
                  <a:lnTo>
                    <a:pt x="906512" y="923071"/>
                  </a:lnTo>
                  <a:lnTo>
                    <a:pt x="906650" y="922769"/>
                  </a:lnTo>
                  <a:lnTo>
                    <a:pt x="906790" y="922464"/>
                  </a:lnTo>
                  <a:lnTo>
                    <a:pt x="906930" y="922158"/>
                  </a:lnTo>
                  <a:lnTo>
                    <a:pt x="907069" y="921853"/>
                  </a:lnTo>
                  <a:lnTo>
                    <a:pt x="907209" y="921547"/>
                  </a:lnTo>
                  <a:lnTo>
                    <a:pt x="907349" y="921242"/>
                  </a:lnTo>
                  <a:lnTo>
                    <a:pt x="907489" y="920936"/>
                  </a:lnTo>
                  <a:lnTo>
                    <a:pt x="907629" y="920631"/>
                  </a:lnTo>
                  <a:lnTo>
                    <a:pt x="907769" y="920325"/>
                  </a:lnTo>
                  <a:lnTo>
                    <a:pt x="907909" y="920020"/>
                  </a:lnTo>
                  <a:lnTo>
                    <a:pt x="908049" y="919714"/>
                  </a:lnTo>
                  <a:lnTo>
                    <a:pt x="908189" y="919408"/>
                  </a:lnTo>
                  <a:lnTo>
                    <a:pt x="908329" y="919103"/>
                  </a:lnTo>
                  <a:lnTo>
                    <a:pt x="908469" y="918797"/>
                  </a:lnTo>
                  <a:lnTo>
                    <a:pt x="908609" y="918492"/>
                  </a:lnTo>
                  <a:lnTo>
                    <a:pt x="908749" y="918186"/>
                  </a:lnTo>
                  <a:lnTo>
                    <a:pt x="908889" y="917881"/>
                  </a:lnTo>
                  <a:lnTo>
                    <a:pt x="909029" y="917575"/>
                  </a:lnTo>
                  <a:lnTo>
                    <a:pt x="909169" y="917270"/>
                  </a:lnTo>
                  <a:lnTo>
                    <a:pt x="909309" y="916964"/>
                  </a:lnTo>
                  <a:lnTo>
                    <a:pt x="909449" y="916659"/>
                  </a:lnTo>
                  <a:lnTo>
                    <a:pt x="909589" y="916353"/>
                  </a:lnTo>
                  <a:lnTo>
                    <a:pt x="909729" y="916048"/>
                  </a:lnTo>
                  <a:lnTo>
                    <a:pt x="909869" y="915742"/>
                  </a:lnTo>
                  <a:lnTo>
                    <a:pt x="910009" y="915437"/>
                  </a:lnTo>
                  <a:lnTo>
                    <a:pt x="910149" y="915131"/>
                  </a:lnTo>
                  <a:lnTo>
                    <a:pt x="910289" y="914826"/>
                  </a:lnTo>
                  <a:lnTo>
                    <a:pt x="910484" y="91439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277985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2789298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279873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280817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281761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2827059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283649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284593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85538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286482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287426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2883700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289314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290258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291202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292146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293090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940342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94978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95922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96866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297810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298754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2996983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300642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3015864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302530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303474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304418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053625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06306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072505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08194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09138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10082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11026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11970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12914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13858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14802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5746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6690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7634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85788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9522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20466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21410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22354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23298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242429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25187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6131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7075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28019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28963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29907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30851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317951" y="236105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711"/>
                  </a:lnTo>
                  <a:lnTo>
                    <a:pt x="922419" y="909095"/>
                  </a:lnTo>
                  <a:lnTo>
                    <a:pt x="920878" y="911682"/>
                  </a:lnTo>
                  <a:lnTo>
                    <a:pt x="919337" y="914269"/>
                  </a:lnTo>
                  <a:lnTo>
                    <a:pt x="919260" y="91439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327392" y="2343490"/>
              <a:ext cx="920295" cy="924281"/>
            </a:xfrm>
            <a:custGeom>
              <a:avLst/>
              <a:pathLst>
                <a:path w="920295" h="924281">
                  <a:moveTo>
                    <a:pt x="914400" y="914399"/>
                  </a:moveTo>
                  <a:lnTo>
                    <a:pt x="920295" y="914399"/>
                  </a:lnTo>
                  <a:lnTo>
                    <a:pt x="919149" y="916320"/>
                  </a:lnTo>
                  <a:lnTo>
                    <a:pt x="917605" y="918906"/>
                  </a:lnTo>
                  <a:lnTo>
                    <a:pt x="916062" y="921492"/>
                  </a:lnTo>
                  <a:lnTo>
                    <a:pt x="914520" y="924078"/>
                  </a:lnTo>
                  <a:lnTo>
                    <a:pt x="914400" y="924281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421129" y="232592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280" y="931969"/>
                  </a:lnTo>
                  <a:lnTo>
                    <a:pt x="909125" y="928501"/>
                  </a:lnTo>
                  <a:lnTo>
                    <a:pt x="908942" y="917545"/>
                  </a:lnTo>
                  <a:lnTo>
                    <a:pt x="908977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421129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243056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244000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244944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245889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246833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247777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248721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249665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250609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251553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252497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253441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2543852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255329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256273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257217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258161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259105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2600493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260993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2619374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262881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263825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264769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265713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266657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267601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268545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269489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270433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2713776" y="2343490"/>
              <a:ext cx="919639" cy="914399"/>
            </a:xfrm>
            <a:custGeom>
              <a:avLst/>
              <a:pathLst>
                <a:path w="919639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19639" y="896830"/>
                  </a:lnTo>
                  <a:lnTo>
                    <a:pt x="918287" y="903132"/>
                  </a:lnTo>
                  <a:lnTo>
                    <a:pt x="915767" y="913287"/>
                  </a:lnTo>
                  <a:lnTo>
                    <a:pt x="915451" y="91439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2779858" y="234349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484" y="914399"/>
                  </a:lnTo>
                  <a:lnTo>
                    <a:pt x="910569" y="914215"/>
                  </a:lnTo>
                  <a:lnTo>
                    <a:pt x="910709" y="913909"/>
                  </a:lnTo>
                  <a:lnTo>
                    <a:pt x="910849" y="913604"/>
                  </a:lnTo>
                  <a:lnTo>
                    <a:pt x="910989" y="913298"/>
                  </a:lnTo>
                  <a:lnTo>
                    <a:pt x="911129" y="912993"/>
                  </a:lnTo>
                  <a:lnTo>
                    <a:pt x="911269" y="912687"/>
                  </a:lnTo>
                  <a:lnTo>
                    <a:pt x="911409" y="912382"/>
                  </a:lnTo>
                  <a:lnTo>
                    <a:pt x="911549" y="912076"/>
                  </a:lnTo>
                  <a:lnTo>
                    <a:pt x="911689" y="911771"/>
                  </a:lnTo>
                  <a:lnTo>
                    <a:pt x="911830" y="911465"/>
                  </a:lnTo>
                  <a:lnTo>
                    <a:pt x="911970" y="911160"/>
                  </a:lnTo>
                  <a:lnTo>
                    <a:pt x="912110" y="910854"/>
                  </a:lnTo>
                  <a:lnTo>
                    <a:pt x="912250" y="910549"/>
                  </a:lnTo>
                  <a:lnTo>
                    <a:pt x="912390" y="910243"/>
                  </a:lnTo>
                  <a:lnTo>
                    <a:pt x="912530" y="909938"/>
                  </a:lnTo>
                  <a:lnTo>
                    <a:pt x="912670" y="909632"/>
                  </a:lnTo>
                  <a:lnTo>
                    <a:pt x="912810" y="909327"/>
                  </a:lnTo>
                  <a:lnTo>
                    <a:pt x="912951" y="909021"/>
                  </a:lnTo>
                  <a:lnTo>
                    <a:pt x="913091" y="908716"/>
                  </a:lnTo>
                  <a:lnTo>
                    <a:pt x="913231" y="908410"/>
                  </a:lnTo>
                  <a:lnTo>
                    <a:pt x="913371" y="908105"/>
                  </a:lnTo>
                  <a:lnTo>
                    <a:pt x="913511" y="907799"/>
                  </a:lnTo>
                  <a:lnTo>
                    <a:pt x="913652" y="907494"/>
                  </a:lnTo>
                  <a:lnTo>
                    <a:pt x="913792" y="907188"/>
                  </a:lnTo>
                  <a:lnTo>
                    <a:pt x="913932" y="906883"/>
                  </a:lnTo>
                  <a:lnTo>
                    <a:pt x="914072" y="906577"/>
                  </a:lnTo>
                  <a:lnTo>
                    <a:pt x="914212" y="906272"/>
                  </a:lnTo>
                  <a:lnTo>
                    <a:pt x="914400" y="905864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2789298" y="232592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434"/>
                  </a:lnTo>
                  <a:lnTo>
                    <a:pt x="905053" y="923231"/>
                  </a:lnTo>
                  <a:lnTo>
                    <a:pt x="905193" y="922925"/>
                  </a:lnTo>
                  <a:lnTo>
                    <a:pt x="905333" y="922620"/>
                  </a:lnTo>
                  <a:lnTo>
                    <a:pt x="905473" y="922314"/>
                  </a:lnTo>
                  <a:lnTo>
                    <a:pt x="905613" y="922009"/>
                  </a:lnTo>
                  <a:lnTo>
                    <a:pt x="905754" y="921703"/>
                  </a:lnTo>
                  <a:lnTo>
                    <a:pt x="905894" y="921398"/>
                  </a:lnTo>
                  <a:lnTo>
                    <a:pt x="906034" y="921092"/>
                  </a:lnTo>
                  <a:lnTo>
                    <a:pt x="909264" y="914400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2789298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279873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280817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281761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2827059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283649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284593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285538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286482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287426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2883700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289314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290258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291202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292146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293090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2940342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294978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295922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296866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297810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298754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2996983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300642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3015864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302530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303474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304418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53625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6306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072505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308194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9138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10082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11026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11970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12914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13858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14802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15746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16690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17634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185788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319522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320466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321410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22354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23298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242429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25187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26131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27075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28019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28963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29907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30851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331795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3327392" y="2343490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8546"/>
                  </a:lnTo>
                  <a:lnTo>
                    <a:pt x="922237" y="911148"/>
                  </a:lnTo>
                  <a:lnTo>
                    <a:pt x="920693" y="913734"/>
                  </a:lnTo>
                  <a:lnTo>
                    <a:pt x="920295" y="91439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3336832" y="2325920"/>
              <a:ext cx="920769" cy="926033"/>
            </a:xfrm>
            <a:custGeom>
              <a:avLst/>
              <a:pathLst>
                <a:path w="920769" h="926033">
                  <a:moveTo>
                    <a:pt x="914400" y="914400"/>
                  </a:moveTo>
                  <a:lnTo>
                    <a:pt x="920769" y="914400"/>
                  </a:lnTo>
                  <a:lnTo>
                    <a:pt x="918515" y="918789"/>
                  </a:lnTo>
                  <a:lnTo>
                    <a:pt x="914400" y="926033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421129" y="230835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977" y="931969"/>
                  </a:lnTo>
                  <a:lnTo>
                    <a:pt x="909065" y="924157"/>
                  </a:lnTo>
                  <a:lnTo>
                    <a:pt x="909447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2421129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243056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244000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44944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45889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46833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47777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48721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49665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50609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51553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52497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53441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543852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55329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56273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57217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58161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59105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600493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60993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619374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62881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63825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64769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65713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66657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67601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68545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69489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70433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713776" y="2325920"/>
              <a:ext cx="922879" cy="914400"/>
            </a:xfrm>
            <a:custGeom>
              <a:avLst/>
              <a:pathLst>
                <a:path w="92287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2879" y="896830"/>
                  </a:lnTo>
                  <a:lnTo>
                    <a:pt x="922443" y="899719"/>
                  </a:lnTo>
                  <a:lnTo>
                    <a:pt x="920515" y="910313"/>
                  </a:lnTo>
                  <a:lnTo>
                    <a:pt x="919639" y="91440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789298" y="232592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264" y="914400"/>
                  </a:lnTo>
                  <a:lnTo>
                    <a:pt x="909755" y="913382"/>
                  </a:lnTo>
                  <a:lnTo>
                    <a:pt x="913675" y="906021"/>
                  </a:lnTo>
                  <a:lnTo>
                    <a:pt x="914399" y="90478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798738" y="230835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358"/>
                  </a:lnTo>
                  <a:lnTo>
                    <a:pt x="908344" y="916597"/>
                  </a:lnTo>
                  <a:lnTo>
                    <a:pt x="909770" y="914400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79873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80817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81761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827059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83649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84593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85538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86482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87426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883700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89314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90258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91202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92146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93090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940342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4978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5922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6866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7810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8754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96983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300642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3015864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302530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303474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304418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3053625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306306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3072505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308194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309138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310082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311026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311970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312914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313858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314802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315746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316690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317634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3185788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319522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320466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321410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322354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323298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3242429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325187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326131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327075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328019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328963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329907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330851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331795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332739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3336832" y="232592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133"/>
                  </a:lnTo>
                  <a:lnTo>
                    <a:pt x="922473" y="911080"/>
                  </a:lnTo>
                  <a:lnTo>
                    <a:pt x="920769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3346272" y="2308350"/>
              <a:ext cx="919361" cy="925702"/>
            </a:xfrm>
            <a:custGeom>
              <a:avLst/>
              <a:pathLst>
                <a:path w="919361" h="925702">
                  <a:moveTo>
                    <a:pt x="914400" y="914400"/>
                  </a:moveTo>
                  <a:lnTo>
                    <a:pt x="919361" y="914400"/>
                  </a:lnTo>
                  <a:lnTo>
                    <a:pt x="916776" y="920578"/>
                  </a:lnTo>
                  <a:lnTo>
                    <a:pt x="914400" y="925702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421129" y="229078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447" y="931969"/>
                  </a:lnTo>
                  <a:lnTo>
                    <a:pt x="909493" y="930796"/>
                  </a:lnTo>
                  <a:lnTo>
                    <a:pt x="910227" y="919920"/>
                  </a:lnTo>
                  <a:lnTo>
                    <a:pt x="910757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421129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43056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44000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44944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45889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46833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47777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48721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49665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50609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51553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52497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53441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543852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55329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56273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57217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58161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59105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600493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60993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619374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62881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63825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64769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65713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66657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67601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68545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69489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70433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713776" y="2308350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8029"/>
                  </a:lnTo>
                  <a:lnTo>
                    <a:pt x="922879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723216" y="2290780"/>
              <a:ext cx="915794" cy="925599"/>
            </a:xfrm>
            <a:custGeom>
              <a:avLst/>
              <a:pathLst>
                <a:path w="915794" h="925599">
                  <a:moveTo>
                    <a:pt x="914400" y="914400"/>
                  </a:moveTo>
                  <a:lnTo>
                    <a:pt x="915794" y="914400"/>
                  </a:lnTo>
                  <a:lnTo>
                    <a:pt x="914627" y="924089"/>
                  </a:lnTo>
                  <a:lnTo>
                    <a:pt x="914400" y="92559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798738" y="230835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770" y="914400"/>
                  </a:lnTo>
                  <a:lnTo>
                    <a:pt x="912634" y="909988"/>
                  </a:lnTo>
                  <a:lnTo>
                    <a:pt x="914400" y="90752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808178" y="229078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098"/>
                  </a:lnTo>
                  <a:lnTo>
                    <a:pt x="907652" y="921348"/>
                  </a:lnTo>
                  <a:lnTo>
                    <a:pt x="912269" y="915555"/>
                  </a:lnTo>
                  <a:lnTo>
                    <a:pt x="912475" y="915309"/>
                  </a:lnTo>
                  <a:lnTo>
                    <a:pt x="912683" y="915062"/>
                  </a:lnTo>
                  <a:lnTo>
                    <a:pt x="912892" y="914814"/>
                  </a:lnTo>
                  <a:lnTo>
                    <a:pt x="913100" y="914566"/>
                  </a:lnTo>
                  <a:lnTo>
                    <a:pt x="913240" y="914400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80817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81761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827059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83649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84593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85538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86482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87426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883700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89314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90258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91202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92146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93090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940342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4978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5922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6866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7810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8754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996983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300642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3015864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302530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303474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304418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3053625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306306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3072505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308194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309138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310082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311026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311970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312914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313858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314802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315746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316690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317634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3185788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319522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320466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321410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322354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323298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3242429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325187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326131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327075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328019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328963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329907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330851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331795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332739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333683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3346272" y="230835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66"/>
                  </a:lnTo>
                  <a:lnTo>
                    <a:pt x="923582" y="903431"/>
                  </a:lnTo>
                  <a:lnTo>
                    <a:pt x="920296" y="912165"/>
                  </a:lnTo>
                  <a:lnTo>
                    <a:pt x="919361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3355712" y="2290780"/>
              <a:ext cx="916367" cy="920236"/>
            </a:xfrm>
            <a:custGeom>
              <a:avLst/>
              <a:pathLst>
                <a:path w="916367" h="920236">
                  <a:moveTo>
                    <a:pt x="914400" y="914400"/>
                  </a:moveTo>
                  <a:lnTo>
                    <a:pt x="916367" y="914400"/>
                  </a:lnTo>
                  <a:lnTo>
                    <a:pt x="914400" y="920236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421129" y="227321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0757" y="931969"/>
                  </a:lnTo>
                  <a:lnTo>
                    <a:pt x="911263" y="926701"/>
                  </a:lnTo>
                  <a:lnTo>
                    <a:pt x="912599" y="916026"/>
                  </a:lnTo>
                  <a:lnTo>
                    <a:pt x="912851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421129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43056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44000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44944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45889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46833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47777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48721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49665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50609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51553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52497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53441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543852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55329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56273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57217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58161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59105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600493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60993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619374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62881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63825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64769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65713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66657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67601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68545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69489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70433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71377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723216" y="2290780"/>
              <a:ext cx="917272" cy="914400"/>
            </a:xfrm>
            <a:custGeom>
              <a:avLst/>
              <a:pathLst>
                <a:path w="91727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272" y="896830"/>
                  </a:lnTo>
                  <a:lnTo>
                    <a:pt x="916944" y="902145"/>
                  </a:lnTo>
                  <a:lnTo>
                    <a:pt x="915942" y="913174"/>
                  </a:lnTo>
                  <a:lnTo>
                    <a:pt x="915794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808178" y="229078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308" y="914319"/>
                  </a:lnTo>
                  <a:lnTo>
                    <a:pt x="913516" y="914071"/>
                  </a:lnTo>
                  <a:lnTo>
                    <a:pt x="913725" y="913823"/>
                  </a:lnTo>
                  <a:lnTo>
                    <a:pt x="913933" y="913576"/>
                  </a:lnTo>
                  <a:lnTo>
                    <a:pt x="914141" y="913328"/>
                  </a:lnTo>
                  <a:lnTo>
                    <a:pt x="914400" y="913021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817619" y="229078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021"/>
                  </a:lnTo>
                  <a:lnTo>
                    <a:pt x="905118" y="912833"/>
                  </a:lnTo>
                  <a:lnTo>
                    <a:pt x="905326" y="912585"/>
                  </a:lnTo>
                  <a:lnTo>
                    <a:pt x="905534" y="912337"/>
                  </a:lnTo>
                  <a:lnTo>
                    <a:pt x="905743" y="912090"/>
                  </a:lnTo>
                  <a:lnTo>
                    <a:pt x="905951" y="911842"/>
                  </a:lnTo>
                  <a:lnTo>
                    <a:pt x="906159" y="911595"/>
                  </a:lnTo>
                  <a:lnTo>
                    <a:pt x="906368" y="911347"/>
                  </a:lnTo>
                  <a:lnTo>
                    <a:pt x="906576" y="911099"/>
                  </a:lnTo>
                  <a:lnTo>
                    <a:pt x="906785" y="910852"/>
                  </a:lnTo>
                  <a:lnTo>
                    <a:pt x="906993" y="910604"/>
                  </a:lnTo>
                  <a:lnTo>
                    <a:pt x="907201" y="910356"/>
                  </a:lnTo>
                  <a:lnTo>
                    <a:pt x="907410" y="910109"/>
                  </a:lnTo>
                  <a:lnTo>
                    <a:pt x="907618" y="909861"/>
                  </a:lnTo>
                  <a:lnTo>
                    <a:pt x="907827" y="909614"/>
                  </a:lnTo>
                  <a:lnTo>
                    <a:pt x="908035" y="909366"/>
                  </a:lnTo>
                  <a:lnTo>
                    <a:pt x="908244" y="909118"/>
                  </a:lnTo>
                  <a:lnTo>
                    <a:pt x="908452" y="908871"/>
                  </a:lnTo>
                  <a:lnTo>
                    <a:pt x="908660" y="908623"/>
                  </a:lnTo>
                  <a:lnTo>
                    <a:pt x="908869" y="908376"/>
                  </a:lnTo>
                  <a:lnTo>
                    <a:pt x="909077" y="908128"/>
                  </a:lnTo>
                  <a:lnTo>
                    <a:pt x="909286" y="907880"/>
                  </a:lnTo>
                  <a:lnTo>
                    <a:pt x="909494" y="907633"/>
                  </a:lnTo>
                  <a:lnTo>
                    <a:pt x="909703" y="907385"/>
                  </a:lnTo>
                  <a:lnTo>
                    <a:pt x="909911" y="907138"/>
                  </a:lnTo>
                  <a:lnTo>
                    <a:pt x="910120" y="906890"/>
                  </a:lnTo>
                  <a:lnTo>
                    <a:pt x="910328" y="906643"/>
                  </a:lnTo>
                  <a:lnTo>
                    <a:pt x="910537" y="906395"/>
                  </a:lnTo>
                  <a:lnTo>
                    <a:pt x="910745" y="906148"/>
                  </a:lnTo>
                  <a:lnTo>
                    <a:pt x="910954" y="905900"/>
                  </a:lnTo>
                  <a:lnTo>
                    <a:pt x="911162" y="905652"/>
                  </a:lnTo>
                  <a:lnTo>
                    <a:pt x="911371" y="905405"/>
                  </a:lnTo>
                  <a:lnTo>
                    <a:pt x="911579" y="905157"/>
                  </a:lnTo>
                  <a:lnTo>
                    <a:pt x="911788" y="904910"/>
                  </a:lnTo>
                  <a:lnTo>
                    <a:pt x="911997" y="904662"/>
                  </a:lnTo>
                  <a:lnTo>
                    <a:pt x="912205" y="904415"/>
                  </a:lnTo>
                  <a:lnTo>
                    <a:pt x="912414" y="904167"/>
                  </a:lnTo>
                  <a:lnTo>
                    <a:pt x="912622" y="903920"/>
                  </a:lnTo>
                  <a:lnTo>
                    <a:pt x="912831" y="903672"/>
                  </a:lnTo>
                  <a:lnTo>
                    <a:pt x="913040" y="903425"/>
                  </a:lnTo>
                  <a:lnTo>
                    <a:pt x="913248" y="903177"/>
                  </a:lnTo>
                  <a:lnTo>
                    <a:pt x="913457" y="902930"/>
                  </a:lnTo>
                  <a:lnTo>
                    <a:pt x="913665" y="902682"/>
                  </a:lnTo>
                  <a:lnTo>
                    <a:pt x="913874" y="902435"/>
                  </a:lnTo>
                  <a:lnTo>
                    <a:pt x="914083" y="902187"/>
                  </a:lnTo>
                  <a:lnTo>
                    <a:pt x="914291" y="901940"/>
                  </a:lnTo>
                  <a:lnTo>
                    <a:pt x="914400" y="901811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827059" y="227321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5060" y="919262"/>
                  </a:lnTo>
                  <a:lnTo>
                    <a:pt x="905268" y="919014"/>
                  </a:lnTo>
                  <a:lnTo>
                    <a:pt x="905477" y="918767"/>
                  </a:lnTo>
                  <a:lnTo>
                    <a:pt x="905686" y="918519"/>
                  </a:lnTo>
                  <a:lnTo>
                    <a:pt x="905894" y="918272"/>
                  </a:lnTo>
                  <a:lnTo>
                    <a:pt x="906103" y="918024"/>
                  </a:lnTo>
                  <a:lnTo>
                    <a:pt x="906312" y="917777"/>
                  </a:lnTo>
                  <a:lnTo>
                    <a:pt x="906521" y="917530"/>
                  </a:lnTo>
                  <a:lnTo>
                    <a:pt x="906729" y="917282"/>
                  </a:lnTo>
                  <a:lnTo>
                    <a:pt x="906938" y="917035"/>
                  </a:lnTo>
                  <a:lnTo>
                    <a:pt x="907147" y="916787"/>
                  </a:lnTo>
                  <a:lnTo>
                    <a:pt x="907356" y="916540"/>
                  </a:lnTo>
                  <a:lnTo>
                    <a:pt x="907564" y="916292"/>
                  </a:lnTo>
                  <a:lnTo>
                    <a:pt x="907773" y="916045"/>
                  </a:lnTo>
                  <a:lnTo>
                    <a:pt x="907982" y="915797"/>
                  </a:lnTo>
                  <a:lnTo>
                    <a:pt x="908191" y="915550"/>
                  </a:lnTo>
                  <a:lnTo>
                    <a:pt x="908399" y="915302"/>
                  </a:lnTo>
                  <a:lnTo>
                    <a:pt x="908608" y="915055"/>
                  </a:lnTo>
                  <a:lnTo>
                    <a:pt x="908817" y="914808"/>
                  </a:lnTo>
                  <a:lnTo>
                    <a:pt x="909026" y="914560"/>
                  </a:lnTo>
                  <a:lnTo>
                    <a:pt x="909161" y="914400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827059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83649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84593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85538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86482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87426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883700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89314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90258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91202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92146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93090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940342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94978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5922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6866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7810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8754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996983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300642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3015864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302530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303474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304418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3053625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306306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3072505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308194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309138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310082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311026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311970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312914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313858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314802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315746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316690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317634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3185788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319522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320466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321410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322354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323298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3242429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325187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326131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327075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328019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328963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329907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330851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331795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332739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333683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334627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3355712" y="2290780"/>
              <a:ext cx="922002" cy="914400"/>
            </a:xfrm>
            <a:custGeom>
              <a:avLst/>
              <a:pathLst>
                <a:path w="92200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02" y="896864"/>
                  </a:lnTo>
                  <a:lnTo>
                    <a:pt x="921314" y="899019"/>
                  </a:lnTo>
                  <a:lnTo>
                    <a:pt x="920627" y="901175"/>
                  </a:lnTo>
                  <a:lnTo>
                    <a:pt x="919939" y="903331"/>
                  </a:lnTo>
                  <a:lnTo>
                    <a:pt x="919252" y="905487"/>
                  </a:lnTo>
                  <a:lnTo>
                    <a:pt x="918565" y="907643"/>
                  </a:lnTo>
                  <a:lnTo>
                    <a:pt x="917878" y="909799"/>
                  </a:lnTo>
                  <a:lnTo>
                    <a:pt x="917187" y="911968"/>
                  </a:lnTo>
                  <a:lnTo>
                    <a:pt x="916367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421129" y="227321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2851" y="914400"/>
                  </a:lnTo>
                  <a:lnTo>
                    <a:pt x="914231" y="905495"/>
                  </a:lnTo>
                  <a:lnTo>
                    <a:pt x="914399" y="90459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430569" y="225564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159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43056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44000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44944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45889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46833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47777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48721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49665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506091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51553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52497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53441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543852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55329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56273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57217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258161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259105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600493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60993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619374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62881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63825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64769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65713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66657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67601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68545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69489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70433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71377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723216" y="2273210"/>
              <a:ext cx="918001" cy="914400"/>
            </a:xfrm>
            <a:custGeom>
              <a:avLst/>
              <a:pathLst>
                <a:path w="91800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001" y="896830"/>
                  </a:lnTo>
                  <a:lnTo>
                    <a:pt x="917998" y="897438"/>
                  </a:lnTo>
                  <a:lnTo>
                    <a:pt x="917630" y="908602"/>
                  </a:lnTo>
                  <a:lnTo>
                    <a:pt x="917272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827059" y="227321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235" y="914313"/>
                  </a:lnTo>
                  <a:lnTo>
                    <a:pt x="909443" y="914065"/>
                  </a:lnTo>
                  <a:lnTo>
                    <a:pt x="909652" y="913818"/>
                  </a:lnTo>
                  <a:lnTo>
                    <a:pt x="909861" y="913570"/>
                  </a:lnTo>
                  <a:lnTo>
                    <a:pt x="910070" y="913323"/>
                  </a:lnTo>
                  <a:lnTo>
                    <a:pt x="910279" y="913076"/>
                  </a:lnTo>
                  <a:lnTo>
                    <a:pt x="910488" y="912828"/>
                  </a:lnTo>
                  <a:lnTo>
                    <a:pt x="910696" y="912581"/>
                  </a:lnTo>
                  <a:lnTo>
                    <a:pt x="910905" y="912333"/>
                  </a:lnTo>
                  <a:lnTo>
                    <a:pt x="911114" y="912086"/>
                  </a:lnTo>
                  <a:lnTo>
                    <a:pt x="911323" y="911839"/>
                  </a:lnTo>
                  <a:lnTo>
                    <a:pt x="911532" y="911591"/>
                  </a:lnTo>
                  <a:lnTo>
                    <a:pt x="911741" y="911344"/>
                  </a:lnTo>
                  <a:lnTo>
                    <a:pt x="911950" y="911097"/>
                  </a:lnTo>
                  <a:lnTo>
                    <a:pt x="912159" y="910849"/>
                  </a:lnTo>
                  <a:lnTo>
                    <a:pt x="912368" y="910602"/>
                  </a:lnTo>
                  <a:lnTo>
                    <a:pt x="912576" y="910354"/>
                  </a:lnTo>
                  <a:lnTo>
                    <a:pt x="912785" y="910107"/>
                  </a:lnTo>
                  <a:lnTo>
                    <a:pt x="912994" y="909860"/>
                  </a:lnTo>
                  <a:lnTo>
                    <a:pt x="913203" y="909612"/>
                  </a:lnTo>
                  <a:lnTo>
                    <a:pt x="913412" y="909365"/>
                  </a:lnTo>
                  <a:lnTo>
                    <a:pt x="913621" y="909118"/>
                  </a:lnTo>
                  <a:lnTo>
                    <a:pt x="913830" y="908870"/>
                  </a:lnTo>
                  <a:lnTo>
                    <a:pt x="914039" y="908623"/>
                  </a:lnTo>
                  <a:lnTo>
                    <a:pt x="914248" y="908376"/>
                  </a:lnTo>
                  <a:lnTo>
                    <a:pt x="914399" y="908197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836499" y="22732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17" y="908128"/>
                  </a:lnTo>
                  <a:lnTo>
                    <a:pt x="905226" y="907881"/>
                  </a:lnTo>
                  <a:lnTo>
                    <a:pt x="905435" y="907634"/>
                  </a:lnTo>
                  <a:lnTo>
                    <a:pt x="905644" y="907386"/>
                  </a:lnTo>
                  <a:lnTo>
                    <a:pt x="905853" y="907139"/>
                  </a:lnTo>
                  <a:lnTo>
                    <a:pt x="906062" y="906892"/>
                  </a:lnTo>
                  <a:lnTo>
                    <a:pt x="906271" y="906644"/>
                  </a:lnTo>
                  <a:lnTo>
                    <a:pt x="906480" y="906397"/>
                  </a:lnTo>
                  <a:lnTo>
                    <a:pt x="906689" y="906150"/>
                  </a:lnTo>
                  <a:lnTo>
                    <a:pt x="906898" y="905902"/>
                  </a:lnTo>
                  <a:lnTo>
                    <a:pt x="907107" y="905655"/>
                  </a:lnTo>
                  <a:lnTo>
                    <a:pt x="907316" y="905408"/>
                  </a:lnTo>
                  <a:lnTo>
                    <a:pt x="907525" y="905160"/>
                  </a:lnTo>
                  <a:lnTo>
                    <a:pt x="907735" y="904913"/>
                  </a:lnTo>
                  <a:lnTo>
                    <a:pt x="907944" y="904666"/>
                  </a:lnTo>
                  <a:lnTo>
                    <a:pt x="908153" y="904419"/>
                  </a:lnTo>
                  <a:lnTo>
                    <a:pt x="908362" y="904171"/>
                  </a:lnTo>
                  <a:lnTo>
                    <a:pt x="908571" y="903924"/>
                  </a:lnTo>
                  <a:lnTo>
                    <a:pt x="908780" y="903677"/>
                  </a:lnTo>
                  <a:lnTo>
                    <a:pt x="908989" y="903430"/>
                  </a:lnTo>
                  <a:lnTo>
                    <a:pt x="909198" y="903182"/>
                  </a:lnTo>
                  <a:lnTo>
                    <a:pt x="909408" y="902935"/>
                  </a:lnTo>
                  <a:lnTo>
                    <a:pt x="909617" y="902688"/>
                  </a:lnTo>
                  <a:lnTo>
                    <a:pt x="909826" y="902440"/>
                  </a:lnTo>
                  <a:lnTo>
                    <a:pt x="910035" y="902193"/>
                  </a:lnTo>
                  <a:lnTo>
                    <a:pt x="910244" y="901946"/>
                  </a:lnTo>
                  <a:lnTo>
                    <a:pt x="910453" y="901699"/>
                  </a:lnTo>
                  <a:lnTo>
                    <a:pt x="910663" y="901451"/>
                  </a:lnTo>
                  <a:lnTo>
                    <a:pt x="914400" y="897227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845939" y="225564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97"/>
                  </a:lnTo>
                  <a:lnTo>
                    <a:pt x="905087" y="914653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84593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85538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86482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87426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883700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89314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90258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91202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921461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93090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940342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94978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95922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96866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97810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98754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996983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300642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3015864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302530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303474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304418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3053625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306306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3072505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308194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309138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310082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311026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311970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312914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313858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314802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315746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316690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317634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3185788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319522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320466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321410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322354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323298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3242429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325187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326131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327075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328019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328963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329907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330851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331795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332739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333683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334627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3355712" y="227321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680"/>
                  </a:lnTo>
                  <a:lnTo>
                    <a:pt x="923379" y="910122"/>
                  </a:lnTo>
                  <a:lnTo>
                    <a:pt x="922691" y="912278"/>
                  </a:lnTo>
                  <a:lnTo>
                    <a:pt x="922013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3365153" y="2255641"/>
              <a:ext cx="918189" cy="926250"/>
            </a:xfrm>
            <a:custGeom>
              <a:avLst/>
              <a:pathLst>
                <a:path w="918189" h="926250">
                  <a:moveTo>
                    <a:pt x="914400" y="914400"/>
                  </a:moveTo>
                  <a:lnTo>
                    <a:pt x="918189" y="914400"/>
                  </a:lnTo>
                  <a:lnTo>
                    <a:pt x="918074" y="914760"/>
                  </a:lnTo>
                  <a:lnTo>
                    <a:pt x="917384" y="916915"/>
                  </a:lnTo>
                  <a:lnTo>
                    <a:pt x="916695" y="919070"/>
                  </a:lnTo>
                  <a:lnTo>
                    <a:pt x="916005" y="921226"/>
                  </a:lnTo>
                  <a:lnTo>
                    <a:pt x="915316" y="923381"/>
                  </a:lnTo>
                  <a:lnTo>
                    <a:pt x="914627" y="925537"/>
                  </a:lnTo>
                  <a:lnTo>
                    <a:pt x="914400" y="92625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430569" y="223807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401" y="931969"/>
                  </a:lnTo>
                  <a:lnTo>
                    <a:pt x="906715" y="930276"/>
                  </a:lnTo>
                  <a:lnTo>
                    <a:pt x="908926" y="920117"/>
                  </a:lnTo>
                  <a:lnTo>
                    <a:pt x="910360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43056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44000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44944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45889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46833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47777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48721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49665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506091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51553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52497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53441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543852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55329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56273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7217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8161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9105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600493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60993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619374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62881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63825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64769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5713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6657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7601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8545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9489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70433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71377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723216" y="2255641"/>
              <a:ext cx="918048" cy="914400"/>
            </a:xfrm>
            <a:custGeom>
              <a:avLst/>
              <a:pathLst>
                <a:path w="9180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880" y="896830"/>
                  </a:lnTo>
                  <a:lnTo>
                    <a:pt x="918048" y="903822"/>
                  </a:lnTo>
                  <a:lnTo>
                    <a:pt x="918001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845939" y="22556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333" y="914400"/>
                  </a:lnTo>
                  <a:lnTo>
                    <a:pt x="909042" y="910575"/>
                  </a:lnTo>
                  <a:lnTo>
                    <a:pt x="909463" y="910161"/>
                  </a:lnTo>
                  <a:lnTo>
                    <a:pt x="909887" y="909744"/>
                  </a:lnTo>
                  <a:lnTo>
                    <a:pt x="910311" y="909328"/>
                  </a:lnTo>
                  <a:lnTo>
                    <a:pt x="910735" y="908911"/>
                  </a:lnTo>
                  <a:lnTo>
                    <a:pt x="911160" y="908494"/>
                  </a:lnTo>
                  <a:lnTo>
                    <a:pt x="911584" y="908077"/>
                  </a:lnTo>
                  <a:lnTo>
                    <a:pt x="912008" y="907660"/>
                  </a:lnTo>
                  <a:lnTo>
                    <a:pt x="912432" y="907243"/>
                  </a:lnTo>
                  <a:lnTo>
                    <a:pt x="912857" y="906826"/>
                  </a:lnTo>
                  <a:lnTo>
                    <a:pt x="913281" y="906410"/>
                  </a:lnTo>
                  <a:lnTo>
                    <a:pt x="913706" y="905993"/>
                  </a:lnTo>
                  <a:lnTo>
                    <a:pt x="914130" y="905576"/>
                  </a:lnTo>
                  <a:lnTo>
                    <a:pt x="914400" y="905311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855380" y="223807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881"/>
                  </a:lnTo>
                  <a:lnTo>
                    <a:pt x="905114" y="922729"/>
                  </a:lnTo>
                  <a:lnTo>
                    <a:pt x="905539" y="922312"/>
                  </a:lnTo>
                  <a:lnTo>
                    <a:pt x="905963" y="921896"/>
                  </a:lnTo>
                  <a:lnTo>
                    <a:pt x="906388" y="921479"/>
                  </a:lnTo>
                  <a:lnTo>
                    <a:pt x="906812" y="921062"/>
                  </a:lnTo>
                  <a:lnTo>
                    <a:pt x="907237" y="920645"/>
                  </a:lnTo>
                  <a:lnTo>
                    <a:pt x="907661" y="920229"/>
                  </a:lnTo>
                  <a:lnTo>
                    <a:pt x="908086" y="919812"/>
                  </a:lnTo>
                  <a:lnTo>
                    <a:pt x="908511" y="919395"/>
                  </a:lnTo>
                  <a:lnTo>
                    <a:pt x="908935" y="918979"/>
                  </a:lnTo>
                  <a:lnTo>
                    <a:pt x="909360" y="918562"/>
                  </a:lnTo>
                  <a:lnTo>
                    <a:pt x="909785" y="918146"/>
                  </a:lnTo>
                  <a:lnTo>
                    <a:pt x="910210" y="917729"/>
                  </a:lnTo>
                  <a:lnTo>
                    <a:pt x="910634" y="917312"/>
                  </a:lnTo>
                  <a:lnTo>
                    <a:pt x="911059" y="916896"/>
                  </a:lnTo>
                  <a:lnTo>
                    <a:pt x="911484" y="916479"/>
                  </a:lnTo>
                  <a:lnTo>
                    <a:pt x="911909" y="916063"/>
                  </a:lnTo>
                  <a:lnTo>
                    <a:pt x="912334" y="915646"/>
                  </a:lnTo>
                  <a:lnTo>
                    <a:pt x="912759" y="915230"/>
                  </a:lnTo>
                  <a:lnTo>
                    <a:pt x="913184" y="914813"/>
                  </a:lnTo>
                  <a:lnTo>
                    <a:pt x="913633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85538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86482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87426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883700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89314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90258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291202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2921461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293090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2940342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294978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295922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296866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297810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298754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2996983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300642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3015864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302530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303474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304418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3053625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306306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3072505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308194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309138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310082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311026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311970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312914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313858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314802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315746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316690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317634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3185788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319522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320466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321410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322354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323298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3242429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325187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326131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327075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328019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328963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329907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330851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331795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332739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333683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334627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335571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3365153" y="2255641"/>
              <a:ext cx="923318" cy="914400"/>
            </a:xfrm>
            <a:custGeom>
              <a:avLst/>
              <a:pathLst>
                <a:path w="92331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18" y="896830"/>
                  </a:lnTo>
                  <a:lnTo>
                    <a:pt x="921370" y="904016"/>
                  </a:lnTo>
                  <a:lnTo>
                    <a:pt x="918769" y="912590"/>
                  </a:lnTo>
                  <a:lnTo>
                    <a:pt x="918189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421129" y="2220501"/>
              <a:ext cx="914399" cy="915010"/>
            </a:xfrm>
            <a:custGeom>
              <a:avLst/>
              <a:pathLst>
                <a:path w="914399" h="915010">
                  <a:moveTo>
                    <a:pt x="914399" y="914400"/>
                  </a:moveTo>
                  <a:lnTo>
                    <a:pt x="914399" y="915010"/>
                  </a:lnTo>
                  <a:lnTo>
                    <a:pt x="914125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421129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0" y="931969"/>
                  </a:lnTo>
                  <a:lnTo>
                    <a:pt x="920594" y="928805"/>
                  </a:lnTo>
                  <a:lnTo>
                    <a:pt x="920353" y="928266"/>
                  </a:lnTo>
                  <a:lnTo>
                    <a:pt x="919573" y="926529"/>
                  </a:lnTo>
                  <a:lnTo>
                    <a:pt x="918793" y="924791"/>
                  </a:lnTo>
                  <a:lnTo>
                    <a:pt x="918013" y="923053"/>
                  </a:lnTo>
                  <a:lnTo>
                    <a:pt x="917233" y="921316"/>
                  </a:lnTo>
                  <a:lnTo>
                    <a:pt x="916453" y="919579"/>
                  </a:lnTo>
                  <a:lnTo>
                    <a:pt x="915672" y="917841"/>
                  </a:lnTo>
                  <a:lnTo>
                    <a:pt x="914891" y="916104"/>
                  </a:lnTo>
                  <a:lnTo>
                    <a:pt x="914399" y="91501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43056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44000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44944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45889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46833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47777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48721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49665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250609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251553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252497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253441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2543852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255329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256273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257217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258161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259105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2600493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260993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2619374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262881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263825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264769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265713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266657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267601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268545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69489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70433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71377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723216" y="2238071"/>
              <a:ext cx="917880" cy="914400"/>
            </a:xfrm>
            <a:custGeom>
              <a:avLst/>
              <a:pathLst>
                <a:path w="91788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008" y="896830"/>
                  </a:lnTo>
                  <a:lnTo>
                    <a:pt x="917192" y="899085"/>
                  </a:lnTo>
                  <a:lnTo>
                    <a:pt x="917779" y="910217"/>
                  </a:lnTo>
                  <a:lnTo>
                    <a:pt x="917880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855380" y="2238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33" y="914400"/>
                  </a:lnTo>
                  <a:lnTo>
                    <a:pt x="914400" y="913694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864820" y="2238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694"/>
                  </a:lnTo>
                  <a:lnTo>
                    <a:pt x="908934" y="910037"/>
                  </a:lnTo>
                  <a:lnTo>
                    <a:pt x="914249" y="905761"/>
                  </a:lnTo>
                  <a:lnTo>
                    <a:pt x="914400" y="90564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874260" y="2238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0" y="905573"/>
                  </a:lnTo>
                  <a:lnTo>
                    <a:pt x="905314" y="905383"/>
                  </a:lnTo>
                  <a:lnTo>
                    <a:pt x="905567" y="905193"/>
                  </a:lnTo>
                  <a:lnTo>
                    <a:pt x="905821" y="905003"/>
                  </a:lnTo>
                  <a:lnTo>
                    <a:pt x="906074" y="904813"/>
                  </a:lnTo>
                  <a:lnTo>
                    <a:pt x="906328" y="904623"/>
                  </a:lnTo>
                  <a:lnTo>
                    <a:pt x="906581" y="904434"/>
                  </a:lnTo>
                  <a:lnTo>
                    <a:pt x="906835" y="904244"/>
                  </a:lnTo>
                  <a:lnTo>
                    <a:pt x="907089" y="904054"/>
                  </a:lnTo>
                  <a:lnTo>
                    <a:pt x="907342" y="903864"/>
                  </a:lnTo>
                  <a:lnTo>
                    <a:pt x="907596" y="903674"/>
                  </a:lnTo>
                  <a:lnTo>
                    <a:pt x="907850" y="903485"/>
                  </a:lnTo>
                  <a:lnTo>
                    <a:pt x="908103" y="903295"/>
                  </a:lnTo>
                  <a:lnTo>
                    <a:pt x="908357" y="903105"/>
                  </a:lnTo>
                  <a:lnTo>
                    <a:pt x="908611" y="902915"/>
                  </a:lnTo>
                  <a:lnTo>
                    <a:pt x="908864" y="902725"/>
                  </a:lnTo>
                  <a:lnTo>
                    <a:pt x="909118" y="902536"/>
                  </a:lnTo>
                  <a:lnTo>
                    <a:pt x="909372" y="902346"/>
                  </a:lnTo>
                  <a:lnTo>
                    <a:pt x="909625" y="902156"/>
                  </a:lnTo>
                  <a:lnTo>
                    <a:pt x="909879" y="901966"/>
                  </a:lnTo>
                  <a:lnTo>
                    <a:pt x="910133" y="901777"/>
                  </a:lnTo>
                  <a:lnTo>
                    <a:pt x="910386" y="901587"/>
                  </a:lnTo>
                  <a:lnTo>
                    <a:pt x="910640" y="901397"/>
                  </a:lnTo>
                  <a:lnTo>
                    <a:pt x="910894" y="901208"/>
                  </a:lnTo>
                  <a:lnTo>
                    <a:pt x="911147" y="901018"/>
                  </a:lnTo>
                  <a:lnTo>
                    <a:pt x="911401" y="900828"/>
                  </a:lnTo>
                  <a:lnTo>
                    <a:pt x="911655" y="900638"/>
                  </a:lnTo>
                  <a:lnTo>
                    <a:pt x="911909" y="900449"/>
                  </a:lnTo>
                  <a:lnTo>
                    <a:pt x="912162" y="900259"/>
                  </a:lnTo>
                  <a:lnTo>
                    <a:pt x="912416" y="900069"/>
                  </a:lnTo>
                  <a:lnTo>
                    <a:pt x="912670" y="899880"/>
                  </a:lnTo>
                  <a:lnTo>
                    <a:pt x="912924" y="899690"/>
                  </a:lnTo>
                  <a:lnTo>
                    <a:pt x="913178" y="899500"/>
                  </a:lnTo>
                  <a:lnTo>
                    <a:pt x="913431" y="899310"/>
                  </a:lnTo>
                  <a:lnTo>
                    <a:pt x="913685" y="899121"/>
                  </a:lnTo>
                  <a:lnTo>
                    <a:pt x="913939" y="898931"/>
                  </a:lnTo>
                  <a:lnTo>
                    <a:pt x="914193" y="898741"/>
                  </a:lnTo>
                  <a:lnTo>
                    <a:pt x="914400" y="898587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883700" y="2220501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5006" y="916122"/>
                  </a:lnTo>
                  <a:lnTo>
                    <a:pt x="905260" y="915932"/>
                  </a:lnTo>
                  <a:lnTo>
                    <a:pt x="905514" y="915742"/>
                  </a:lnTo>
                  <a:lnTo>
                    <a:pt x="905768" y="915553"/>
                  </a:lnTo>
                  <a:lnTo>
                    <a:pt x="906022" y="915363"/>
                  </a:lnTo>
                  <a:lnTo>
                    <a:pt x="906276" y="915173"/>
                  </a:lnTo>
                  <a:lnTo>
                    <a:pt x="906529" y="914984"/>
                  </a:lnTo>
                  <a:lnTo>
                    <a:pt x="906783" y="914794"/>
                  </a:lnTo>
                  <a:lnTo>
                    <a:pt x="907037" y="914605"/>
                  </a:lnTo>
                  <a:lnTo>
                    <a:pt x="907312" y="914400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883700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89314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90258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91202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92146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93090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940342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94978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95922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96866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97810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98754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996983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300642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3015864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302530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303474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304418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3053625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306306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3072505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308194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309138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310082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311026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311970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312914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313858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314802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315746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316690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317634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3185788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319522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320466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321410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322354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323298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3242429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325187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326131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327075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328019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328963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329907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330851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331795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332739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333683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334627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335571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3365153" y="223807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35"/>
                  </a:lnTo>
                  <a:lnTo>
                    <a:pt x="923753" y="912796"/>
                  </a:lnTo>
                  <a:lnTo>
                    <a:pt x="923318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3374593" y="2220501"/>
              <a:ext cx="918047" cy="930005"/>
            </a:xfrm>
            <a:custGeom>
              <a:avLst/>
              <a:pathLst>
                <a:path w="918047" h="930005">
                  <a:moveTo>
                    <a:pt x="914400" y="914400"/>
                  </a:moveTo>
                  <a:lnTo>
                    <a:pt x="918047" y="914400"/>
                  </a:lnTo>
                  <a:lnTo>
                    <a:pt x="917633" y="916231"/>
                  </a:lnTo>
                  <a:lnTo>
                    <a:pt x="917055" y="918797"/>
                  </a:lnTo>
                  <a:lnTo>
                    <a:pt x="916473" y="921377"/>
                  </a:lnTo>
                  <a:lnTo>
                    <a:pt x="914400" y="930005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2421129" y="2202931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4110" y="931936"/>
                  </a:lnTo>
                  <a:lnTo>
                    <a:pt x="913329" y="930199"/>
                  </a:lnTo>
                  <a:lnTo>
                    <a:pt x="912547" y="928462"/>
                  </a:lnTo>
                  <a:lnTo>
                    <a:pt x="911766" y="926725"/>
                  </a:lnTo>
                  <a:lnTo>
                    <a:pt x="910984" y="924988"/>
                  </a:lnTo>
                  <a:lnTo>
                    <a:pt x="910202" y="923251"/>
                  </a:lnTo>
                  <a:lnTo>
                    <a:pt x="909420" y="921514"/>
                  </a:lnTo>
                  <a:lnTo>
                    <a:pt x="908637" y="919777"/>
                  </a:lnTo>
                  <a:lnTo>
                    <a:pt x="907854" y="918040"/>
                  </a:lnTo>
                  <a:lnTo>
                    <a:pt x="907071" y="916303"/>
                  </a:lnTo>
                  <a:lnTo>
                    <a:pt x="906288" y="914567"/>
                  </a:lnTo>
                  <a:lnTo>
                    <a:pt x="906213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2421129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243056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244000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244944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245889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246833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247777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248721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249665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250609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251553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252497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253441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543852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55329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56273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57217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58161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59105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600493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60993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619374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62881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63825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64769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65713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66657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67601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68545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69489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70433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71377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723216" y="2220501"/>
              <a:ext cx="917008" cy="914400"/>
            </a:xfrm>
            <a:custGeom>
              <a:avLst/>
              <a:pathLst>
                <a:path w="91700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315" y="896830"/>
                  </a:lnTo>
                  <a:lnTo>
                    <a:pt x="916289" y="905596"/>
                  </a:lnTo>
                  <a:lnTo>
                    <a:pt x="917008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883700" y="222050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7312" y="914400"/>
                  </a:lnTo>
                  <a:lnTo>
                    <a:pt x="907545" y="914225"/>
                  </a:lnTo>
                  <a:lnTo>
                    <a:pt x="907799" y="914036"/>
                  </a:lnTo>
                  <a:lnTo>
                    <a:pt x="908053" y="913846"/>
                  </a:lnTo>
                  <a:lnTo>
                    <a:pt x="908307" y="913657"/>
                  </a:lnTo>
                  <a:lnTo>
                    <a:pt x="908561" y="913467"/>
                  </a:lnTo>
                  <a:lnTo>
                    <a:pt x="908814" y="913277"/>
                  </a:lnTo>
                  <a:lnTo>
                    <a:pt x="909068" y="913088"/>
                  </a:lnTo>
                  <a:lnTo>
                    <a:pt x="909322" y="912898"/>
                  </a:lnTo>
                  <a:lnTo>
                    <a:pt x="909576" y="912709"/>
                  </a:lnTo>
                  <a:lnTo>
                    <a:pt x="909830" y="912519"/>
                  </a:lnTo>
                  <a:lnTo>
                    <a:pt x="910084" y="912330"/>
                  </a:lnTo>
                  <a:lnTo>
                    <a:pt x="910338" y="912140"/>
                  </a:lnTo>
                  <a:lnTo>
                    <a:pt x="910592" y="911950"/>
                  </a:lnTo>
                  <a:lnTo>
                    <a:pt x="910846" y="911761"/>
                  </a:lnTo>
                  <a:lnTo>
                    <a:pt x="911100" y="911571"/>
                  </a:lnTo>
                  <a:lnTo>
                    <a:pt x="911354" y="911382"/>
                  </a:lnTo>
                  <a:lnTo>
                    <a:pt x="911608" y="911192"/>
                  </a:lnTo>
                  <a:lnTo>
                    <a:pt x="914399" y="909215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893141" y="222050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215"/>
                  </a:lnTo>
                  <a:lnTo>
                    <a:pt x="905162" y="908913"/>
                  </a:lnTo>
                  <a:lnTo>
                    <a:pt x="909969" y="902483"/>
                  </a:lnTo>
                  <a:lnTo>
                    <a:pt x="914400" y="897187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902581" y="220293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57"/>
                  </a:lnTo>
                  <a:lnTo>
                    <a:pt x="905258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90258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91202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92146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93090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940342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94978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95922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96866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97810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98754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996983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300642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3015864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302530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303474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304418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3053625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306306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3072505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308194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309138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310082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311026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311970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312914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313858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314802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315746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316690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317634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3185788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319522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320466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321410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322354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323298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3242429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325187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326131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327075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328019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328963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329907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330851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331795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332739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333683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334627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335571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336515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3374593" y="2220501"/>
              <a:ext cx="922016" cy="914400"/>
            </a:xfrm>
            <a:custGeom>
              <a:avLst/>
              <a:pathLst>
                <a:path w="92201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16" y="896830"/>
                  </a:lnTo>
                  <a:lnTo>
                    <a:pt x="921691" y="898269"/>
                  </a:lnTo>
                  <a:lnTo>
                    <a:pt x="921110" y="900834"/>
                  </a:lnTo>
                  <a:lnTo>
                    <a:pt x="920530" y="903400"/>
                  </a:lnTo>
                  <a:lnTo>
                    <a:pt x="919951" y="905966"/>
                  </a:lnTo>
                  <a:lnTo>
                    <a:pt x="919371" y="908532"/>
                  </a:lnTo>
                  <a:lnTo>
                    <a:pt x="918792" y="911098"/>
                  </a:lnTo>
                  <a:lnTo>
                    <a:pt x="918212" y="913665"/>
                  </a:lnTo>
                  <a:lnTo>
                    <a:pt x="918047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411688" y="2185361"/>
              <a:ext cx="914400" cy="929190"/>
            </a:xfrm>
            <a:custGeom>
              <a:avLst/>
              <a:pathLst>
                <a:path w="914400" h="929190">
                  <a:moveTo>
                    <a:pt x="914400" y="914400"/>
                  </a:moveTo>
                  <a:lnTo>
                    <a:pt x="914400" y="929190"/>
                  </a:lnTo>
                  <a:lnTo>
                    <a:pt x="914162" y="928663"/>
                  </a:lnTo>
                  <a:lnTo>
                    <a:pt x="913378" y="926927"/>
                  </a:lnTo>
                  <a:lnTo>
                    <a:pt x="912594" y="925190"/>
                  </a:lnTo>
                  <a:lnTo>
                    <a:pt x="911810" y="923454"/>
                  </a:lnTo>
                  <a:lnTo>
                    <a:pt x="911025" y="921717"/>
                  </a:lnTo>
                  <a:lnTo>
                    <a:pt x="910241" y="919981"/>
                  </a:lnTo>
                  <a:lnTo>
                    <a:pt x="909456" y="918244"/>
                  </a:lnTo>
                  <a:lnTo>
                    <a:pt x="908671" y="916508"/>
                  </a:lnTo>
                  <a:lnTo>
                    <a:pt x="907886" y="914772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41168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3" y="931969"/>
                  </a:lnTo>
                  <a:lnTo>
                    <a:pt x="914945" y="930400"/>
                  </a:lnTo>
                  <a:lnTo>
                    <a:pt x="914400" y="92919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421129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43056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44000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44944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45889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46833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47777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48721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49665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50609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51553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52497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53441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543852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55329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56273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57217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58161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59105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600493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60993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619374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62881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63825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4769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5713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6657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7601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8545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9489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70433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723216" y="220293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58" y="896830"/>
                  </a:lnTo>
                  <a:lnTo>
                    <a:pt x="913544" y="901394"/>
                  </a:lnTo>
                  <a:lnTo>
                    <a:pt x="914400" y="907454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723216" y="2202931"/>
              <a:ext cx="915315" cy="914400"/>
            </a:xfrm>
            <a:custGeom>
              <a:avLst/>
              <a:pathLst>
                <a:path w="915315" h="914400">
                  <a:moveTo>
                    <a:pt x="914400" y="914400"/>
                  </a:moveTo>
                  <a:lnTo>
                    <a:pt x="914400" y="907454"/>
                  </a:lnTo>
                  <a:lnTo>
                    <a:pt x="915071" y="912212"/>
                  </a:lnTo>
                  <a:lnTo>
                    <a:pt x="915315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902581" y="220293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258" y="914400"/>
                  </a:lnTo>
                  <a:lnTo>
                    <a:pt x="905509" y="914099"/>
                  </a:lnTo>
                  <a:lnTo>
                    <a:pt x="910650" y="908638"/>
                  </a:lnTo>
                  <a:lnTo>
                    <a:pt x="914400" y="905125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912021" y="220293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125"/>
                  </a:lnTo>
                  <a:lnTo>
                    <a:pt x="906497" y="903683"/>
                  </a:lnTo>
                  <a:lnTo>
                    <a:pt x="911917" y="899250"/>
                  </a:lnTo>
                  <a:lnTo>
                    <a:pt x="912318" y="898945"/>
                  </a:lnTo>
                  <a:lnTo>
                    <a:pt x="912723" y="898637"/>
                  </a:lnTo>
                  <a:lnTo>
                    <a:pt x="913127" y="898329"/>
                  </a:lnTo>
                  <a:lnTo>
                    <a:pt x="913532" y="898022"/>
                  </a:lnTo>
                  <a:lnTo>
                    <a:pt x="913936" y="897714"/>
                  </a:lnTo>
                  <a:lnTo>
                    <a:pt x="914400" y="897362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921461" y="2185361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4931"/>
                  </a:lnTo>
                  <a:lnTo>
                    <a:pt x="905305" y="914668"/>
                  </a:lnTo>
                  <a:lnTo>
                    <a:pt x="905659" y="914400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92146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93090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940342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4978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5922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6866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297810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298754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2996983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300642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3015864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302530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303474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304418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3053625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306306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3072505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308194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309138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310082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311026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311970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312914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313858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314802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315746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316690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317634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3185788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319522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320466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321410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322354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323298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3242429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325187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326131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327075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328019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328963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329907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330851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331795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332739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333683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334627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335571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336515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3374593" y="220293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345"/>
                  </a:lnTo>
                  <a:lnTo>
                    <a:pt x="923433" y="908141"/>
                  </a:lnTo>
                  <a:lnTo>
                    <a:pt x="922852" y="910707"/>
                  </a:lnTo>
                  <a:lnTo>
                    <a:pt x="922271" y="913272"/>
                  </a:lnTo>
                  <a:lnTo>
                    <a:pt x="922016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3384033" y="2185361"/>
              <a:ext cx="916838" cy="923915"/>
            </a:xfrm>
            <a:custGeom>
              <a:avLst/>
              <a:pathLst>
                <a:path w="916838" h="923915">
                  <a:moveTo>
                    <a:pt x="914400" y="914400"/>
                  </a:moveTo>
                  <a:lnTo>
                    <a:pt x="916838" y="914400"/>
                  </a:lnTo>
                  <a:lnTo>
                    <a:pt x="916710" y="914876"/>
                  </a:lnTo>
                  <a:lnTo>
                    <a:pt x="915891" y="917944"/>
                  </a:lnTo>
                  <a:lnTo>
                    <a:pt x="915072" y="921012"/>
                  </a:lnTo>
                  <a:lnTo>
                    <a:pt x="914974" y="921382"/>
                  </a:lnTo>
                  <a:lnTo>
                    <a:pt x="914574" y="923145"/>
                  </a:lnTo>
                  <a:lnTo>
                    <a:pt x="914400" y="923915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402248" y="2167792"/>
              <a:ext cx="914399" cy="925876"/>
            </a:xfrm>
            <a:custGeom>
              <a:avLst/>
              <a:pathLst>
                <a:path w="914399" h="925876">
                  <a:moveTo>
                    <a:pt x="914399" y="914400"/>
                  </a:moveTo>
                  <a:lnTo>
                    <a:pt x="914399" y="925876"/>
                  </a:lnTo>
                  <a:lnTo>
                    <a:pt x="914183" y="925397"/>
                  </a:lnTo>
                  <a:lnTo>
                    <a:pt x="913397" y="923661"/>
                  </a:lnTo>
                  <a:lnTo>
                    <a:pt x="912610" y="921926"/>
                  </a:lnTo>
                  <a:lnTo>
                    <a:pt x="911823" y="920190"/>
                  </a:lnTo>
                  <a:lnTo>
                    <a:pt x="911037" y="918454"/>
                  </a:lnTo>
                  <a:lnTo>
                    <a:pt x="910249" y="916718"/>
                  </a:lnTo>
                  <a:lnTo>
                    <a:pt x="909462" y="914983"/>
                  </a:lnTo>
                  <a:lnTo>
                    <a:pt x="909198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402248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6540" y="930606"/>
                  </a:lnTo>
                  <a:lnTo>
                    <a:pt x="915755" y="928869"/>
                  </a:lnTo>
                  <a:lnTo>
                    <a:pt x="914969" y="927133"/>
                  </a:lnTo>
                  <a:lnTo>
                    <a:pt x="914399" y="92587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41168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421129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43056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44000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44944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45889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46833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47777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48721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49665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506091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51553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52497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53441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543852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55329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56273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57217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58161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59105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600493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60993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619374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62881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63825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64769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65713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266657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267601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268545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269489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270433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2713776" y="2185361"/>
              <a:ext cx="922198" cy="914400"/>
            </a:xfrm>
            <a:custGeom>
              <a:avLst/>
              <a:pathLst>
                <a:path w="92219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990" y="896830"/>
                  </a:lnTo>
                  <a:lnTo>
                    <a:pt x="919019" y="896987"/>
                  </a:lnTo>
                  <a:lnTo>
                    <a:pt x="919126" y="897554"/>
                  </a:lnTo>
                  <a:lnTo>
                    <a:pt x="919233" y="898120"/>
                  </a:lnTo>
                  <a:lnTo>
                    <a:pt x="919339" y="898686"/>
                  </a:lnTo>
                  <a:lnTo>
                    <a:pt x="919446" y="899252"/>
                  </a:lnTo>
                  <a:lnTo>
                    <a:pt x="919553" y="899818"/>
                  </a:lnTo>
                  <a:lnTo>
                    <a:pt x="919659" y="900385"/>
                  </a:lnTo>
                  <a:lnTo>
                    <a:pt x="919766" y="900951"/>
                  </a:lnTo>
                  <a:lnTo>
                    <a:pt x="919872" y="901517"/>
                  </a:lnTo>
                  <a:lnTo>
                    <a:pt x="919979" y="902083"/>
                  </a:lnTo>
                  <a:lnTo>
                    <a:pt x="920085" y="902649"/>
                  </a:lnTo>
                  <a:lnTo>
                    <a:pt x="920192" y="903216"/>
                  </a:lnTo>
                  <a:lnTo>
                    <a:pt x="920298" y="903782"/>
                  </a:lnTo>
                  <a:lnTo>
                    <a:pt x="920405" y="904348"/>
                  </a:lnTo>
                  <a:lnTo>
                    <a:pt x="920511" y="904914"/>
                  </a:lnTo>
                  <a:lnTo>
                    <a:pt x="920618" y="905480"/>
                  </a:lnTo>
                  <a:lnTo>
                    <a:pt x="920724" y="906047"/>
                  </a:lnTo>
                  <a:lnTo>
                    <a:pt x="920831" y="906613"/>
                  </a:lnTo>
                  <a:lnTo>
                    <a:pt x="920937" y="907179"/>
                  </a:lnTo>
                  <a:lnTo>
                    <a:pt x="921044" y="907745"/>
                  </a:lnTo>
                  <a:lnTo>
                    <a:pt x="921150" y="908311"/>
                  </a:lnTo>
                  <a:lnTo>
                    <a:pt x="922198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2921461" y="218536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710" y="914361"/>
                  </a:lnTo>
                  <a:lnTo>
                    <a:pt x="906115" y="914053"/>
                  </a:lnTo>
                  <a:lnTo>
                    <a:pt x="906519" y="913746"/>
                  </a:lnTo>
                  <a:lnTo>
                    <a:pt x="906924" y="913438"/>
                  </a:lnTo>
                  <a:lnTo>
                    <a:pt x="907329" y="913130"/>
                  </a:lnTo>
                  <a:lnTo>
                    <a:pt x="907733" y="912823"/>
                  </a:lnTo>
                  <a:lnTo>
                    <a:pt x="908138" y="912515"/>
                  </a:lnTo>
                  <a:lnTo>
                    <a:pt x="908543" y="912208"/>
                  </a:lnTo>
                  <a:lnTo>
                    <a:pt x="908948" y="911900"/>
                  </a:lnTo>
                  <a:lnTo>
                    <a:pt x="909353" y="911593"/>
                  </a:lnTo>
                  <a:lnTo>
                    <a:pt x="909757" y="911285"/>
                  </a:lnTo>
                  <a:lnTo>
                    <a:pt x="910162" y="910978"/>
                  </a:lnTo>
                  <a:lnTo>
                    <a:pt x="910567" y="910670"/>
                  </a:lnTo>
                  <a:lnTo>
                    <a:pt x="910972" y="910363"/>
                  </a:lnTo>
                  <a:lnTo>
                    <a:pt x="911377" y="910055"/>
                  </a:lnTo>
                  <a:lnTo>
                    <a:pt x="911782" y="909748"/>
                  </a:lnTo>
                  <a:lnTo>
                    <a:pt x="912187" y="909440"/>
                  </a:lnTo>
                  <a:lnTo>
                    <a:pt x="912592" y="909133"/>
                  </a:lnTo>
                  <a:lnTo>
                    <a:pt x="912997" y="908826"/>
                  </a:lnTo>
                  <a:lnTo>
                    <a:pt x="913402" y="908518"/>
                  </a:lnTo>
                  <a:lnTo>
                    <a:pt x="913807" y="908211"/>
                  </a:lnTo>
                  <a:lnTo>
                    <a:pt x="914212" y="907903"/>
                  </a:lnTo>
                  <a:lnTo>
                    <a:pt x="914399" y="907761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2930902" y="218536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761"/>
                  </a:lnTo>
                  <a:lnTo>
                    <a:pt x="905177" y="907596"/>
                  </a:lnTo>
                  <a:lnTo>
                    <a:pt x="905582" y="907289"/>
                  </a:lnTo>
                  <a:lnTo>
                    <a:pt x="905987" y="906981"/>
                  </a:lnTo>
                  <a:lnTo>
                    <a:pt x="911248" y="903271"/>
                  </a:lnTo>
                  <a:lnTo>
                    <a:pt x="914400" y="901375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2940342" y="2167792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8945"/>
                  </a:lnTo>
                  <a:lnTo>
                    <a:pt x="907162" y="917620"/>
                  </a:lnTo>
                  <a:lnTo>
                    <a:pt x="912595" y="914899"/>
                  </a:lnTo>
                  <a:lnTo>
                    <a:pt x="913835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2940342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294978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295922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296866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297810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298754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2996983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300642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3015864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302530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303474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304418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3053625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306306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3072505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308194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309138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310082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311026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311970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312914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313858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314802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315746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316690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317634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3185788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319522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320466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321410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322354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323298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3242429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325187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326131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327075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328019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328963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329907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330851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331795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332739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333683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334627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335571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336515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337459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3384033" y="2185361"/>
              <a:ext cx="921538" cy="914400"/>
            </a:xfrm>
            <a:custGeom>
              <a:avLst/>
              <a:pathLst>
                <a:path w="92153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38" y="896830"/>
                  </a:lnTo>
                  <a:lnTo>
                    <a:pt x="920812" y="899538"/>
                  </a:lnTo>
                  <a:lnTo>
                    <a:pt x="919991" y="902606"/>
                  </a:lnTo>
                  <a:lnTo>
                    <a:pt x="919170" y="905673"/>
                  </a:lnTo>
                  <a:lnTo>
                    <a:pt x="918350" y="908741"/>
                  </a:lnTo>
                  <a:lnTo>
                    <a:pt x="917530" y="911808"/>
                  </a:lnTo>
                  <a:lnTo>
                    <a:pt x="916838" y="914400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392808" y="2150222"/>
              <a:ext cx="914400" cy="922636"/>
            </a:xfrm>
            <a:custGeom>
              <a:avLst/>
              <a:pathLst>
                <a:path w="914400" h="922636">
                  <a:moveTo>
                    <a:pt x="914400" y="914400"/>
                  </a:moveTo>
                  <a:lnTo>
                    <a:pt x="914400" y="922636"/>
                  </a:lnTo>
                  <a:lnTo>
                    <a:pt x="914174" y="922139"/>
                  </a:lnTo>
                  <a:lnTo>
                    <a:pt x="913385" y="920404"/>
                  </a:lnTo>
                  <a:lnTo>
                    <a:pt x="912596" y="918669"/>
                  </a:lnTo>
                  <a:lnTo>
                    <a:pt x="911807" y="916934"/>
                  </a:lnTo>
                  <a:lnTo>
                    <a:pt x="911017" y="915198"/>
                  </a:lnTo>
                  <a:lnTo>
                    <a:pt x="910654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39280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38" y="931969"/>
                  </a:lnTo>
                  <a:lnTo>
                    <a:pt x="918115" y="930817"/>
                  </a:lnTo>
                  <a:lnTo>
                    <a:pt x="917327" y="929081"/>
                  </a:lnTo>
                  <a:lnTo>
                    <a:pt x="916539" y="927346"/>
                  </a:lnTo>
                  <a:lnTo>
                    <a:pt x="915751" y="925610"/>
                  </a:lnTo>
                  <a:lnTo>
                    <a:pt x="914962" y="923875"/>
                  </a:lnTo>
                  <a:lnTo>
                    <a:pt x="914400" y="922636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402248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241168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2421129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243056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244000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244944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245889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246833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247777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248721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249665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2506091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51553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52497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53441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543852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55329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56273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57217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58161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59105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600493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60993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619374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62881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63825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64769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65713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66657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67601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68545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694896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704336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713776" y="2167792"/>
              <a:ext cx="918990" cy="914400"/>
            </a:xfrm>
            <a:custGeom>
              <a:avLst/>
              <a:pathLst>
                <a:path w="91899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5676" y="896830"/>
                  </a:lnTo>
                  <a:lnTo>
                    <a:pt x="915710" y="897005"/>
                  </a:lnTo>
                  <a:lnTo>
                    <a:pt x="915817" y="897571"/>
                  </a:lnTo>
                  <a:lnTo>
                    <a:pt x="915923" y="898138"/>
                  </a:lnTo>
                  <a:lnTo>
                    <a:pt x="916030" y="898704"/>
                  </a:lnTo>
                  <a:lnTo>
                    <a:pt x="916137" y="899270"/>
                  </a:lnTo>
                  <a:lnTo>
                    <a:pt x="916244" y="899836"/>
                  </a:lnTo>
                  <a:lnTo>
                    <a:pt x="916351" y="900402"/>
                  </a:lnTo>
                  <a:lnTo>
                    <a:pt x="916458" y="900969"/>
                  </a:lnTo>
                  <a:lnTo>
                    <a:pt x="916565" y="901535"/>
                  </a:lnTo>
                  <a:lnTo>
                    <a:pt x="916671" y="902101"/>
                  </a:lnTo>
                  <a:lnTo>
                    <a:pt x="916778" y="902667"/>
                  </a:lnTo>
                  <a:lnTo>
                    <a:pt x="916885" y="903233"/>
                  </a:lnTo>
                  <a:lnTo>
                    <a:pt x="916992" y="903800"/>
                  </a:lnTo>
                  <a:lnTo>
                    <a:pt x="917099" y="904366"/>
                  </a:lnTo>
                  <a:lnTo>
                    <a:pt x="917205" y="904932"/>
                  </a:lnTo>
                  <a:lnTo>
                    <a:pt x="917312" y="905498"/>
                  </a:lnTo>
                  <a:lnTo>
                    <a:pt x="917419" y="906064"/>
                  </a:lnTo>
                  <a:lnTo>
                    <a:pt x="917526" y="906631"/>
                  </a:lnTo>
                  <a:lnTo>
                    <a:pt x="917633" y="907197"/>
                  </a:lnTo>
                  <a:lnTo>
                    <a:pt x="917739" y="907763"/>
                  </a:lnTo>
                  <a:lnTo>
                    <a:pt x="917846" y="908329"/>
                  </a:lnTo>
                  <a:lnTo>
                    <a:pt x="917953" y="908895"/>
                  </a:lnTo>
                  <a:lnTo>
                    <a:pt x="918059" y="909461"/>
                  </a:lnTo>
                  <a:lnTo>
                    <a:pt x="918166" y="910028"/>
                  </a:lnTo>
                  <a:lnTo>
                    <a:pt x="918273" y="910594"/>
                  </a:lnTo>
                  <a:lnTo>
                    <a:pt x="918380" y="911160"/>
                  </a:lnTo>
                  <a:lnTo>
                    <a:pt x="918486" y="911726"/>
                  </a:lnTo>
                  <a:lnTo>
                    <a:pt x="918593" y="912292"/>
                  </a:lnTo>
                  <a:lnTo>
                    <a:pt x="918700" y="912859"/>
                  </a:lnTo>
                  <a:lnTo>
                    <a:pt x="918806" y="913425"/>
                  </a:lnTo>
                  <a:lnTo>
                    <a:pt x="918913" y="913991"/>
                  </a:lnTo>
                  <a:lnTo>
                    <a:pt x="918990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940342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3835" y="914400"/>
                  </a:lnTo>
                  <a:lnTo>
                    <a:pt x="914399" y="914172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949782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4172"/>
                  </a:lnTo>
                  <a:lnTo>
                    <a:pt x="908654" y="912683"/>
                  </a:lnTo>
                  <a:lnTo>
                    <a:pt x="914206" y="910978"/>
                  </a:lnTo>
                  <a:lnTo>
                    <a:pt x="914400" y="910937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959222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937"/>
                  </a:lnTo>
                  <a:lnTo>
                    <a:pt x="910356" y="909789"/>
                  </a:lnTo>
                  <a:lnTo>
                    <a:pt x="914400" y="909305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968662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305"/>
                  </a:lnTo>
                  <a:lnTo>
                    <a:pt x="906530" y="909117"/>
                  </a:lnTo>
                  <a:lnTo>
                    <a:pt x="906927" y="909088"/>
                  </a:lnTo>
                  <a:lnTo>
                    <a:pt x="907326" y="909059"/>
                  </a:lnTo>
                  <a:lnTo>
                    <a:pt x="907725" y="909030"/>
                  </a:lnTo>
                  <a:lnTo>
                    <a:pt x="908124" y="909000"/>
                  </a:lnTo>
                  <a:lnTo>
                    <a:pt x="908523" y="908971"/>
                  </a:lnTo>
                  <a:lnTo>
                    <a:pt x="908921" y="908942"/>
                  </a:lnTo>
                  <a:lnTo>
                    <a:pt x="909320" y="908913"/>
                  </a:lnTo>
                  <a:lnTo>
                    <a:pt x="909719" y="908884"/>
                  </a:lnTo>
                  <a:lnTo>
                    <a:pt x="910118" y="908855"/>
                  </a:lnTo>
                  <a:lnTo>
                    <a:pt x="910517" y="908825"/>
                  </a:lnTo>
                  <a:lnTo>
                    <a:pt x="910916" y="908796"/>
                  </a:lnTo>
                  <a:lnTo>
                    <a:pt x="911315" y="908767"/>
                  </a:lnTo>
                  <a:lnTo>
                    <a:pt x="911713" y="908738"/>
                  </a:lnTo>
                  <a:lnTo>
                    <a:pt x="912112" y="908709"/>
                  </a:lnTo>
                  <a:lnTo>
                    <a:pt x="912511" y="908680"/>
                  </a:lnTo>
                  <a:lnTo>
                    <a:pt x="912910" y="908651"/>
                  </a:lnTo>
                  <a:lnTo>
                    <a:pt x="913309" y="908622"/>
                  </a:lnTo>
                  <a:lnTo>
                    <a:pt x="913708" y="908593"/>
                  </a:lnTo>
                  <a:lnTo>
                    <a:pt x="914106" y="908564"/>
                  </a:lnTo>
                  <a:lnTo>
                    <a:pt x="914400" y="908543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978103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5" y="908535"/>
                  </a:lnTo>
                  <a:lnTo>
                    <a:pt x="905464" y="908506"/>
                  </a:lnTo>
                  <a:lnTo>
                    <a:pt x="905863" y="908477"/>
                  </a:lnTo>
                  <a:lnTo>
                    <a:pt x="906262" y="908448"/>
                  </a:lnTo>
                  <a:lnTo>
                    <a:pt x="906660" y="908419"/>
                  </a:lnTo>
                  <a:lnTo>
                    <a:pt x="907059" y="908390"/>
                  </a:lnTo>
                  <a:lnTo>
                    <a:pt x="907458" y="908361"/>
                  </a:lnTo>
                  <a:lnTo>
                    <a:pt x="907857" y="908333"/>
                  </a:lnTo>
                  <a:lnTo>
                    <a:pt x="908256" y="908304"/>
                  </a:lnTo>
                  <a:lnTo>
                    <a:pt x="908655" y="908275"/>
                  </a:lnTo>
                  <a:lnTo>
                    <a:pt x="909054" y="908246"/>
                  </a:lnTo>
                  <a:lnTo>
                    <a:pt x="909453" y="908217"/>
                  </a:lnTo>
                  <a:lnTo>
                    <a:pt x="909851" y="908188"/>
                  </a:lnTo>
                  <a:lnTo>
                    <a:pt x="910250" y="908159"/>
                  </a:lnTo>
                  <a:lnTo>
                    <a:pt x="910649" y="908131"/>
                  </a:lnTo>
                  <a:lnTo>
                    <a:pt x="911048" y="908102"/>
                  </a:lnTo>
                  <a:lnTo>
                    <a:pt x="911447" y="908073"/>
                  </a:lnTo>
                  <a:lnTo>
                    <a:pt x="911846" y="908044"/>
                  </a:lnTo>
                  <a:lnTo>
                    <a:pt x="912245" y="908016"/>
                  </a:lnTo>
                  <a:lnTo>
                    <a:pt x="912644" y="907987"/>
                  </a:lnTo>
                  <a:lnTo>
                    <a:pt x="913043" y="907958"/>
                  </a:lnTo>
                  <a:lnTo>
                    <a:pt x="913441" y="907929"/>
                  </a:lnTo>
                  <a:lnTo>
                    <a:pt x="913840" y="907901"/>
                  </a:lnTo>
                  <a:lnTo>
                    <a:pt x="914239" y="907872"/>
                  </a:lnTo>
                  <a:lnTo>
                    <a:pt x="914400" y="90786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987543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860"/>
                  </a:lnTo>
                  <a:lnTo>
                    <a:pt x="905198" y="907843"/>
                  </a:lnTo>
                  <a:lnTo>
                    <a:pt x="905597" y="907815"/>
                  </a:lnTo>
                  <a:lnTo>
                    <a:pt x="905996" y="907786"/>
                  </a:lnTo>
                  <a:lnTo>
                    <a:pt x="906395" y="907757"/>
                  </a:lnTo>
                  <a:lnTo>
                    <a:pt x="906793" y="907729"/>
                  </a:lnTo>
                  <a:lnTo>
                    <a:pt x="907192" y="907700"/>
                  </a:lnTo>
                  <a:lnTo>
                    <a:pt x="907591" y="907671"/>
                  </a:lnTo>
                  <a:lnTo>
                    <a:pt x="907990" y="907643"/>
                  </a:lnTo>
                  <a:lnTo>
                    <a:pt x="908389" y="907614"/>
                  </a:lnTo>
                  <a:lnTo>
                    <a:pt x="908788" y="907586"/>
                  </a:lnTo>
                  <a:lnTo>
                    <a:pt x="909187" y="907557"/>
                  </a:lnTo>
                  <a:lnTo>
                    <a:pt x="909586" y="907529"/>
                  </a:lnTo>
                  <a:lnTo>
                    <a:pt x="909985" y="907500"/>
                  </a:lnTo>
                  <a:lnTo>
                    <a:pt x="910384" y="907472"/>
                  </a:lnTo>
                  <a:lnTo>
                    <a:pt x="910783" y="907443"/>
                  </a:lnTo>
                  <a:lnTo>
                    <a:pt x="911181" y="907415"/>
                  </a:lnTo>
                  <a:lnTo>
                    <a:pt x="911580" y="907386"/>
                  </a:lnTo>
                  <a:lnTo>
                    <a:pt x="911979" y="907358"/>
                  </a:lnTo>
                  <a:lnTo>
                    <a:pt x="912378" y="907329"/>
                  </a:lnTo>
                  <a:lnTo>
                    <a:pt x="912777" y="907301"/>
                  </a:lnTo>
                  <a:lnTo>
                    <a:pt x="913176" y="907272"/>
                  </a:lnTo>
                  <a:lnTo>
                    <a:pt x="913575" y="907244"/>
                  </a:lnTo>
                  <a:lnTo>
                    <a:pt x="913974" y="907216"/>
                  </a:lnTo>
                  <a:lnTo>
                    <a:pt x="914400" y="907185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996983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7185"/>
                  </a:lnTo>
                  <a:lnTo>
                    <a:pt x="905332" y="907159"/>
                  </a:lnTo>
                  <a:lnTo>
                    <a:pt x="905731" y="907130"/>
                  </a:lnTo>
                  <a:lnTo>
                    <a:pt x="906129" y="907102"/>
                  </a:lnTo>
                  <a:lnTo>
                    <a:pt x="906528" y="907074"/>
                  </a:lnTo>
                  <a:lnTo>
                    <a:pt x="906927" y="907045"/>
                  </a:lnTo>
                  <a:lnTo>
                    <a:pt x="907326" y="907017"/>
                  </a:lnTo>
                  <a:lnTo>
                    <a:pt x="907725" y="906989"/>
                  </a:lnTo>
                  <a:lnTo>
                    <a:pt x="908124" y="906960"/>
                  </a:lnTo>
                  <a:lnTo>
                    <a:pt x="908523" y="906932"/>
                  </a:lnTo>
                  <a:lnTo>
                    <a:pt x="908922" y="906904"/>
                  </a:lnTo>
                  <a:lnTo>
                    <a:pt x="909321" y="906876"/>
                  </a:lnTo>
                  <a:lnTo>
                    <a:pt x="909720" y="906847"/>
                  </a:lnTo>
                  <a:lnTo>
                    <a:pt x="910119" y="906819"/>
                  </a:lnTo>
                  <a:lnTo>
                    <a:pt x="910518" y="906791"/>
                  </a:lnTo>
                  <a:lnTo>
                    <a:pt x="910917" y="906763"/>
                  </a:lnTo>
                  <a:lnTo>
                    <a:pt x="911316" y="906735"/>
                  </a:lnTo>
                  <a:lnTo>
                    <a:pt x="911715" y="906706"/>
                  </a:lnTo>
                  <a:lnTo>
                    <a:pt x="912114" y="906678"/>
                  </a:lnTo>
                  <a:lnTo>
                    <a:pt x="912513" y="906650"/>
                  </a:lnTo>
                  <a:lnTo>
                    <a:pt x="912912" y="906622"/>
                  </a:lnTo>
                  <a:lnTo>
                    <a:pt x="913311" y="906594"/>
                  </a:lnTo>
                  <a:lnTo>
                    <a:pt x="913710" y="906566"/>
                  </a:lnTo>
                  <a:lnTo>
                    <a:pt x="914109" y="906538"/>
                  </a:lnTo>
                  <a:lnTo>
                    <a:pt x="914399" y="906517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3006423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7" y="906510"/>
                  </a:lnTo>
                  <a:lnTo>
                    <a:pt x="905466" y="906481"/>
                  </a:lnTo>
                  <a:lnTo>
                    <a:pt x="905865" y="906453"/>
                  </a:lnTo>
                  <a:lnTo>
                    <a:pt x="906264" y="906425"/>
                  </a:lnTo>
                  <a:lnTo>
                    <a:pt x="906663" y="906397"/>
                  </a:lnTo>
                  <a:lnTo>
                    <a:pt x="907062" y="906369"/>
                  </a:lnTo>
                  <a:lnTo>
                    <a:pt x="907461" y="906341"/>
                  </a:lnTo>
                  <a:lnTo>
                    <a:pt x="907860" y="906313"/>
                  </a:lnTo>
                  <a:lnTo>
                    <a:pt x="908259" y="906285"/>
                  </a:lnTo>
                  <a:lnTo>
                    <a:pt x="908658" y="906257"/>
                  </a:lnTo>
                  <a:lnTo>
                    <a:pt x="909057" y="906229"/>
                  </a:lnTo>
                  <a:lnTo>
                    <a:pt x="909456" y="906201"/>
                  </a:lnTo>
                  <a:lnTo>
                    <a:pt x="909855" y="906173"/>
                  </a:lnTo>
                  <a:lnTo>
                    <a:pt x="910254" y="906146"/>
                  </a:lnTo>
                  <a:lnTo>
                    <a:pt x="910653" y="906118"/>
                  </a:lnTo>
                  <a:lnTo>
                    <a:pt x="911052" y="906090"/>
                  </a:lnTo>
                  <a:lnTo>
                    <a:pt x="911451" y="906062"/>
                  </a:lnTo>
                  <a:lnTo>
                    <a:pt x="911850" y="906034"/>
                  </a:lnTo>
                  <a:lnTo>
                    <a:pt x="912249" y="906006"/>
                  </a:lnTo>
                  <a:lnTo>
                    <a:pt x="912648" y="905978"/>
                  </a:lnTo>
                  <a:lnTo>
                    <a:pt x="913047" y="905950"/>
                  </a:lnTo>
                  <a:lnTo>
                    <a:pt x="913446" y="905923"/>
                  </a:lnTo>
                  <a:lnTo>
                    <a:pt x="913845" y="905895"/>
                  </a:lnTo>
                  <a:lnTo>
                    <a:pt x="914244" y="905867"/>
                  </a:lnTo>
                  <a:lnTo>
                    <a:pt x="914400" y="905856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3015864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5856"/>
                  </a:lnTo>
                  <a:lnTo>
                    <a:pt x="905203" y="905839"/>
                  </a:lnTo>
                  <a:lnTo>
                    <a:pt x="905602" y="905811"/>
                  </a:lnTo>
                  <a:lnTo>
                    <a:pt x="906001" y="905784"/>
                  </a:lnTo>
                  <a:lnTo>
                    <a:pt x="906400" y="905756"/>
                  </a:lnTo>
                  <a:lnTo>
                    <a:pt x="906799" y="905728"/>
                  </a:lnTo>
                  <a:lnTo>
                    <a:pt x="907198" y="905700"/>
                  </a:lnTo>
                  <a:lnTo>
                    <a:pt x="907597" y="905673"/>
                  </a:lnTo>
                  <a:lnTo>
                    <a:pt x="907996" y="905645"/>
                  </a:lnTo>
                  <a:lnTo>
                    <a:pt x="908395" y="905617"/>
                  </a:lnTo>
                  <a:lnTo>
                    <a:pt x="908794" y="905590"/>
                  </a:lnTo>
                  <a:lnTo>
                    <a:pt x="909193" y="905562"/>
                  </a:lnTo>
                  <a:lnTo>
                    <a:pt x="909592" y="905534"/>
                  </a:lnTo>
                  <a:lnTo>
                    <a:pt x="909991" y="905507"/>
                  </a:lnTo>
                  <a:lnTo>
                    <a:pt x="910390" y="905479"/>
                  </a:lnTo>
                  <a:lnTo>
                    <a:pt x="914399" y="905411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3025304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411"/>
                  </a:lnTo>
                  <a:lnTo>
                    <a:pt x="907297" y="905371"/>
                  </a:lnTo>
                  <a:lnTo>
                    <a:pt x="913638" y="905925"/>
                  </a:lnTo>
                  <a:lnTo>
                    <a:pt x="914400" y="906031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3034744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031"/>
                  </a:lnTo>
                  <a:lnTo>
                    <a:pt x="914400" y="90735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3044184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350"/>
                  </a:lnTo>
                  <a:lnTo>
                    <a:pt x="914400" y="90866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3053625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668"/>
                  </a:lnTo>
                  <a:lnTo>
                    <a:pt x="914399" y="909987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3063065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7"/>
                  </a:lnTo>
                  <a:lnTo>
                    <a:pt x="914400" y="9112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3072505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1238"/>
                  </a:lnTo>
                  <a:lnTo>
                    <a:pt x="905451" y="911077"/>
                  </a:lnTo>
                  <a:lnTo>
                    <a:pt x="905994" y="910899"/>
                  </a:lnTo>
                  <a:lnTo>
                    <a:pt x="906538" y="910721"/>
                  </a:lnTo>
                  <a:lnTo>
                    <a:pt x="907081" y="910543"/>
                  </a:lnTo>
                  <a:lnTo>
                    <a:pt x="907624" y="910366"/>
                  </a:lnTo>
                  <a:lnTo>
                    <a:pt x="908167" y="910188"/>
                  </a:lnTo>
                  <a:lnTo>
                    <a:pt x="908710" y="910010"/>
                  </a:lnTo>
                  <a:lnTo>
                    <a:pt x="909254" y="909833"/>
                  </a:lnTo>
                  <a:lnTo>
                    <a:pt x="909797" y="909655"/>
                  </a:lnTo>
                  <a:lnTo>
                    <a:pt x="910340" y="909478"/>
                  </a:lnTo>
                  <a:lnTo>
                    <a:pt x="910883" y="909300"/>
                  </a:lnTo>
                  <a:lnTo>
                    <a:pt x="911426" y="909123"/>
                  </a:lnTo>
                  <a:lnTo>
                    <a:pt x="911970" y="908945"/>
                  </a:lnTo>
                  <a:lnTo>
                    <a:pt x="912513" y="908768"/>
                  </a:lnTo>
                  <a:lnTo>
                    <a:pt x="913056" y="908590"/>
                  </a:lnTo>
                  <a:lnTo>
                    <a:pt x="913600" y="908413"/>
                  </a:lnTo>
                  <a:lnTo>
                    <a:pt x="914143" y="908236"/>
                  </a:lnTo>
                  <a:lnTo>
                    <a:pt x="914399" y="908152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3081945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152"/>
                  </a:lnTo>
                  <a:lnTo>
                    <a:pt x="905246" y="908058"/>
                  </a:lnTo>
                  <a:lnTo>
                    <a:pt x="905790" y="907881"/>
                  </a:lnTo>
                  <a:lnTo>
                    <a:pt x="906333" y="907704"/>
                  </a:lnTo>
                  <a:lnTo>
                    <a:pt x="906876" y="907526"/>
                  </a:lnTo>
                  <a:lnTo>
                    <a:pt x="907420" y="907349"/>
                  </a:lnTo>
                  <a:lnTo>
                    <a:pt x="907963" y="907172"/>
                  </a:lnTo>
                  <a:lnTo>
                    <a:pt x="908507" y="906995"/>
                  </a:lnTo>
                  <a:lnTo>
                    <a:pt x="909050" y="906817"/>
                  </a:lnTo>
                  <a:lnTo>
                    <a:pt x="909593" y="906640"/>
                  </a:lnTo>
                  <a:lnTo>
                    <a:pt x="910137" y="906463"/>
                  </a:lnTo>
                  <a:lnTo>
                    <a:pt x="910680" y="906286"/>
                  </a:lnTo>
                  <a:lnTo>
                    <a:pt x="911224" y="906109"/>
                  </a:lnTo>
                  <a:lnTo>
                    <a:pt x="911767" y="905932"/>
                  </a:lnTo>
                  <a:lnTo>
                    <a:pt x="912311" y="905755"/>
                  </a:lnTo>
                  <a:lnTo>
                    <a:pt x="912855" y="905578"/>
                  </a:lnTo>
                  <a:lnTo>
                    <a:pt x="913398" y="905401"/>
                  </a:lnTo>
                  <a:lnTo>
                    <a:pt x="913942" y="905224"/>
                  </a:lnTo>
                  <a:lnTo>
                    <a:pt x="914400" y="905075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3091386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45" y="905047"/>
                  </a:lnTo>
                  <a:lnTo>
                    <a:pt x="905589" y="904870"/>
                  </a:lnTo>
                  <a:lnTo>
                    <a:pt x="906132" y="904693"/>
                  </a:lnTo>
                  <a:lnTo>
                    <a:pt x="911753" y="903133"/>
                  </a:lnTo>
                  <a:lnTo>
                    <a:pt x="914400" y="90264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3100826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649"/>
                  </a:lnTo>
                  <a:lnTo>
                    <a:pt x="907968" y="902100"/>
                  </a:lnTo>
                  <a:lnTo>
                    <a:pt x="913645" y="901595"/>
                  </a:lnTo>
                  <a:lnTo>
                    <a:pt x="913989" y="901581"/>
                  </a:lnTo>
                  <a:lnTo>
                    <a:pt x="914400" y="901564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3110266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1564"/>
                  </a:lnTo>
                  <a:lnTo>
                    <a:pt x="905242" y="901552"/>
                  </a:lnTo>
                  <a:lnTo>
                    <a:pt x="905589" y="901537"/>
                  </a:lnTo>
                  <a:lnTo>
                    <a:pt x="905935" y="901523"/>
                  </a:lnTo>
                  <a:lnTo>
                    <a:pt x="906282" y="901508"/>
                  </a:lnTo>
                  <a:lnTo>
                    <a:pt x="906628" y="901494"/>
                  </a:lnTo>
                  <a:lnTo>
                    <a:pt x="906975" y="901479"/>
                  </a:lnTo>
                  <a:lnTo>
                    <a:pt x="907321" y="901465"/>
                  </a:lnTo>
                  <a:lnTo>
                    <a:pt x="907668" y="901450"/>
                  </a:lnTo>
                  <a:lnTo>
                    <a:pt x="908014" y="901436"/>
                  </a:lnTo>
                  <a:lnTo>
                    <a:pt x="908361" y="901421"/>
                  </a:lnTo>
                  <a:lnTo>
                    <a:pt x="908707" y="901407"/>
                  </a:lnTo>
                  <a:lnTo>
                    <a:pt x="909054" y="901392"/>
                  </a:lnTo>
                  <a:lnTo>
                    <a:pt x="909400" y="901378"/>
                  </a:lnTo>
                  <a:lnTo>
                    <a:pt x="909747" y="901363"/>
                  </a:lnTo>
                  <a:lnTo>
                    <a:pt x="910093" y="901349"/>
                  </a:lnTo>
                  <a:lnTo>
                    <a:pt x="910440" y="901335"/>
                  </a:lnTo>
                  <a:lnTo>
                    <a:pt x="910786" y="901320"/>
                  </a:lnTo>
                  <a:lnTo>
                    <a:pt x="911133" y="901306"/>
                  </a:lnTo>
                  <a:lnTo>
                    <a:pt x="911479" y="901291"/>
                  </a:lnTo>
                  <a:lnTo>
                    <a:pt x="911826" y="901277"/>
                  </a:lnTo>
                  <a:lnTo>
                    <a:pt x="912172" y="901263"/>
                  </a:lnTo>
                  <a:lnTo>
                    <a:pt x="912519" y="901248"/>
                  </a:lnTo>
                  <a:lnTo>
                    <a:pt x="912865" y="901234"/>
                  </a:lnTo>
                  <a:lnTo>
                    <a:pt x="913212" y="901220"/>
                  </a:lnTo>
                  <a:lnTo>
                    <a:pt x="913558" y="901205"/>
                  </a:lnTo>
                  <a:lnTo>
                    <a:pt x="913905" y="901191"/>
                  </a:lnTo>
                  <a:lnTo>
                    <a:pt x="914251" y="901177"/>
                  </a:lnTo>
                  <a:lnTo>
                    <a:pt x="914399" y="90117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3119706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170"/>
                  </a:lnTo>
                  <a:lnTo>
                    <a:pt x="905158" y="901162"/>
                  </a:lnTo>
                  <a:lnTo>
                    <a:pt x="905504" y="901148"/>
                  </a:lnTo>
                  <a:lnTo>
                    <a:pt x="905851" y="901134"/>
                  </a:lnTo>
                  <a:lnTo>
                    <a:pt x="906197" y="901119"/>
                  </a:lnTo>
                  <a:lnTo>
                    <a:pt x="906544" y="901105"/>
                  </a:lnTo>
                  <a:lnTo>
                    <a:pt x="906890" y="901091"/>
                  </a:lnTo>
                  <a:lnTo>
                    <a:pt x="907237" y="901077"/>
                  </a:lnTo>
                  <a:lnTo>
                    <a:pt x="907583" y="901062"/>
                  </a:lnTo>
                  <a:lnTo>
                    <a:pt x="907930" y="901048"/>
                  </a:lnTo>
                  <a:lnTo>
                    <a:pt x="908276" y="901034"/>
                  </a:lnTo>
                  <a:lnTo>
                    <a:pt x="908623" y="901020"/>
                  </a:lnTo>
                  <a:lnTo>
                    <a:pt x="908970" y="901006"/>
                  </a:lnTo>
                  <a:lnTo>
                    <a:pt x="909316" y="900991"/>
                  </a:lnTo>
                  <a:lnTo>
                    <a:pt x="909663" y="900977"/>
                  </a:lnTo>
                  <a:lnTo>
                    <a:pt x="910009" y="900963"/>
                  </a:lnTo>
                  <a:lnTo>
                    <a:pt x="910356" y="900949"/>
                  </a:lnTo>
                  <a:lnTo>
                    <a:pt x="910702" y="900935"/>
                  </a:lnTo>
                  <a:lnTo>
                    <a:pt x="911049" y="900921"/>
                  </a:lnTo>
                  <a:lnTo>
                    <a:pt x="911395" y="900906"/>
                  </a:lnTo>
                  <a:lnTo>
                    <a:pt x="911742" y="900892"/>
                  </a:lnTo>
                  <a:lnTo>
                    <a:pt x="912088" y="900878"/>
                  </a:lnTo>
                  <a:lnTo>
                    <a:pt x="912435" y="900864"/>
                  </a:lnTo>
                  <a:lnTo>
                    <a:pt x="912781" y="900850"/>
                  </a:lnTo>
                  <a:lnTo>
                    <a:pt x="913128" y="900836"/>
                  </a:lnTo>
                  <a:lnTo>
                    <a:pt x="913474" y="900822"/>
                  </a:lnTo>
                  <a:lnTo>
                    <a:pt x="913821" y="900808"/>
                  </a:lnTo>
                  <a:lnTo>
                    <a:pt x="914168" y="900794"/>
                  </a:lnTo>
                  <a:lnTo>
                    <a:pt x="914400" y="900784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3129147" y="215022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74" y="918350"/>
                  </a:lnTo>
                  <a:lnTo>
                    <a:pt x="905420" y="918335"/>
                  </a:lnTo>
                  <a:lnTo>
                    <a:pt x="905767" y="918321"/>
                  </a:lnTo>
                  <a:lnTo>
                    <a:pt x="906113" y="918307"/>
                  </a:lnTo>
                  <a:lnTo>
                    <a:pt x="906460" y="918293"/>
                  </a:lnTo>
                  <a:lnTo>
                    <a:pt x="906807" y="918279"/>
                  </a:lnTo>
                  <a:lnTo>
                    <a:pt x="907153" y="918265"/>
                  </a:lnTo>
                  <a:lnTo>
                    <a:pt x="907500" y="918251"/>
                  </a:lnTo>
                  <a:lnTo>
                    <a:pt x="909169" y="918259"/>
                  </a:lnTo>
                  <a:lnTo>
                    <a:pt x="909282" y="917885"/>
                  </a:lnTo>
                  <a:lnTo>
                    <a:pt x="909397" y="917498"/>
                  </a:lnTo>
                  <a:lnTo>
                    <a:pt x="909513" y="917112"/>
                  </a:lnTo>
                  <a:lnTo>
                    <a:pt x="909629" y="916725"/>
                  </a:lnTo>
                  <a:lnTo>
                    <a:pt x="909745" y="916339"/>
                  </a:lnTo>
                  <a:lnTo>
                    <a:pt x="909861" y="915952"/>
                  </a:lnTo>
                  <a:lnTo>
                    <a:pt x="909976" y="915566"/>
                  </a:lnTo>
                  <a:lnTo>
                    <a:pt x="910352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312914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313858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314802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315746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316690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317634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3185788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319522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320466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321410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322354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323298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3242429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325187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326131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327075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328019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328963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329907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330851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331795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332739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333683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334627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335571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336515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337459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3384033" y="216779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11"/>
                  </a:lnTo>
                  <a:lnTo>
                    <a:pt x="923278" y="907906"/>
                  </a:lnTo>
                  <a:lnTo>
                    <a:pt x="922456" y="910973"/>
                  </a:lnTo>
                  <a:lnTo>
                    <a:pt x="921634" y="914041"/>
                  </a:lnTo>
                  <a:lnTo>
                    <a:pt x="921538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3393473" y="2150222"/>
              <a:ext cx="916811" cy="923381"/>
            </a:xfrm>
            <a:custGeom>
              <a:avLst/>
              <a:pathLst>
                <a:path w="916811" h="923381">
                  <a:moveTo>
                    <a:pt x="914400" y="914400"/>
                  </a:moveTo>
                  <a:lnTo>
                    <a:pt x="916811" y="914400"/>
                  </a:lnTo>
                  <a:lnTo>
                    <a:pt x="916307" y="916275"/>
                  </a:lnTo>
                  <a:lnTo>
                    <a:pt x="915483" y="919342"/>
                  </a:lnTo>
                  <a:lnTo>
                    <a:pt x="914660" y="922409"/>
                  </a:lnTo>
                  <a:lnTo>
                    <a:pt x="914400" y="923381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383368" y="2132652"/>
              <a:ext cx="914399" cy="919470"/>
            </a:xfrm>
            <a:custGeom>
              <a:avLst/>
              <a:pathLst>
                <a:path w="914399" h="919470">
                  <a:moveTo>
                    <a:pt x="914399" y="914400"/>
                  </a:moveTo>
                  <a:lnTo>
                    <a:pt x="914399" y="919470"/>
                  </a:lnTo>
                  <a:lnTo>
                    <a:pt x="914134" y="918889"/>
                  </a:lnTo>
                  <a:lnTo>
                    <a:pt x="913337" y="917142"/>
                  </a:lnTo>
                  <a:lnTo>
                    <a:pt x="912157" y="914400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383368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94" y="931969"/>
                  </a:lnTo>
                  <a:lnTo>
                    <a:pt x="919668" y="931033"/>
                  </a:lnTo>
                  <a:lnTo>
                    <a:pt x="918878" y="929298"/>
                  </a:lnTo>
                  <a:lnTo>
                    <a:pt x="918088" y="927563"/>
                  </a:lnTo>
                  <a:lnTo>
                    <a:pt x="917298" y="925828"/>
                  </a:lnTo>
                  <a:lnTo>
                    <a:pt x="916507" y="924093"/>
                  </a:lnTo>
                  <a:lnTo>
                    <a:pt x="915716" y="922358"/>
                  </a:lnTo>
                  <a:lnTo>
                    <a:pt x="914925" y="920624"/>
                  </a:lnTo>
                  <a:lnTo>
                    <a:pt x="914399" y="91947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39280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402248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41168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421129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43056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44000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44944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45889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46833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47777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248721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249665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2506091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251553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252497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253441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543852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55329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56273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57217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58161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59105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600493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60993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619374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62881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63825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64769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65713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66657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67601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68545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694896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713776" y="215022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89" y="896830"/>
                  </a:lnTo>
                  <a:lnTo>
                    <a:pt x="914320" y="907220"/>
                  </a:lnTo>
                  <a:lnTo>
                    <a:pt x="914399" y="907640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713776" y="2150222"/>
              <a:ext cx="915676" cy="914400"/>
            </a:xfrm>
            <a:custGeom>
              <a:avLst/>
              <a:pathLst>
                <a:path w="915676" h="914400">
                  <a:moveTo>
                    <a:pt x="914399" y="914400"/>
                  </a:moveTo>
                  <a:lnTo>
                    <a:pt x="914399" y="907640"/>
                  </a:lnTo>
                  <a:lnTo>
                    <a:pt x="914426" y="907781"/>
                  </a:lnTo>
                  <a:lnTo>
                    <a:pt x="914533" y="908347"/>
                  </a:lnTo>
                  <a:lnTo>
                    <a:pt x="914640" y="908913"/>
                  </a:lnTo>
                  <a:lnTo>
                    <a:pt x="914747" y="909479"/>
                  </a:lnTo>
                  <a:lnTo>
                    <a:pt x="914854" y="910046"/>
                  </a:lnTo>
                  <a:lnTo>
                    <a:pt x="914961" y="910612"/>
                  </a:lnTo>
                  <a:lnTo>
                    <a:pt x="915068" y="911178"/>
                  </a:lnTo>
                  <a:lnTo>
                    <a:pt x="915175" y="911744"/>
                  </a:lnTo>
                  <a:lnTo>
                    <a:pt x="915282" y="912310"/>
                  </a:lnTo>
                  <a:lnTo>
                    <a:pt x="915389" y="912876"/>
                  </a:lnTo>
                  <a:lnTo>
                    <a:pt x="915496" y="913443"/>
                  </a:lnTo>
                  <a:lnTo>
                    <a:pt x="915603" y="914009"/>
                  </a:lnTo>
                  <a:lnTo>
                    <a:pt x="915676" y="914400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3129147" y="215022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352" y="914400"/>
                  </a:lnTo>
                  <a:lnTo>
                    <a:pt x="913645" y="904182"/>
                  </a:lnTo>
                  <a:lnTo>
                    <a:pt x="914400" y="902144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3138587" y="213265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714"/>
                  </a:lnTo>
                  <a:lnTo>
                    <a:pt x="906926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313858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314802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315746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316690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317634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3185788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319522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320466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321410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322354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323298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3242429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325187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326131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327075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328019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328963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329907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330851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331795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332739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333683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334627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335571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336515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337459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338403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3393473" y="2150222"/>
              <a:ext cx="921032" cy="914400"/>
            </a:xfrm>
            <a:custGeom>
              <a:avLst/>
              <a:pathLst>
                <a:path w="92103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032" y="896830"/>
                  </a:lnTo>
                  <a:lnTo>
                    <a:pt x="919658" y="903146"/>
                  </a:lnTo>
                  <a:lnTo>
                    <a:pt x="917136" y="913189"/>
                  </a:lnTo>
                  <a:lnTo>
                    <a:pt x="916811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383368" y="2115082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157" y="931969"/>
                  </a:lnTo>
                  <a:lnTo>
                    <a:pt x="909304" y="925343"/>
                  </a:lnTo>
                  <a:lnTo>
                    <a:pt x="905564" y="915562"/>
                  </a:lnTo>
                  <a:lnTo>
                    <a:pt x="905171" y="914400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383368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39280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402248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41168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421129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43056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44000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44944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45889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46833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47777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48721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49665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506091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51553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52497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53441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543852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55329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56273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57217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58161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59105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600493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260993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2619374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262881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263825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264769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265713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266657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267601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268545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2694896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2704336" y="2132652"/>
              <a:ext cx="921629" cy="914400"/>
            </a:xfrm>
            <a:custGeom>
              <a:avLst/>
              <a:pathLst>
                <a:path w="92162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185" y="896830"/>
                  </a:lnTo>
                  <a:lnTo>
                    <a:pt x="919202" y="904216"/>
                  </a:lnTo>
                  <a:lnTo>
                    <a:pt x="921629" y="91440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3138587" y="211508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926" y="931969"/>
                  </a:lnTo>
                  <a:lnTo>
                    <a:pt x="908251" y="928390"/>
                  </a:lnTo>
                  <a:lnTo>
                    <a:pt x="908445" y="927900"/>
                  </a:lnTo>
                  <a:lnTo>
                    <a:pt x="908641" y="927404"/>
                  </a:lnTo>
                  <a:lnTo>
                    <a:pt x="908838" y="926908"/>
                  </a:lnTo>
                  <a:lnTo>
                    <a:pt x="909034" y="926412"/>
                  </a:lnTo>
                  <a:lnTo>
                    <a:pt x="909230" y="925916"/>
                  </a:lnTo>
                  <a:lnTo>
                    <a:pt x="909427" y="925420"/>
                  </a:lnTo>
                  <a:lnTo>
                    <a:pt x="909623" y="924924"/>
                  </a:lnTo>
                  <a:lnTo>
                    <a:pt x="909819" y="924428"/>
                  </a:lnTo>
                  <a:lnTo>
                    <a:pt x="910016" y="923932"/>
                  </a:lnTo>
                  <a:lnTo>
                    <a:pt x="910212" y="923436"/>
                  </a:lnTo>
                  <a:lnTo>
                    <a:pt x="910408" y="922939"/>
                  </a:lnTo>
                  <a:lnTo>
                    <a:pt x="910605" y="922443"/>
                  </a:lnTo>
                  <a:lnTo>
                    <a:pt x="910801" y="921947"/>
                  </a:lnTo>
                  <a:lnTo>
                    <a:pt x="910998" y="921451"/>
                  </a:lnTo>
                  <a:lnTo>
                    <a:pt x="911194" y="920955"/>
                  </a:lnTo>
                  <a:lnTo>
                    <a:pt x="911391" y="920459"/>
                  </a:lnTo>
                  <a:lnTo>
                    <a:pt x="911587" y="919963"/>
                  </a:lnTo>
                  <a:lnTo>
                    <a:pt x="911784" y="919467"/>
                  </a:lnTo>
                  <a:lnTo>
                    <a:pt x="911980" y="918971"/>
                  </a:lnTo>
                  <a:lnTo>
                    <a:pt x="912177" y="918475"/>
                  </a:lnTo>
                  <a:lnTo>
                    <a:pt x="912374" y="917979"/>
                  </a:lnTo>
                  <a:lnTo>
                    <a:pt x="912570" y="917483"/>
                  </a:lnTo>
                  <a:lnTo>
                    <a:pt x="912767" y="916987"/>
                  </a:lnTo>
                  <a:lnTo>
                    <a:pt x="912963" y="916491"/>
                  </a:lnTo>
                  <a:lnTo>
                    <a:pt x="913160" y="915995"/>
                  </a:lnTo>
                  <a:lnTo>
                    <a:pt x="913357" y="915499"/>
                  </a:lnTo>
                  <a:lnTo>
                    <a:pt x="913553" y="915003"/>
                  </a:lnTo>
                  <a:lnTo>
                    <a:pt x="913792" y="914400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313858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314802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315746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316690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317634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3185788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319522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320466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321410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322354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323298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3242429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325187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326131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327075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328019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328963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329907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330851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331795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32739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333683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334627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335571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336515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337459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338403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3393473" y="213265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36" y="899957"/>
                  </a:lnTo>
                  <a:lnTo>
                    <a:pt x="921894" y="910439"/>
                  </a:lnTo>
                  <a:lnTo>
                    <a:pt x="921032" y="914400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3402913" y="2115082"/>
              <a:ext cx="914879" cy="917505"/>
            </a:xfrm>
            <a:custGeom>
              <a:avLst/>
              <a:pathLst>
                <a:path w="914879" h="917505">
                  <a:moveTo>
                    <a:pt x="914400" y="914400"/>
                  </a:moveTo>
                  <a:lnTo>
                    <a:pt x="914879" y="914400"/>
                  </a:lnTo>
                  <a:lnTo>
                    <a:pt x="914400" y="917505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2373927" y="2097513"/>
              <a:ext cx="914400" cy="931343"/>
            </a:xfrm>
            <a:custGeom>
              <a:avLst/>
              <a:pathLst>
                <a:path w="914400" h="931343">
                  <a:moveTo>
                    <a:pt x="914400" y="914400"/>
                  </a:moveTo>
                  <a:lnTo>
                    <a:pt x="914400" y="931343"/>
                  </a:lnTo>
                  <a:lnTo>
                    <a:pt x="911569" y="922970"/>
                  </a:lnTo>
                  <a:lnTo>
                    <a:pt x="911438" y="922527"/>
                  </a:lnTo>
                  <a:lnTo>
                    <a:pt x="907999" y="918269"/>
                  </a:lnTo>
                  <a:lnTo>
                    <a:pt x="905203" y="914400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237392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11" y="931969"/>
                  </a:lnTo>
                  <a:lnTo>
                    <a:pt x="914400" y="931343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2383368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239280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2402248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241168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2421129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243056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44000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44944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45889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46833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47777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48721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49665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506091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51553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52497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53441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543852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55329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256273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257217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258161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259105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2600493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260993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2619374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262881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263825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264769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265713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266657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267601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268545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2704336" y="211508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624" y="896830"/>
                  </a:lnTo>
                  <a:lnTo>
                    <a:pt x="913504" y="902220"/>
                  </a:lnTo>
                  <a:lnTo>
                    <a:pt x="914400" y="90510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2704336" y="2115082"/>
              <a:ext cx="917185" cy="914400"/>
            </a:xfrm>
            <a:custGeom>
              <a:avLst/>
              <a:pathLst>
                <a:path w="917185" h="914400">
                  <a:moveTo>
                    <a:pt x="914400" y="914400"/>
                  </a:moveTo>
                  <a:lnTo>
                    <a:pt x="914400" y="905109"/>
                  </a:lnTo>
                  <a:lnTo>
                    <a:pt x="916492" y="911863"/>
                  </a:lnTo>
                  <a:lnTo>
                    <a:pt x="917185" y="914400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3138587" y="211508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792" y="914400"/>
                  </a:lnTo>
                  <a:lnTo>
                    <a:pt x="913947" y="914011"/>
                  </a:lnTo>
                  <a:lnTo>
                    <a:pt x="914143" y="913515"/>
                  </a:lnTo>
                  <a:lnTo>
                    <a:pt x="914340" y="913019"/>
                  </a:lnTo>
                  <a:lnTo>
                    <a:pt x="914400" y="9128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3148027" y="209751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439"/>
                  </a:lnTo>
                  <a:lnTo>
                    <a:pt x="905096" y="930093"/>
                  </a:lnTo>
                  <a:lnTo>
                    <a:pt x="905293" y="929597"/>
                  </a:lnTo>
                  <a:lnTo>
                    <a:pt x="905490" y="929101"/>
                  </a:lnTo>
                  <a:lnTo>
                    <a:pt x="905687" y="928605"/>
                  </a:lnTo>
                  <a:lnTo>
                    <a:pt x="905884" y="928109"/>
                  </a:lnTo>
                  <a:lnTo>
                    <a:pt x="906080" y="927613"/>
                  </a:lnTo>
                  <a:lnTo>
                    <a:pt x="906277" y="927117"/>
                  </a:lnTo>
                  <a:lnTo>
                    <a:pt x="906474" y="926621"/>
                  </a:lnTo>
                  <a:lnTo>
                    <a:pt x="906671" y="926125"/>
                  </a:lnTo>
                  <a:lnTo>
                    <a:pt x="906868" y="925629"/>
                  </a:lnTo>
                  <a:lnTo>
                    <a:pt x="907065" y="925133"/>
                  </a:lnTo>
                  <a:lnTo>
                    <a:pt x="907261" y="924637"/>
                  </a:lnTo>
                  <a:lnTo>
                    <a:pt x="907458" y="924141"/>
                  </a:lnTo>
                  <a:lnTo>
                    <a:pt x="907655" y="923645"/>
                  </a:lnTo>
                  <a:lnTo>
                    <a:pt x="907852" y="923149"/>
                  </a:lnTo>
                  <a:lnTo>
                    <a:pt x="908049" y="922653"/>
                  </a:lnTo>
                  <a:lnTo>
                    <a:pt x="908246" y="922157"/>
                  </a:lnTo>
                  <a:lnTo>
                    <a:pt x="908443" y="921661"/>
                  </a:lnTo>
                  <a:lnTo>
                    <a:pt x="908640" y="921165"/>
                  </a:lnTo>
                  <a:lnTo>
                    <a:pt x="908837" y="920669"/>
                  </a:lnTo>
                  <a:lnTo>
                    <a:pt x="909034" y="920173"/>
                  </a:lnTo>
                  <a:lnTo>
                    <a:pt x="909231" y="919677"/>
                  </a:lnTo>
                  <a:lnTo>
                    <a:pt x="909428" y="919181"/>
                  </a:lnTo>
                  <a:lnTo>
                    <a:pt x="909625" y="918685"/>
                  </a:lnTo>
                  <a:lnTo>
                    <a:pt x="909822" y="918190"/>
                  </a:lnTo>
                  <a:lnTo>
                    <a:pt x="910019" y="917694"/>
                  </a:lnTo>
                  <a:lnTo>
                    <a:pt x="910217" y="917198"/>
                  </a:lnTo>
                  <a:lnTo>
                    <a:pt x="910414" y="916702"/>
                  </a:lnTo>
                  <a:lnTo>
                    <a:pt x="910611" y="916206"/>
                  </a:lnTo>
                  <a:lnTo>
                    <a:pt x="910808" y="915710"/>
                  </a:lnTo>
                  <a:lnTo>
                    <a:pt x="911005" y="915214"/>
                  </a:lnTo>
                  <a:lnTo>
                    <a:pt x="911202" y="914718"/>
                  </a:lnTo>
                  <a:lnTo>
                    <a:pt x="911329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314802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315746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316690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317634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3185788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319522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320466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321410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22354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23298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242429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325187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326131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327075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328019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328963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329907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330851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331795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332739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333683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334627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335571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336515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337459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338403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339347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3402913" y="2115082"/>
              <a:ext cx="917285" cy="914400"/>
            </a:xfrm>
            <a:custGeom>
              <a:avLst/>
              <a:pathLst>
                <a:path w="9172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285" y="896830"/>
                  </a:lnTo>
                  <a:lnTo>
                    <a:pt x="916040" y="906870"/>
                  </a:lnTo>
                  <a:lnTo>
                    <a:pt x="914879" y="914400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355047" y="2079943"/>
              <a:ext cx="914400" cy="916806"/>
            </a:xfrm>
            <a:custGeom>
              <a:avLst/>
              <a:pathLst>
                <a:path w="914400" h="916806">
                  <a:moveTo>
                    <a:pt x="914400" y="914400"/>
                  </a:moveTo>
                  <a:lnTo>
                    <a:pt x="914400" y="916806"/>
                  </a:lnTo>
                  <a:lnTo>
                    <a:pt x="913190" y="914734"/>
                  </a:lnTo>
                  <a:lnTo>
                    <a:pt x="913014" y="914400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355047" y="2079943"/>
              <a:ext cx="923840" cy="931632"/>
            </a:xfrm>
            <a:custGeom>
              <a:avLst/>
              <a:pathLst>
                <a:path w="923840" h="93163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632"/>
                  </a:lnTo>
                  <a:lnTo>
                    <a:pt x="922120" y="929252"/>
                  </a:lnTo>
                  <a:lnTo>
                    <a:pt x="917553" y="922210"/>
                  </a:lnTo>
                  <a:lnTo>
                    <a:pt x="914400" y="916806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36448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3" y="931969"/>
                  </a:lnTo>
                  <a:lnTo>
                    <a:pt x="914400" y="931632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37392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383368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39280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2402248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241168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2421129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243056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244000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244944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245889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246833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247777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248721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249665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2506091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251553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252497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253441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543852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55329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56273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57217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58161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59105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600493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60993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2619374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262881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263825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264769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265713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266657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267601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2694896" y="209751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6" y="896830"/>
                  </a:lnTo>
                  <a:lnTo>
                    <a:pt x="914399" y="89738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2694896" y="2097513"/>
              <a:ext cx="921064" cy="914400"/>
            </a:xfrm>
            <a:custGeom>
              <a:avLst/>
              <a:pathLst>
                <a:path w="921064" h="914400">
                  <a:moveTo>
                    <a:pt x="914399" y="914400"/>
                  </a:moveTo>
                  <a:lnTo>
                    <a:pt x="914399" y="897388"/>
                  </a:lnTo>
                  <a:lnTo>
                    <a:pt x="916170" y="901451"/>
                  </a:lnTo>
                  <a:lnTo>
                    <a:pt x="919688" y="910454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3148027" y="209751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29" y="914400"/>
                  </a:lnTo>
                  <a:lnTo>
                    <a:pt x="911400" y="914222"/>
                  </a:lnTo>
                  <a:lnTo>
                    <a:pt x="914400" y="907053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3157467" y="207994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623"/>
                  </a:lnTo>
                  <a:lnTo>
                    <a:pt x="905382" y="923613"/>
                  </a:lnTo>
                  <a:lnTo>
                    <a:pt x="909016" y="915758"/>
                  </a:lnTo>
                  <a:lnTo>
                    <a:pt x="909710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315746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316690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317634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3185788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319522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320466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321410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322354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323298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3242429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325187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326131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327075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28019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28963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29907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330851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331795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332739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333683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334627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335571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336515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337459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338403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339347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3402913" y="2097513"/>
              <a:ext cx="918801" cy="914400"/>
            </a:xfrm>
            <a:custGeom>
              <a:avLst/>
              <a:pathLst>
                <a:path w="91880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01" y="896830"/>
                  </a:lnTo>
                  <a:lnTo>
                    <a:pt x="918413" y="902718"/>
                  </a:lnTo>
                  <a:lnTo>
                    <a:pt x="917380" y="913637"/>
                  </a:lnTo>
                  <a:lnTo>
                    <a:pt x="917285" y="914400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345607" y="2062373"/>
              <a:ext cx="914400" cy="915741"/>
            </a:xfrm>
            <a:custGeom>
              <a:avLst/>
              <a:pathLst>
                <a:path w="914400" h="915741">
                  <a:moveTo>
                    <a:pt x="914400" y="914400"/>
                  </a:moveTo>
                  <a:lnTo>
                    <a:pt x="914400" y="915741"/>
                  </a:lnTo>
                  <a:lnTo>
                    <a:pt x="913829" y="914400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34560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55" y="931969"/>
                  </a:lnTo>
                  <a:lnTo>
                    <a:pt x="918483" y="924412"/>
                  </a:lnTo>
                  <a:lnTo>
                    <a:pt x="914564" y="916128"/>
                  </a:lnTo>
                  <a:lnTo>
                    <a:pt x="914400" y="915741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35504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36448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37392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383368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239280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2402248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241168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2421129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243056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244000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244944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245889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246833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247777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248721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49665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506091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51553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52497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53441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543852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55329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56273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57217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258161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259105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2600493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260993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2619374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262881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263825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264769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265713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266657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267601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685455" y="2079943"/>
              <a:ext cx="923596" cy="914400"/>
            </a:xfrm>
            <a:custGeom>
              <a:avLst/>
              <a:pathLst>
                <a:path w="92359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987" y="896830"/>
                  </a:lnTo>
                  <a:lnTo>
                    <a:pt x="917835" y="902114"/>
                  </a:lnTo>
                  <a:lnTo>
                    <a:pt x="921843" y="910376"/>
                  </a:lnTo>
                  <a:lnTo>
                    <a:pt x="923596" y="914400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3157467" y="207994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710" y="914400"/>
                  </a:lnTo>
                  <a:lnTo>
                    <a:pt x="912854" y="908244"/>
                  </a:lnTo>
                  <a:lnTo>
                    <a:pt x="914400" y="905501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3166907" y="206237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071"/>
                  </a:lnTo>
                  <a:lnTo>
                    <a:pt x="907445" y="918661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316690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317634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3185788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319522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320466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321410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322354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23298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242429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25187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26131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327075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328019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328963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329907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330851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331795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332739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333683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334627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335571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336515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337459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338403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339347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3402913" y="2079943"/>
              <a:ext cx="919561" cy="914400"/>
            </a:xfrm>
            <a:custGeom>
              <a:avLst/>
              <a:pathLst>
                <a:path w="9195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561" y="896830"/>
                  </a:lnTo>
                  <a:lnTo>
                    <a:pt x="919549" y="898222"/>
                  </a:lnTo>
                  <a:lnTo>
                    <a:pt x="919137" y="909283"/>
                  </a:lnTo>
                  <a:lnTo>
                    <a:pt x="918801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345607" y="204480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829" y="931969"/>
                  </a:lnTo>
                  <a:lnTo>
                    <a:pt x="910883" y="925043"/>
                  </a:lnTo>
                  <a:lnTo>
                    <a:pt x="907451" y="916042"/>
                  </a:lnTo>
                  <a:lnTo>
                    <a:pt x="906892" y="914400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34560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235504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236448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237392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2383368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239280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2402248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241168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2421129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243056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244000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244944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45889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46833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47777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48721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49665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506091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51553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52497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53441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2543852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255329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256273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257217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258161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259105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2600493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260993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2619374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262881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263825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64769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657135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676015" y="206237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495" y="896830"/>
                  </a:lnTo>
                  <a:lnTo>
                    <a:pt x="913929" y="897413"/>
                  </a:lnTo>
                  <a:lnTo>
                    <a:pt x="914400" y="89811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685455" y="206237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8118"/>
                  </a:lnTo>
                  <a:lnTo>
                    <a:pt x="909146" y="904395"/>
                  </a:lnTo>
                  <a:lnTo>
                    <a:pt x="913599" y="911826"/>
                  </a:lnTo>
                  <a:lnTo>
                    <a:pt x="914400" y="913310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685455" y="2062373"/>
              <a:ext cx="914987" cy="914400"/>
            </a:xfrm>
            <a:custGeom>
              <a:avLst/>
              <a:pathLst>
                <a:path w="914987" h="914400">
                  <a:moveTo>
                    <a:pt x="914400" y="914400"/>
                  </a:moveTo>
                  <a:lnTo>
                    <a:pt x="914400" y="913310"/>
                  </a:lnTo>
                  <a:lnTo>
                    <a:pt x="914987" y="914400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3166907" y="206237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967" y="914400"/>
                  </a:lnTo>
                  <a:lnTo>
                    <a:pt x="914400" y="906913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3176348" y="204480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483"/>
                  </a:lnTo>
                  <a:lnTo>
                    <a:pt x="909787" y="916250"/>
                  </a:lnTo>
                  <a:lnTo>
                    <a:pt x="909861" y="915922"/>
                  </a:lnTo>
                  <a:lnTo>
                    <a:pt x="909935" y="915595"/>
                  </a:lnTo>
                  <a:lnTo>
                    <a:pt x="910009" y="915267"/>
                  </a:lnTo>
                  <a:lnTo>
                    <a:pt x="910083" y="914939"/>
                  </a:lnTo>
                  <a:lnTo>
                    <a:pt x="910157" y="914611"/>
                  </a:lnTo>
                  <a:lnTo>
                    <a:pt x="910205" y="914400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317634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3185788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19522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20466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21410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22354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323298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3242429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325187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326131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327075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328019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328963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329907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330851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331795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332739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333683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334627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335571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336515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37459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38403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39347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402913" y="2062373"/>
              <a:ext cx="919910" cy="914400"/>
            </a:xfrm>
            <a:custGeom>
              <a:avLst/>
              <a:pathLst>
                <a:path w="9199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910" y="896830"/>
                  </a:lnTo>
                  <a:lnTo>
                    <a:pt x="919517" y="897955"/>
                  </a:lnTo>
                  <a:lnTo>
                    <a:pt x="919647" y="904706"/>
                  </a:lnTo>
                  <a:lnTo>
                    <a:pt x="919561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2336166" y="2027233"/>
              <a:ext cx="914400" cy="926294"/>
            </a:xfrm>
            <a:custGeom>
              <a:avLst/>
              <a:pathLst>
                <a:path w="914400" h="926294">
                  <a:moveTo>
                    <a:pt x="914400" y="914400"/>
                  </a:moveTo>
                  <a:lnTo>
                    <a:pt x="914400" y="926294"/>
                  </a:lnTo>
                  <a:lnTo>
                    <a:pt x="913717" y="924288"/>
                  </a:lnTo>
                  <a:lnTo>
                    <a:pt x="910808" y="914668"/>
                  </a:lnTo>
                  <a:lnTo>
                    <a:pt x="910737" y="914400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2336166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332" y="931969"/>
                  </a:lnTo>
                  <a:lnTo>
                    <a:pt x="914400" y="926294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234560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235504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236448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237392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2383368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239280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2402248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41168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421129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43056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44000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44944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245889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246833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247777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248721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249665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2506091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251553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252497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253441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2543852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255329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256273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257217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58161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59105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600493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60993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619374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62881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263825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264769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2666575" y="204480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302" y="896909"/>
                  </a:lnTo>
                  <a:lnTo>
                    <a:pt x="913493" y="902437"/>
                  </a:lnTo>
                  <a:lnTo>
                    <a:pt x="914400" y="903525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2666575" y="2044803"/>
              <a:ext cx="922935" cy="914400"/>
            </a:xfrm>
            <a:custGeom>
              <a:avLst/>
              <a:pathLst>
                <a:path w="922935" h="914400">
                  <a:moveTo>
                    <a:pt x="914400" y="914400"/>
                  </a:moveTo>
                  <a:lnTo>
                    <a:pt x="914400" y="903525"/>
                  </a:lnTo>
                  <a:lnTo>
                    <a:pt x="918520" y="908467"/>
                  </a:lnTo>
                  <a:lnTo>
                    <a:pt x="922935" y="914400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176348" y="202723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231" y="931853"/>
                  </a:lnTo>
                  <a:lnTo>
                    <a:pt x="910305" y="931526"/>
                  </a:lnTo>
                  <a:lnTo>
                    <a:pt x="910380" y="931198"/>
                  </a:lnTo>
                  <a:lnTo>
                    <a:pt x="910454" y="930870"/>
                  </a:lnTo>
                  <a:lnTo>
                    <a:pt x="910528" y="930542"/>
                  </a:lnTo>
                  <a:lnTo>
                    <a:pt x="910602" y="930214"/>
                  </a:lnTo>
                  <a:lnTo>
                    <a:pt x="910676" y="929887"/>
                  </a:lnTo>
                  <a:lnTo>
                    <a:pt x="910750" y="929559"/>
                  </a:lnTo>
                  <a:lnTo>
                    <a:pt x="910824" y="929231"/>
                  </a:lnTo>
                  <a:lnTo>
                    <a:pt x="910898" y="928903"/>
                  </a:lnTo>
                  <a:lnTo>
                    <a:pt x="910973" y="928576"/>
                  </a:lnTo>
                  <a:lnTo>
                    <a:pt x="911047" y="928248"/>
                  </a:lnTo>
                  <a:lnTo>
                    <a:pt x="911121" y="927920"/>
                  </a:lnTo>
                  <a:lnTo>
                    <a:pt x="911195" y="927592"/>
                  </a:lnTo>
                  <a:lnTo>
                    <a:pt x="911269" y="927264"/>
                  </a:lnTo>
                  <a:lnTo>
                    <a:pt x="911343" y="926937"/>
                  </a:lnTo>
                  <a:lnTo>
                    <a:pt x="911445" y="926486"/>
                  </a:lnTo>
                  <a:lnTo>
                    <a:pt x="911021" y="919941"/>
                  </a:lnTo>
                  <a:lnTo>
                    <a:pt x="910811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317634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3185788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319522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320466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321410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322354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323298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3242429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325187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326131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327075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28019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28963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29907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30851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31795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32739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333683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334627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335571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336515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337459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338403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339347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3402913" y="204480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22"/>
                  </a:lnTo>
                  <a:lnTo>
                    <a:pt x="922335" y="907456"/>
                  </a:lnTo>
                  <a:lnTo>
                    <a:pt x="919910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3412354" y="2027233"/>
              <a:ext cx="916157" cy="920191"/>
            </a:xfrm>
            <a:custGeom>
              <a:avLst/>
              <a:pathLst>
                <a:path w="916157" h="920191">
                  <a:moveTo>
                    <a:pt x="914400" y="914400"/>
                  </a:moveTo>
                  <a:lnTo>
                    <a:pt x="916157" y="914400"/>
                  </a:lnTo>
                  <a:lnTo>
                    <a:pt x="915810" y="915659"/>
                  </a:lnTo>
                  <a:lnTo>
                    <a:pt x="914400" y="920191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336166" y="200966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37" y="931969"/>
                  </a:lnTo>
                  <a:lnTo>
                    <a:pt x="908175" y="922348"/>
                  </a:lnTo>
                  <a:lnTo>
                    <a:pt x="907654" y="920255"/>
                  </a:lnTo>
                  <a:lnTo>
                    <a:pt x="907135" y="918175"/>
                  </a:lnTo>
                  <a:lnTo>
                    <a:pt x="906617" y="916094"/>
                  </a:lnTo>
                  <a:lnTo>
                    <a:pt x="906195" y="914400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336166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34560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35504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36448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237392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2383368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239280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2402248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241168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2421129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243056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244000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244944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245889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46833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47777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48721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49665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506091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51553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52497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53441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543852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255329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256273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257217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258161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259105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2600493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260993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2619374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2638254" y="2027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9" y="896878"/>
                  </a:lnTo>
                  <a:lnTo>
                    <a:pt x="914028" y="897052"/>
                  </a:lnTo>
                  <a:lnTo>
                    <a:pt x="914400" y="897293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2647694" y="2027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7293"/>
                  </a:lnTo>
                  <a:lnTo>
                    <a:pt x="905126" y="897400"/>
                  </a:lnTo>
                  <a:lnTo>
                    <a:pt x="905394" y="897574"/>
                  </a:lnTo>
                  <a:lnTo>
                    <a:pt x="905663" y="897748"/>
                  </a:lnTo>
                  <a:lnTo>
                    <a:pt x="905932" y="897922"/>
                  </a:lnTo>
                  <a:lnTo>
                    <a:pt x="906201" y="898096"/>
                  </a:lnTo>
                  <a:lnTo>
                    <a:pt x="906470" y="898270"/>
                  </a:lnTo>
                  <a:lnTo>
                    <a:pt x="906739" y="898444"/>
                  </a:lnTo>
                  <a:lnTo>
                    <a:pt x="907008" y="898618"/>
                  </a:lnTo>
                  <a:lnTo>
                    <a:pt x="907277" y="898792"/>
                  </a:lnTo>
                  <a:lnTo>
                    <a:pt x="907546" y="898966"/>
                  </a:lnTo>
                  <a:lnTo>
                    <a:pt x="907814" y="899140"/>
                  </a:lnTo>
                  <a:lnTo>
                    <a:pt x="908083" y="899314"/>
                  </a:lnTo>
                  <a:lnTo>
                    <a:pt x="908352" y="899488"/>
                  </a:lnTo>
                  <a:lnTo>
                    <a:pt x="908621" y="899663"/>
                  </a:lnTo>
                  <a:lnTo>
                    <a:pt x="908890" y="899837"/>
                  </a:lnTo>
                  <a:lnTo>
                    <a:pt x="909159" y="900011"/>
                  </a:lnTo>
                  <a:lnTo>
                    <a:pt x="909428" y="900185"/>
                  </a:lnTo>
                  <a:lnTo>
                    <a:pt x="909696" y="900359"/>
                  </a:lnTo>
                  <a:lnTo>
                    <a:pt x="909965" y="900533"/>
                  </a:lnTo>
                  <a:lnTo>
                    <a:pt x="910234" y="900707"/>
                  </a:lnTo>
                  <a:lnTo>
                    <a:pt x="910503" y="900881"/>
                  </a:lnTo>
                  <a:lnTo>
                    <a:pt x="910772" y="901055"/>
                  </a:lnTo>
                  <a:lnTo>
                    <a:pt x="914400" y="903607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657135" y="2027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607"/>
                  </a:lnTo>
                  <a:lnTo>
                    <a:pt x="906926" y="904990"/>
                  </a:lnTo>
                  <a:lnTo>
                    <a:pt x="912401" y="909468"/>
                  </a:lnTo>
                  <a:lnTo>
                    <a:pt x="914400" y="911343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657135" y="2027233"/>
              <a:ext cx="917657" cy="914400"/>
            </a:xfrm>
            <a:custGeom>
              <a:avLst/>
              <a:pathLst>
                <a:path w="917657" h="914400">
                  <a:moveTo>
                    <a:pt x="914400" y="914400"/>
                  </a:moveTo>
                  <a:lnTo>
                    <a:pt x="914400" y="911343"/>
                  </a:lnTo>
                  <a:lnTo>
                    <a:pt x="917657" y="914400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3176348" y="200966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811" y="931969"/>
                  </a:lnTo>
                  <a:lnTo>
                    <a:pt x="910623" y="927008"/>
                  </a:lnTo>
                  <a:lnTo>
                    <a:pt x="910541" y="923609"/>
                  </a:lnTo>
                  <a:lnTo>
                    <a:pt x="910458" y="920213"/>
                  </a:lnTo>
                  <a:lnTo>
                    <a:pt x="910375" y="916816"/>
                  </a:lnTo>
                  <a:lnTo>
                    <a:pt x="910316" y="914400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317634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3185788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319522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320466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321410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22354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23298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242429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25187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26131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327075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328019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328963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329907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330851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331795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332739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333683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334627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335571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336515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337459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338403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39347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40291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412354" y="2027233"/>
              <a:ext cx="920685" cy="914400"/>
            </a:xfrm>
            <a:custGeom>
              <a:avLst/>
              <a:pathLst>
                <a:path w="9206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685" y="896830"/>
                  </a:lnTo>
                  <a:lnTo>
                    <a:pt x="918464" y="906027"/>
                  </a:lnTo>
                  <a:lnTo>
                    <a:pt x="916157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2326726" y="1992094"/>
              <a:ext cx="914400" cy="927015"/>
            </a:xfrm>
            <a:custGeom>
              <a:avLst/>
              <a:pathLst>
                <a:path w="914400" h="927015">
                  <a:moveTo>
                    <a:pt x="914400" y="914400"/>
                  </a:moveTo>
                  <a:lnTo>
                    <a:pt x="914400" y="927015"/>
                  </a:lnTo>
                  <a:lnTo>
                    <a:pt x="913982" y="925342"/>
                  </a:lnTo>
                  <a:lnTo>
                    <a:pt x="913463" y="923262"/>
                  </a:lnTo>
                  <a:lnTo>
                    <a:pt x="913181" y="922132"/>
                  </a:lnTo>
                  <a:lnTo>
                    <a:pt x="911754" y="920336"/>
                  </a:lnTo>
                  <a:lnTo>
                    <a:pt x="907526" y="914400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2326726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35" y="931969"/>
                  </a:lnTo>
                  <a:lnTo>
                    <a:pt x="915539" y="931584"/>
                  </a:lnTo>
                  <a:lnTo>
                    <a:pt x="915020" y="929503"/>
                  </a:lnTo>
                  <a:lnTo>
                    <a:pt x="914501" y="927423"/>
                  </a:lnTo>
                  <a:lnTo>
                    <a:pt x="914400" y="927015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2336166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234560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235504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236448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37392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383368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39280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402248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41168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421129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43056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44000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244944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245889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246833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247777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248721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249665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2506091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251553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252497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53441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543852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55329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56273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57217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58161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259105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2600493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260993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2628814" y="20096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970" y="896830"/>
                  </a:lnTo>
                  <a:lnTo>
                    <a:pt x="914400" y="897656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2628814" y="2009664"/>
              <a:ext cx="923124" cy="914400"/>
            </a:xfrm>
            <a:custGeom>
              <a:avLst/>
              <a:pathLst>
                <a:path w="923124" h="914400">
                  <a:moveTo>
                    <a:pt x="914400" y="914400"/>
                  </a:moveTo>
                  <a:lnTo>
                    <a:pt x="914400" y="897656"/>
                  </a:lnTo>
                  <a:lnTo>
                    <a:pt x="917249" y="903143"/>
                  </a:lnTo>
                  <a:lnTo>
                    <a:pt x="922661" y="914100"/>
                  </a:lnTo>
                  <a:lnTo>
                    <a:pt x="922930" y="914274"/>
                  </a:lnTo>
                  <a:lnTo>
                    <a:pt x="923124" y="91440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3176348" y="199209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316" y="931969"/>
                  </a:lnTo>
                  <a:lnTo>
                    <a:pt x="910292" y="930989"/>
                  </a:lnTo>
                  <a:lnTo>
                    <a:pt x="910210" y="927593"/>
                  </a:lnTo>
                  <a:lnTo>
                    <a:pt x="910127" y="924196"/>
                  </a:lnTo>
                  <a:lnTo>
                    <a:pt x="910044" y="920800"/>
                  </a:lnTo>
                  <a:lnTo>
                    <a:pt x="909961" y="917401"/>
                  </a:lnTo>
                  <a:lnTo>
                    <a:pt x="909930" y="914400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317634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3185788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319522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320466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321410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322354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323298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3242429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325187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326131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27075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28019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28963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29907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30851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331795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332739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333683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334627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335571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336515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337459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338403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339347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340291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412354" y="200966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671"/>
                  </a:lnTo>
                  <a:lnTo>
                    <a:pt x="922956" y="903636"/>
                  </a:lnTo>
                  <a:lnTo>
                    <a:pt x="920848" y="913724"/>
                  </a:lnTo>
                  <a:lnTo>
                    <a:pt x="920685" y="914400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421794" y="1992094"/>
              <a:ext cx="914727" cy="916241"/>
            </a:xfrm>
            <a:custGeom>
              <a:avLst/>
              <a:pathLst>
                <a:path w="914727" h="916241">
                  <a:moveTo>
                    <a:pt x="914400" y="914400"/>
                  </a:moveTo>
                  <a:lnTo>
                    <a:pt x="914727" y="914400"/>
                  </a:lnTo>
                  <a:lnTo>
                    <a:pt x="914400" y="916241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2317286" y="1974524"/>
              <a:ext cx="914400" cy="928031"/>
            </a:xfrm>
            <a:custGeom>
              <a:avLst/>
              <a:pathLst>
                <a:path w="914400" h="928031">
                  <a:moveTo>
                    <a:pt x="914400" y="914400"/>
                  </a:moveTo>
                  <a:lnTo>
                    <a:pt x="914400" y="928031"/>
                  </a:lnTo>
                  <a:lnTo>
                    <a:pt x="912048" y="924361"/>
                  </a:lnTo>
                  <a:lnTo>
                    <a:pt x="907769" y="916948"/>
                  </a:lnTo>
                  <a:lnTo>
                    <a:pt x="906442" y="914400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2317286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66" y="931969"/>
                  </a:lnTo>
                  <a:lnTo>
                    <a:pt x="916528" y="931353"/>
                  </a:lnTo>
                  <a:lnTo>
                    <a:pt x="914400" y="928031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2326726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2336166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234560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235504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236448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37392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383368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39280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402248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41168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2421129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243056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244000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244944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245889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246833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247777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248721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249665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2506091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51553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52497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53441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543852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55329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256273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257217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258161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259105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2600493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2619374" y="199209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81" y="896830"/>
                  </a:lnTo>
                  <a:lnTo>
                    <a:pt x="913194" y="897401"/>
                  </a:lnTo>
                  <a:lnTo>
                    <a:pt x="914399" y="89926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2619374" y="1992094"/>
              <a:ext cx="923411" cy="914400"/>
            </a:xfrm>
            <a:custGeom>
              <a:avLst/>
              <a:pathLst>
                <a:path w="923411" h="914400">
                  <a:moveTo>
                    <a:pt x="914399" y="914400"/>
                  </a:moveTo>
                  <a:lnTo>
                    <a:pt x="914399" y="899268"/>
                  </a:lnTo>
                  <a:lnTo>
                    <a:pt x="917917" y="904714"/>
                  </a:lnTo>
                  <a:lnTo>
                    <a:pt x="922420" y="912492"/>
                  </a:lnTo>
                  <a:lnTo>
                    <a:pt x="923411" y="914400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3176348" y="197452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930" y="931969"/>
                  </a:lnTo>
                  <a:lnTo>
                    <a:pt x="909847" y="923777"/>
                  </a:lnTo>
                  <a:lnTo>
                    <a:pt x="910019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317634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3185788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319522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320466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321410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322354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323298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3242429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325187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26131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27075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28019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28963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329907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330851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331795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332739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333683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334627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335571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336515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337459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338403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339347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340291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41235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421794" y="1992094"/>
              <a:ext cx="917640" cy="914400"/>
            </a:xfrm>
            <a:custGeom>
              <a:avLst/>
              <a:pathLst>
                <a:path w="9176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40" y="896830"/>
                  </a:lnTo>
                  <a:lnTo>
                    <a:pt x="917346" y="898638"/>
                  </a:lnTo>
                  <a:lnTo>
                    <a:pt x="916845" y="901707"/>
                  </a:lnTo>
                  <a:lnTo>
                    <a:pt x="916345" y="904777"/>
                  </a:lnTo>
                  <a:lnTo>
                    <a:pt x="915846" y="907847"/>
                  </a:lnTo>
                  <a:lnTo>
                    <a:pt x="915344" y="910930"/>
                  </a:lnTo>
                  <a:lnTo>
                    <a:pt x="914727" y="91440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2307846" y="1956954"/>
              <a:ext cx="914400" cy="929122"/>
            </a:xfrm>
            <a:custGeom>
              <a:avLst/>
              <a:pathLst>
                <a:path w="914400" h="929122">
                  <a:moveTo>
                    <a:pt x="914400" y="914400"/>
                  </a:moveTo>
                  <a:lnTo>
                    <a:pt x="914400" y="929122"/>
                  </a:lnTo>
                  <a:lnTo>
                    <a:pt x="913141" y="926704"/>
                  </a:lnTo>
                  <a:lnTo>
                    <a:pt x="909294" y="918510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2307846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2" y="931969"/>
                  </a:lnTo>
                  <a:lnTo>
                    <a:pt x="914400" y="929122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2317286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2326726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2336166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234560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235504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36448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37392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383368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39280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402248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41168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421129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243056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244000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244944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245889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246833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247777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248721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249665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2506091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251553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52497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53441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543852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55329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56273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57217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58161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259105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2609933" y="197452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13" y="896830"/>
                  </a:lnTo>
                  <a:lnTo>
                    <a:pt x="912584" y="901828"/>
                  </a:lnTo>
                  <a:lnTo>
                    <a:pt x="914400" y="90406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2609933" y="1974524"/>
              <a:ext cx="922221" cy="914400"/>
            </a:xfrm>
            <a:custGeom>
              <a:avLst/>
              <a:pathLst>
                <a:path w="922221" h="914400">
                  <a:moveTo>
                    <a:pt x="914400" y="914400"/>
                  </a:moveTo>
                  <a:lnTo>
                    <a:pt x="914400" y="904068"/>
                  </a:lnTo>
                  <a:lnTo>
                    <a:pt x="917705" y="908146"/>
                  </a:lnTo>
                  <a:lnTo>
                    <a:pt x="922221" y="914400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176348" y="195695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19" y="931969"/>
                  </a:lnTo>
                  <a:lnTo>
                    <a:pt x="910053" y="930157"/>
                  </a:lnTo>
                  <a:lnTo>
                    <a:pt x="910577" y="919004"/>
                  </a:lnTo>
                  <a:lnTo>
                    <a:pt x="910927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17634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185788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319522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320466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321410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322354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323298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3242429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325187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326131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327075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328019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28963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29907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30851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31795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32739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333683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334627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335571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336515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337459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338403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339347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340291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341235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3421794" y="1974524"/>
              <a:ext cx="920397" cy="914400"/>
            </a:xfrm>
            <a:custGeom>
              <a:avLst/>
              <a:pathLst>
                <a:path w="9203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397" y="896830"/>
                  </a:lnTo>
                  <a:lnTo>
                    <a:pt x="919351" y="903916"/>
                  </a:lnTo>
                  <a:lnTo>
                    <a:pt x="918847" y="906999"/>
                  </a:lnTo>
                  <a:lnTo>
                    <a:pt x="918347" y="910068"/>
                  </a:lnTo>
                  <a:lnTo>
                    <a:pt x="917846" y="91313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298405" y="1939384"/>
              <a:ext cx="914400" cy="925626"/>
            </a:xfrm>
            <a:custGeom>
              <a:avLst/>
              <a:pathLst>
                <a:path w="914400" h="925626">
                  <a:moveTo>
                    <a:pt x="914400" y="914400"/>
                  </a:moveTo>
                  <a:lnTo>
                    <a:pt x="914400" y="925626"/>
                  </a:lnTo>
                  <a:lnTo>
                    <a:pt x="911749" y="918638"/>
                  </a:lnTo>
                  <a:lnTo>
                    <a:pt x="910310" y="914400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2298405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98" y="931969"/>
                  </a:lnTo>
                  <a:lnTo>
                    <a:pt x="915121" y="927527"/>
                  </a:lnTo>
                  <a:lnTo>
                    <a:pt x="914400" y="925626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2307846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2317286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2326726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2336166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234560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235504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236448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237392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2383368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239280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402248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41168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421129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43056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44000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44944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45889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246833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247777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248721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249665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2506091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251553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252497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253441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2543852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255329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56273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57217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591053" y="195695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400" y="89938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600493" y="195695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9388"/>
                  </a:lnTo>
                  <a:lnTo>
                    <a:pt x="906834" y="903462"/>
                  </a:lnTo>
                  <a:lnTo>
                    <a:pt x="907059" y="903693"/>
                  </a:lnTo>
                  <a:lnTo>
                    <a:pt x="907284" y="903923"/>
                  </a:lnTo>
                  <a:lnTo>
                    <a:pt x="907509" y="904153"/>
                  </a:lnTo>
                  <a:lnTo>
                    <a:pt x="907734" y="904384"/>
                  </a:lnTo>
                  <a:lnTo>
                    <a:pt x="907959" y="904614"/>
                  </a:lnTo>
                  <a:lnTo>
                    <a:pt x="908184" y="904845"/>
                  </a:lnTo>
                  <a:lnTo>
                    <a:pt x="908409" y="905075"/>
                  </a:lnTo>
                  <a:lnTo>
                    <a:pt x="908634" y="905306"/>
                  </a:lnTo>
                  <a:lnTo>
                    <a:pt x="908859" y="905536"/>
                  </a:lnTo>
                  <a:lnTo>
                    <a:pt x="909084" y="905767"/>
                  </a:lnTo>
                  <a:lnTo>
                    <a:pt x="909309" y="905997"/>
                  </a:lnTo>
                  <a:lnTo>
                    <a:pt x="909534" y="906228"/>
                  </a:lnTo>
                  <a:lnTo>
                    <a:pt x="909759" y="906458"/>
                  </a:lnTo>
                  <a:lnTo>
                    <a:pt x="909984" y="906689"/>
                  </a:lnTo>
                  <a:lnTo>
                    <a:pt x="910209" y="906919"/>
                  </a:lnTo>
                  <a:lnTo>
                    <a:pt x="910433" y="907150"/>
                  </a:lnTo>
                  <a:lnTo>
                    <a:pt x="910658" y="907380"/>
                  </a:lnTo>
                  <a:lnTo>
                    <a:pt x="910883" y="907611"/>
                  </a:lnTo>
                  <a:lnTo>
                    <a:pt x="911108" y="907841"/>
                  </a:lnTo>
                  <a:lnTo>
                    <a:pt x="911333" y="908072"/>
                  </a:lnTo>
                  <a:lnTo>
                    <a:pt x="911558" y="908302"/>
                  </a:lnTo>
                  <a:lnTo>
                    <a:pt x="911783" y="908533"/>
                  </a:lnTo>
                  <a:lnTo>
                    <a:pt x="912007" y="908764"/>
                  </a:lnTo>
                  <a:lnTo>
                    <a:pt x="912232" y="908994"/>
                  </a:lnTo>
                  <a:lnTo>
                    <a:pt x="912457" y="909225"/>
                  </a:lnTo>
                  <a:lnTo>
                    <a:pt x="912682" y="909455"/>
                  </a:lnTo>
                  <a:lnTo>
                    <a:pt x="912907" y="909686"/>
                  </a:lnTo>
                  <a:lnTo>
                    <a:pt x="913131" y="909916"/>
                  </a:lnTo>
                  <a:lnTo>
                    <a:pt x="913356" y="910147"/>
                  </a:lnTo>
                  <a:lnTo>
                    <a:pt x="913581" y="910377"/>
                  </a:lnTo>
                  <a:lnTo>
                    <a:pt x="913806" y="910608"/>
                  </a:lnTo>
                  <a:lnTo>
                    <a:pt x="914031" y="910839"/>
                  </a:lnTo>
                  <a:lnTo>
                    <a:pt x="914255" y="911069"/>
                  </a:lnTo>
                  <a:lnTo>
                    <a:pt x="914399" y="911217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600493" y="1956954"/>
              <a:ext cx="917453" cy="914400"/>
            </a:xfrm>
            <a:custGeom>
              <a:avLst/>
              <a:pathLst>
                <a:path w="917453" h="914400">
                  <a:moveTo>
                    <a:pt x="914399" y="914400"/>
                  </a:moveTo>
                  <a:lnTo>
                    <a:pt x="914480" y="911300"/>
                  </a:lnTo>
                  <a:lnTo>
                    <a:pt x="914705" y="911530"/>
                  </a:lnTo>
                  <a:lnTo>
                    <a:pt x="914929" y="911761"/>
                  </a:lnTo>
                  <a:lnTo>
                    <a:pt x="915154" y="911992"/>
                  </a:lnTo>
                  <a:lnTo>
                    <a:pt x="915379" y="912222"/>
                  </a:lnTo>
                  <a:lnTo>
                    <a:pt x="915604" y="912453"/>
                  </a:lnTo>
                  <a:lnTo>
                    <a:pt x="915828" y="912683"/>
                  </a:lnTo>
                  <a:lnTo>
                    <a:pt x="916053" y="912914"/>
                  </a:lnTo>
                  <a:lnTo>
                    <a:pt x="916278" y="913145"/>
                  </a:lnTo>
                  <a:lnTo>
                    <a:pt x="916502" y="913375"/>
                  </a:lnTo>
                  <a:lnTo>
                    <a:pt x="916727" y="913606"/>
                  </a:lnTo>
                  <a:lnTo>
                    <a:pt x="917453" y="914400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3176348" y="193938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927" y="931969"/>
                  </a:lnTo>
                  <a:lnTo>
                    <a:pt x="911419" y="925489"/>
                  </a:lnTo>
                  <a:lnTo>
                    <a:pt x="912590" y="914400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317634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185788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19522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20466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21410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22354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323298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3242429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325187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326131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327075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328019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328963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329907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330851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331795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332739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333683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34627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35571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36515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37459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338403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339347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340291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341235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3421794" y="1956954"/>
              <a:ext cx="922489" cy="914400"/>
            </a:xfrm>
            <a:custGeom>
              <a:avLst/>
              <a:pathLst>
                <a:path w="92248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489" y="896830"/>
                  </a:lnTo>
                  <a:lnTo>
                    <a:pt x="922244" y="899630"/>
                  </a:lnTo>
                  <a:lnTo>
                    <a:pt x="920954" y="910630"/>
                  </a:lnTo>
                  <a:lnTo>
                    <a:pt x="920397" y="914400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288965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51" y="931969"/>
                  </a:lnTo>
                  <a:lnTo>
                    <a:pt x="918067" y="927008"/>
                  </a:lnTo>
                  <a:lnTo>
                    <a:pt x="915205" y="917520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298405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307846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317286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326726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336166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234560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235504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236448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237392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2383368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239280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2402248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241168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421129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43056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44000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44944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45889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246833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247777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248721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249665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2506091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251553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252497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253441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2543852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255329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256273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257217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2581613" y="1939384"/>
              <a:ext cx="922684" cy="914400"/>
            </a:xfrm>
            <a:custGeom>
              <a:avLst/>
              <a:pathLst>
                <a:path w="92268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43" y="896830"/>
                  </a:lnTo>
                  <a:lnTo>
                    <a:pt x="922684" y="914400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3176348" y="193938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590" y="914400"/>
                  </a:lnTo>
                  <a:lnTo>
                    <a:pt x="914045" y="903645"/>
                  </a:lnTo>
                  <a:lnTo>
                    <a:pt x="914400" y="90150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3185788" y="1921815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9079"/>
                  </a:lnTo>
                  <a:lnTo>
                    <a:pt x="905736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3185788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319522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320466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321410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322354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323298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3242429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325187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326131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327075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328019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328963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329907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330851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331795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332739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333683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334627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335571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336515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337459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338403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339347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340291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341235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3421794" y="1939384"/>
              <a:ext cx="923756" cy="914400"/>
            </a:xfrm>
            <a:custGeom>
              <a:avLst/>
              <a:pathLst>
                <a:path w="92375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56" y="896830"/>
                  </a:lnTo>
                  <a:lnTo>
                    <a:pt x="923217" y="906088"/>
                  </a:lnTo>
                  <a:lnTo>
                    <a:pt x="922489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2288965" y="190424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375" y="931969"/>
                  </a:lnTo>
                  <a:lnTo>
                    <a:pt x="912610" y="925340"/>
                  </a:lnTo>
                  <a:lnTo>
                    <a:pt x="910289" y="915354"/>
                  </a:lnTo>
                  <a:lnTo>
                    <a:pt x="910097" y="914400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2288965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298405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2307846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2317286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2326726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2336166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234560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235504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236448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237392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2383368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239280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402248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41168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2421129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43056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A052">
                <a:alpha val="100000"/>
              </a:srgbClr>
            </a:solidFill>
            <a:ln w="5420" cap="flat">
              <a:solidFill>
                <a:srgbClr val="33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244000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244944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245889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246833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247777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248721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249665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2506091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251553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52497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53441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2543852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55329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56273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581613" y="192181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43" y="896937"/>
                  </a:lnTo>
                  <a:lnTo>
                    <a:pt x="907045" y="897383"/>
                  </a:lnTo>
                  <a:lnTo>
                    <a:pt x="907247" y="897829"/>
                  </a:lnTo>
                  <a:lnTo>
                    <a:pt x="907449" y="898274"/>
                  </a:lnTo>
                  <a:lnTo>
                    <a:pt x="907651" y="898720"/>
                  </a:lnTo>
                  <a:lnTo>
                    <a:pt x="907853" y="899166"/>
                  </a:lnTo>
                  <a:lnTo>
                    <a:pt x="908055" y="899612"/>
                  </a:lnTo>
                  <a:lnTo>
                    <a:pt x="908257" y="900058"/>
                  </a:lnTo>
                  <a:lnTo>
                    <a:pt x="908458" y="900504"/>
                  </a:lnTo>
                  <a:lnTo>
                    <a:pt x="908660" y="900950"/>
                  </a:lnTo>
                  <a:lnTo>
                    <a:pt x="908862" y="901395"/>
                  </a:lnTo>
                  <a:lnTo>
                    <a:pt x="909064" y="901841"/>
                  </a:lnTo>
                  <a:lnTo>
                    <a:pt x="909266" y="902287"/>
                  </a:lnTo>
                  <a:lnTo>
                    <a:pt x="909468" y="902733"/>
                  </a:lnTo>
                  <a:lnTo>
                    <a:pt x="909670" y="903179"/>
                  </a:lnTo>
                  <a:lnTo>
                    <a:pt x="909871" y="903625"/>
                  </a:lnTo>
                  <a:lnTo>
                    <a:pt x="910073" y="904071"/>
                  </a:lnTo>
                  <a:lnTo>
                    <a:pt x="910275" y="904517"/>
                  </a:lnTo>
                  <a:lnTo>
                    <a:pt x="910477" y="904962"/>
                  </a:lnTo>
                  <a:lnTo>
                    <a:pt x="910678" y="905408"/>
                  </a:lnTo>
                  <a:lnTo>
                    <a:pt x="910880" y="905854"/>
                  </a:lnTo>
                  <a:lnTo>
                    <a:pt x="911082" y="906300"/>
                  </a:lnTo>
                  <a:lnTo>
                    <a:pt x="911284" y="906746"/>
                  </a:lnTo>
                  <a:lnTo>
                    <a:pt x="911485" y="907192"/>
                  </a:lnTo>
                  <a:lnTo>
                    <a:pt x="911687" y="907638"/>
                  </a:lnTo>
                  <a:lnTo>
                    <a:pt x="911889" y="908084"/>
                  </a:lnTo>
                  <a:lnTo>
                    <a:pt x="912090" y="908530"/>
                  </a:lnTo>
                  <a:lnTo>
                    <a:pt x="912292" y="908976"/>
                  </a:lnTo>
                  <a:lnTo>
                    <a:pt x="912493" y="909421"/>
                  </a:lnTo>
                  <a:lnTo>
                    <a:pt x="912695" y="909867"/>
                  </a:lnTo>
                  <a:lnTo>
                    <a:pt x="912897" y="910313"/>
                  </a:lnTo>
                  <a:lnTo>
                    <a:pt x="913098" y="910759"/>
                  </a:lnTo>
                  <a:lnTo>
                    <a:pt x="913300" y="911205"/>
                  </a:lnTo>
                  <a:lnTo>
                    <a:pt x="913501" y="911651"/>
                  </a:lnTo>
                  <a:lnTo>
                    <a:pt x="913703" y="912097"/>
                  </a:lnTo>
                  <a:lnTo>
                    <a:pt x="914400" y="913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2581613" y="1921815"/>
              <a:ext cx="914743" cy="914400"/>
            </a:xfrm>
            <a:custGeom>
              <a:avLst/>
              <a:pathLst>
                <a:path w="914743" h="914400">
                  <a:moveTo>
                    <a:pt x="914400" y="914400"/>
                  </a:moveTo>
                  <a:lnTo>
                    <a:pt x="914400" y="913638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3185788" y="1904245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5736" y="931969"/>
                  </a:lnTo>
                  <a:lnTo>
                    <a:pt x="906381" y="928089"/>
                  </a:lnTo>
                  <a:lnTo>
                    <a:pt x="908459" y="917583"/>
                  </a:lnTo>
                  <a:lnTo>
                    <a:pt x="909195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3185788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319522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320466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321410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322354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323298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3242429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325187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26131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327075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28019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328963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329907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330851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31795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32739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33683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34627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35571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36515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37459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38403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39347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40291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41235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h3925"/>
            <p:cNvSpPr/>
            <p:nvPr/>
          </p:nvSpPr>
          <p:spPr>
            <a:xfrm>
              <a:off x="3421794" y="1921815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966"/>
                  </a:lnTo>
                  <a:lnTo>
                    <a:pt x="923756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h3926"/>
            <p:cNvSpPr/>
            <p:nvPr/>
          </p:nvSpPr>
          <p:spPr>
            <a:xfrm>
              <a:off x="3431234" y="1904245"/>
              <a:ext cx="914762" cy="930536"/>
            </a:xfrm>
            <a:custGeom>
              <a:avLst/>
              <a:pathLst>
                <a:path w="914762" h="930536">
                  <a:moveTo>
                    <a:pt x="914400" y="914400"/>
                  </a:moveTo>
                  <a:lnTo>
                    <a:pt x="914762" y="914400"/>
                  </a:lnTo>
                  <a:lnTo>
                    <a:pt x="914759" y="918794"/>
                  </a:lnTo>
                  <a:lnTo>
                    <a:pt x="914429" y="930035"/>
                  </a:lnTo>
                  <a:lnTo>
                    <a:pt x="914400" y="930536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h3927"/>
            <p:cNvSpPr/>
            <p:nvPr/>
          </p:nvSpPr>
          <p:spPr>
            <a:xfrm>
              <a:off x="2288965" y="188667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97" y="931969"/>
                  </a:lnTo>
                  <a:lnTo>
                    <a:pt x="908247" y="922728"/>
                  </a:lnTo>
                  <a:lnTo>
                    <a:pt x="906995" y="915332"/>
                  </a:lnTo>
                  <a:lnTo>
                    <a:pt x="906566" y="914684"/>
                  </a:lnTo>
                  <a:lnTo>
                    <a:pt x="906397" y="914400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h3928"/>
            <p:cNvSpPr/>
            <p:nvPr/>
          </p:nvSpPr>
          <p:spPr>
            <a:xfrm>
              <a:off x="2288965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h3929"/>
            <p:cNvSpPr/>
            <p:nvPr/>
          </p:nvSpPr>
          <p:spPr>
            <a:xfrm>
              <a:off x="2298405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h3930"/>
            <p:cNvSpPr/>
            <p:nvPr/>
          </p:nvSpPr>
          <p:spPr>
            <a:xfrm>
              <a:off x="230784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h3931"/>
            <p:cNvSpPr/>
            <p:nvPr/>
          </p:nvSpPr>
          <p:spPr>
            <a:xfrm>
              <a:off x="231728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h3932"/>
            <p:cNvSpPr/>
            <p:nvPr/>
          </p:nvSpPr>
          <p:spPr>
            <a:xfrm>
              <a:off x="232672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h3933"/>
            <p:cNvSpPr/>
            <p:nvPr/>
          </p:nvSpPr>
          <p:spPr>
            <a:xfrm>
              <a:off x="233616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h3934"/>
            <p:cNvSpPr/>
            <p:nvPr/>
          </p:nvSpPr>
          <p:spPr>
            <a:xfrm>
              <a:off x="234560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h3935"/>
            <p:cNvSpPr/>
            <p:nvPr/>
          </p:nvSpPr>
          <p:spPr>
            <a:xfrm>
              <a:off x="235504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h3936"/>
            <p:cNvSpPr/>
            <p:nvPr/>
          </p:nvSpPr>
          <p:spPr>
            <a:xfrm>
              <a:off x="236448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h3937"/>
            <p:cNvSpPr/>
            <p:nvPr/>
          </p:nvSpPr>
          <p:spPr>
            <a:xfrm>
              <a:off x="237392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h3938"/>
            <p:cNvSpPr/>
            <p:nvPr/>
          </p:nvSpPr>
          <p:spPr>
            <a:xfrm>
              <a:off x="2383368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h3939"/>
            <p:cNvSpPr/>
            <p:nvPr/>
          </p:nvSpPr>
          <p:spPr>
            <a:xfrm>
              <a:off x="239280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h3940"/>
            <p:cNvSpPr/>
            <p:nvPr/>
          </p:nvSpPr>
          <p:spPr>
            <a:xfrm>
              <a:off x="2402248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h3941"/>
            <p:cNvSpPr/>
            <p:nvPr/>
          </p:nvSpPr>
          <p:spPr>
            <a:xfrm>
              <a:off x="241168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h3942"/>
            <p:cNvSpPr/>
            <p:nvPr/>
          </p:nvSpPr>
          <p:spPr>
            <a:xfrm>
              <a:off x="2421129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h3943"/>
            <p:cNvSpPr/>
            <p:nvPr/>
          </p:nvSpPr>
          <p:spPr>
            <a:xfrm>
              <a:off x="243056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h3944"/>
            <p:cNvSpPr/>
            <p:nvPr/>
          </p:nvSpPr>
          <p:spPr>
            <a:xfrm>
              <a:off x="244000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h3945"/>
            <p:cNvSpPr/>
            <p:nvPr/>
          </p:nvSpPr>
          <p:spPr>
            <a:xfrm>
              <a:off x="244944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h3946"/>
            <p:cNvSpPr/>
            <p:nvPr/>
          </p:nvSpPr>
          <p:spPr>
            <a:xfrm>
              <a:off x="245889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h3947"/>
            <p:cNvSpPr/>
            <p:nvPr/>
          </p:nvSpPr>
          <p:spPr>
            <a:xfrm>
              <a:off x="246833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h3948"/>
            <p:cNvSpPr/>
            <p:nvPr/>
          </p:nvSpPr>
          <p:spPr>
            <a:xfrm>
              <a:off x="247777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h3949"/>
            <p:cNvSpPr/>
            <p:nvPr/>
          </p:nvSpPr>
          <p:spPr>
            <a:xfrm>
              <a:off x="248721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h3950"/>
            <p:cNvSpPr/>
            <p:nvPr/>
          </p:nvSpPr>
          <p:spPr>
            <a:xfrm>
              <a:off x="249665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h3951"/>
            <p:cNvSpPr/>
            <p:nvPr/>
          </p:nvSpPr>
          <p:spPr>
            <a:xfrm>
              <a:off x="2506091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6A052">
                <a:alpha val="100000"/>
              </a:srgbClr>
            </a:solidFill>
            <a:ln w="5420" cap="flat">
              <a:solidFill>
                <a:srgbClr val="36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h3952"/>
            <p:cNvSpPr/>
            <p:nvPr/>
          </p:nvSpPr>
          <p:spPr>
            <a:xfrm>
              <a:off x="251553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h3953"/>
            <p:cNvSpPr/>
            <p:nvPr/>
          </p:nvSpPr>
          <p:spPr>
            <a:xfrm>
              <a:off x="252497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h3954"/>
            <p:cNvSpPr/>
            <p:nvPr/>
          </p:nvSpPr>
          <p:spPr>
            <a:xfrm>
              <a:off x="253441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h3955"/>
            <p:cNvSpPr/>
            <p:nvPr/>
          </p:nvSpPr>
          <p:spPr>
            <a:xfrm>
              <a:off x="2543852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h3956"/>
            <p:cNvSpPr/>
            <p:nvPr/>
          </p:nvSpPr>
          <p:spPr>
            <a:xfrm>
              <a:off x="255329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h3957"/>
            <p:cNvSpPr/>
            <p:nvPr/>
          </p:nvSpPr>
          <p:spPr>
            <a:xfrm>
              <a:off x="2572172" y="190424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262" y="896830"/>
                  </a:lnTo>
                  <a:lnTo>
                    <a:pt x="908395" y="897121"/>
                  </a:lnTo>
                  <a:lnTo>
                    <a:pt x="908597" y="897567"/>
                  </a:lnTo>
                  <a:lnTo>
                    <a:pt x="908800" y="898013"/>
                  </a:lnTo>
                  <a:lnTo>
                    <a:pt x="909002" y="898459"/>
                  </a:lnTo>
                  <a:lnTo>
                    <a:pt x="909205" y="898904"/>
                  </a:lnTo>
                  <a:lnTo>
                    <a:pt x="909407" y="899350"/>
                  </a:lnTo>
                  <a:lnTo>
                    <a:pt x="909610" y="899796"/>
                  </a:lnTo>
                  <a:lnTo>
                    <a:pt x="909812" y="900242"/>
                  </a:lnTo>
                  <a:lnTo>
                    <a:pt x="910015" y="900687"/>
                  </a:lnTo>
                  <a:lnTo>
                    <a:pt x="910217" y="901133"/>
                  </a:lnTo>
                  <a:lnTo>
                    <a:pt x="910419" y="901579"/>
                  </a:lnTo>
                  <a:lnTo>
                    <a:pt x="910622" y="902024"/>
                  </a:lnTo>
                  <a:lnTo>
                    <a:pt x="910824" y="902470"/>
                  </a:lnTo>
                  <a:lnTo>
                    <a:pt x="911027" y="902916"/>
                  </a:lnTo>
                  <a:lnTo>
                    <a:pt x="911229" y="903362"/>
                  </a:lnTo>
                  <a:lnTo>
                    <a:pt x="911431" y="903808"/>
                  </a:lnTo>
                  <a:lnTo>
                    <a:pt x="911634" y="904253"/>
                  </a:lnTo>
                  <a:lnTo>
                    <a:pt x="911836" y="904699"/>
                  </a:lnTo>
                  <a:lnTo>
                    <a:pt x="912038" y="905145"/>
                  </a:lnTo>
                  <a:lnTo>
                    <a:pt x="912241" y="905591"/>
                  </a:lnTo>
                  <a:lnTo>
                    <a:pt x="912443" y="906036"/>
                  </a:lnTo>
                  <a:lnTo>
                    <a:pt x="912645" y="906482"/>
                  </a:lnTo>
                  <a:lnTo>
                    <a:pt x="912847" y="906928"/>
                  </a:lnTo>
                  <a:lnTo>
                    <a:pt x="913049" y="907374"/>
                  </a:lnTo>
                  <a:lnTo>
                    <a:pt x="913252" y="907820"/>
                  </a:lnTo>
                  <a:lnTo>
                    <a:pt x="913454" y="908265"/>
                  </a:lnTo>
                  <a:lnTo>
                    <a:pt x="913656" y="908711"/>
                  </a:lnTo>
                  <a:lnTo>
                    <a:pt x="913858" y="909157"/>
                  </a:lnTo>
                  <a:lnTo>
                    <a:pt x="914060" y="909603"/>
                  </a:lnTo>
                  <a:lnTo>
                    <a:pt x="914263" y="910049"/>
                  </a:lnTo>
                  <a:lnTo>
                    <a:pt x="914400" y="910351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h3958"/>
            <p:cNvSpPr/>
            <p:nvPr/>
          </p:nvSpPr>
          <p:spPr>
            <a:xfrm>
              <a:off x="2572172" y="1904245"/>
              <a:ext cx="916235" cy="914400"/>
            </a:xfrm>
            <a:custGeom>
              <a:avLst/>
              <a:pathLst>
                <a:path w="916235" h="914400">
                  <a:moveTo>
                    <a:pt x="914400" y="914400"/>
                  </a:moveTo>
                  <a:lnTo>
                    <a:pt x="914400" y="910351"/>
                  </a:lnTo>
                  <a:lnTo>
                    <a:pt x="914465" y="910494"/>
                  </a:lnTo>
                  <a:lnTo>
                    <a:pt x="914667" y="910940"/>
                  </a:lnTo>
                  <a:lnTo>
                    <a:pt x="914869" y="911386"/>
                  </a:lnTo>
                  <a:lnTo>
                    <a:pt x="915071" y="911832"/>
                  </a:lnTo>
                  <a:lnTo>
                    <a:pt x="915273" y="912278"/>
                  </a:lnTo>
                  <a:lnTo>
                    <a:pt x="915475" y="912723"/>
                  </a:lnTo>
                  <a:lnTo>
                    <a:pt x="915677" y="913169"/>
                  </a:lnTo>
                  <a:lnTo>
                    <a:pt x="915879" y="913615"/>
                  </a:lnTo>
                  <a:lnTo>
                    <a:pt x="916081" y="914061"/>
                  </a:lnTo>
                  <a:lnTo>
                    <a:pt x="916235" y="914400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h3959"/>
            <p:cNvSpPr/>
            <p:nvPr/>
          </p:nvSpPr>
          <p:spPr>
            <a:xfrm>
              <a:off x="3185788" y="1886675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195" y="931969"/>
                  </a:lnTo>
                  <a:lnTo>
                    <a:pt x="910835" y="924867"/>
                  </a:lnTo>
                  <a:lnTo>
                    <a:pt x="913500" y="914830"/>
                  </a:lnTo>
                  <a:lnTo>
                    <a:pt x="913631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h3960"/>
            <p:cNvSpPr/>
            <p:nvPr/>
          </p:nvSpPr>
          <p:spPr>
            <a:xfrm>
              <a:off x="3185788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h3961"/>
            <p:cNvSpPr/>
            <p:nvPr/>
          </p:nvSpPr>
          <p:spPr>
            <a:xfrm>
              <a:off x="319522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h3962"/>
            <p:cNvSpPr/>
            <p:nvPr/>
          </p:nvSpPr>
          <p:spPr>
            <a:xfrm>
              <a:off x="320466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h3963"/>
            <p:cNvSpPr/>
            <p:nvPr/>
          </p:nvSpPr>
          <p:spPr>
            <a:xfrm>
              <a:off x="321410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h3964"/>
            <p:cNvSpPr/>
            <p:nvPr/>
          </p:nvSpPr>
          <p:spPr>
            <a:xfrm>
              <a:off x="322354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h3965"/>
            <p:cNvSpPr/>
            <p:nvPr/>
          </p:nvSpPr>
          <p:spPr>
            <a:xfrm>
              <a:off x="323298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h3966"/>
            <p:cNvSpPr/>
            <p:nvPr/>
          </p:nvSpPr>
          <p:spPr>
            <a:xfrm>
              <a:off x="3242429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h3967"/>
            <p:cNvSpPr/>
            <p:nvPr/>
          </p:nvSpPr>
          <p:spPr>
            <a:xfrm>
              <a:off x="325187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h3968"/>
            <p:cNvSpPr/>
            <p:nvPr/>
          </p:nvSpPr>
          <p:spPr>
            <a:xfrm>
              <a:off x="326131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h3969"/>
            <p:cNvSpPr/>
            <p:nvPr/>
          </p:nvSpPr>
          <p:spPr>
            <a:xfrm>
              <a:off x="327075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h3970"/>
            <p:cNvSpPr/>
            <p:nvPr/>
          </p:nvSpPr>
          <p:spPr>
            <a:xfrm>
              <a:off x="328019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h3971"/>
            <p:cNvSpPr/>
            <p:nvPr/>
          </p:nvSpPr>
          <p:spPr>
            <a:xfrm>
              <a:off x="328963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h3972"/>
            <p:cNvSpPr/>
            <p:nvPr/>
          </p:nvSpPr>
          <p:spPr>
            <a:xfrm>
              <a:off x="329907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h3973"/>
            <p:cNvSpPr/>
            <p:nvPr/>
          </p:nvSpPr>
          <p:spPr>
            <a:xfrm>
              <a:off x="330851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h3974"/>
            <p:cNvSpPr/>
            <p:nvPr/>
          </p:nvSpPr>
          <p:spPr>
            <a:xfrm>
              <a:off x="331795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h3975"/>
            <p:cNvSpPr/>
            <p:nvPr/>
          </p:nvSpPr>
          <p:spPr>
            <a:xfrm>
              <a:off x="332739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h3976"/>
            <p:cNvSpPr/>
            <p:nvPr/>
          </p:nvSpPr>
          <p:spPr>
            <a:xfrm>
              <a:off x="333683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h3977"/>
            <p:cNvSpPr/>
            <p:nvPr/>
          </p:nvSpPr>
          <p:spPr>
            <a:xfrm>
              <a:off x="334627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h3978"/>
            <p:cNvSpPr/>
            <p:nvPr/>
          </p:nvSpPr>
          <p:spPr>
            <a:xfrm>
              <a:off x="335571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h3979"/>
            <p:cNvSpPr/>
            <p:nvPr/>
          </p:nvSpPr>
          <p:spPr>
            <a:xfrm>
              <a:off x="336515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h3980"/>
            <p:cNvSpPr/>
            <p:nvPr/>
          </p:nvSpPr>
          <p:spPr>
            <a:xfrm>
              <a:off x="337459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h3981"/>
            <p:cNvSpPr/>
            <p:nvPr/>
          </p:nvSpPr>
          <p:spPr>
            <a:xfrm>
              <a:off x="338403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h3982"/>
            <p:cNvSpPr/>
            <p:nvPr/>
          </p:nvSpPr>
          <p:spPr>
            <a:xfrm>
              <a:off x="339347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h3983"/>
            <p:cNvSpPr/>
            <p:nvPr/>
          </p:nvSpPr>
          <p:spPr>
            <a:xfrm>
              <a:off x="340291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h3984"/>
            <p:cNvSpPr/>
            <p:nvPr/>
          </p:nvSpPr>
          <p:spPr>
            <a:xfrm>
              <a:off x="341235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h3985"/>
            <p:cNvSpPr/>
            <p:nvPr/>
          </p:nvSpPr>
          <p:spPr>
            <a:xfrm>
              <a:off x="342179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h3986"/>
            <p:cNvSpPr/>
            <p:nvPr/>
          </p:nvSpPr>
          <p:spPr>
            <a:xfrm>
              <a:off x="3431234" y="1904245"/>
              <a:ext cx="914767" cy="914400"/>
            </a:xfrm>
            <a:custGeom>
              <a:avLst/>
              <a:pathLst>
                <a:path w="914767" h="914400">
                  <a:moveTo>
                    <a:pt x="914400" y="914400"/>
                  </a:moveTo>
                  <a:lnTo>
                    <a:pt x="914466" y="896830"/>
                  </a:lnTo>
                  <a:lnTo>
                    <a:pt x="914767" y="907535"/>
                  </a:lnTo>
                  <a:lnTo>
                    <a:pt x="914762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h3987"/>
            <p:cNvSpPr/>
            <p:nvPr/>
          </p:nvSpPr>
          <p:spPr>
            <a:xfrm>
              <a:off x="2279525" y="1869105"/>
              <a:ext cx="914400" cy="929550"/>
            </a:xfrm>
            <a:custGeom>
              <a:avLst/>
              <a:pathLst>
                <a:path w="914400" h="929550">
                  <a:moveTo>
                    <a:pt x="914400" y="914400"/>
                  </a:moveTo>
                  <a:lnTo>
                    <a:pt x="914400" y="929550"/>
                  </a:lnTo>
                  <a:lnTo>
                    <a:pt x="911558" y="924770"/>
                  </a:lnTo>
                  <a:lnTo>
                    <a:pt x="907329" y="916860"/>
                  </a:lnTo>
                  <a:lnTo>
                    <a:pt x="906146" y="914400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h3988"/>
            <p:cNvSpPr/>
            <p:nvPr/>
          </p:nvSpPr>
          <p:spPr>
            <a:xfrm>
              <a:off x="2279525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37" y="931969"/>
                  </a:lnTo>
                  <a:lnTo>
                    <a:pt x="914400" y="929550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h3989"/>
            <p:cNvSpPr/>
            <p:nvPr/>
          </p:nvSpPr>
          <p:spPr>
            <a:xfrm>
              <a:off x="2288965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h3990"/>
            <p:cNvSpPr/>
            <p:nvPr/>
          </p:nvSpPr>
          <p:spPr>
            <a:xfrm>
              <a:off x="2298405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h3991"/>
            <p:cNvSpPr/>
            <p:nvPr/>
          </p:nvSpPr>
          <p:spPr>
            <a:xfrm>
              <a:off x="2307846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h3992"/>
            <p:cNvSpPr/>
            <p:nvPr/>
          </p:nvSpPr>
          <p:spPr>
            <a:xfrm>
              <a:off x="2317286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h3993"/>
            <p:cNvSpPr/>
            <p:nvPr/>
          </p:nvSpPr>
          <p:spPr>
            <a:xfrm>
              <a:off x="2326726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h3994"/>
            <p:cNvSpPr/>
            <p:nvPr/>
          </p:nvSpPr>
          <p:spPr>
            <a:xfrm>
              <a:off x="2336166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h3995"/>
            <p:cNvSpPr/>
            <p:nvPr/>
          </p:nvSpPr>
          <p:spPr>
            <a:xfrm>
              <a:off x="234560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h3996"/>
            <p:cNvSpPr/>
            <p:nvPr/>
          </p:nvSpPr>
          <p:spPr>
            <a:xfrm>
              <a:off x="235504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h3997"/>
            <p:cNvSpPr/>
            <p:nvPr/>
          </p:nvSpPr>
          <p:spPr>
            <a:xfrm>
              <a:off x="236448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h3998"/>
            <p:cNvSpPr/>
            <p:nvPr/>
          </p:nvSpPr>
          <p:spPr>
            <a:xfrm>
              <a:off x="237392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h3999"/>
            <p:cNvSpPr/>
            <p:nvPr/>
          </p:nvSpPr>
          <p:spPr>
            <a:xfrm>
              <a:off x="2383368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h4000"/>
            <p:cNvSpPr/>
            <p:nvPr/>
          </p:nvSpPr>
          <p:spPr>
            <a:xfrm>
              <a:off x="239280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h4001"/>
            <p:cNvSpPr/>
            <p:nvPr/>
          </p:nvSpPr>
          <p:spPr>
            <a:xfrm>
              <a:off x="2402248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h4002"/>
            <p:cNvSpPr/>
            <p:nvPr/>
          </p:nvSpPr>
          <p:spPr>
            <a:xfrm>
              <a:off x="241168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h4003"/>
            <p:cNvSpPr/>
            <p:nvPr/>
          </p:nvSpPr>
          <p:spPr>
            <a:xfrm>
              <a:off x="2421129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h4004"/>
            <p:cNvSpPr/>
            <p:nvPr/>
          </p:nvSpPr>
          <p:spPr>
            <a:xfrm>
              <a:off x="243056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h4005"/>
            <p:cNvSpPr/>
            <p:nvPr/>
          </p:nvSpPr>
          <p:spPr>
            <a:xfrm>
              <a:off x="244000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h4006"/>
            <p:cNvSpPr/>
            <p:nvPr/>
          </p:nvSpPr>
          <p:spPr>
            <a:xfrm>
              <a:off x="244944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h4007"/>
            <p:cNvSpPr/>
            <p:nvPr/>
          </p:nvSpPr>
          <p:spPr>
            <a:xfrm>
              <a:off x="245889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h4008"/>
            <p:cNvSpPr/>
            <p:nvPr/>
          </p:nvSpPr>
          <p:spPr>
            <a:xfrm>
              <a:off x="246833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h4009"/>
            <p:cNvSpPr/>
            <p:nvPr/>
          </p:nvSpPr>
          <p:spPr>
            <a:xfrm>
              <a:off x="247777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h4010"/>
            <p:cNvSpPr/>
            <p:nvPr/>
          </p:nvSpPr>
          <p:spPr>
            <a:xfrm>
              <a:off x="248721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h4011"/>
            <p:cNvSpPr/>
            <p:nvPr/>
          </p:nvSpPr>
          <p:spPr>
            <a:xfrm>
              <a:off x="249665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h4012"/>
            <p:cNvSpPr/>
            <p:nvPr/>
          </p:nvSpPr>
          <p:spPr>
            <a:xfrm>
              <a:off x="2506091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h4013"/>
            <p:cNvSpPr/>
            <p:nvPr/>
          </p:nvSpPr>
          <p:spPr>
            <a:xfrm>
              <a:off x="251553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h4014"/>
            <p:cNvSpPr/>
            <p:nvPr/>
          </p:nvSpPr>
          <p:spPr>
            <a:xfrm>
              <a:off x="252497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h4015"/>
            <p:cNvSpPr/>
            <p:nvPr/>
          </p:nvSpPr>
          <p:spPr>
            <a:xfrm>
              <a:off x="253441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h4016"/>
            <p:cNvSpPr/>
            <p:nvPr/>
          </p:nvSpPr>
          <p:spPr>
            <a:xfrm>
              <a:off x="2543852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h4017"/>
            <p:cNvSpPr/>
            <p:nvPr/>
          </p:nvSpPr>
          <p:spPr>
            <a:xfrm>
              <a:off x="2562732" y="188667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400" y="901607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h4018"/>
            <p:cNvSpPr/>
            <p:nvPr/>
          </p:nvSpPr>
          <p:spPr>
            <a:xfrm>
              <a:off x="2562732" y="1886675"/>
              <a:ext cx="917703" cy="914400"/>
            </a:xfrm>
            <a:custGeom>
              <a:avLst/>
              <a:pathLst>
                <a:path w="917703" h="914400">
                  <a:moveTo>
                    <a:pt x="914400" y="914400"/>
                  </a:moveTo>
                  <a:lnTo>
                    <a:pt x="914400" y="901607"/>
                  </a:lnTo>
                  <a:lnTo>
                    <a:pt x="917261" y="913428"/>
                  </a:lnTo>
                  <a:lnTo>
                    <a:pt x="917430" y="913800"/>
                  </a:lnTo>
                  <a:lnTo>
                    <a:pt x="917633" y="914245"/>
                  </a:lnTo>
                  <a:lnTo>
                    <a:pt x="917703" y="914400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h4019"/>
            <p:cNvSpPr/>
            <p:nvPr/>
          </p:nvSpPr>
          <p:spPr>
            <a:xfrm>
              <a:off x="3185788" y="1886675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3631" y="914400"/>
                  </a:lnTo>
                  <a:lnTo>
                    <a:pt x="914399" y="911854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h4020"/>
            <p:cNvSpPr/>
            <p:nvPr/>
          </p:nvSpPr>
          <p:spPr>
            <a:xfrm>
              <a:off x="3195228" y="186910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9424"/>
                  </a:lnTo>
                  <a:lnTo>
                    <a:pt x="907008" y="922641"/>
                  </a:lnTo>
                  <a:lnTo>
                    <a:pt x="909817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h4021"/>
            <p:cNvSpPr/>
            <p:nvPr/>
          </p:nvSpPr>
          <p:spPr>
            <a:xfrm>
              <a:off x="319522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h4022"/>
            <p:cNvSpPr/>
            <p:nvPr/>
          </p:nvSpPr>
          <p:spPr>
            <a:xfrm>
              <a:off x="320466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h4023"/>
            <p:cNvSpPr/>
            <p:nvPr/>
          </p:nvSpPr>
          <p:spPr>
            <a:xfrm>
              <a:off x="321410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h4024"/>
            <p:cNvSpPr/>
            <p:nvPr/>
          </p:nvSpPr>
          <p:spPr>
            <a:xfrm>
              <a:off x="322354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h4025"/>
            <p:cNvSpPr/>
            <p:nvPr/>
          </p:nvSpPr>
          <p:spPr>
            <a:xfrm>
              <a:off x="323298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h4026"/>
            <p:cNvSpPr/>
            <p:nvPr/>
          </p:nvSpPr>
          <p:spPr>
            <a:xfrm>
              <a:off x="3242429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h4027"/>
            <p:cNvSpPr/>
            <p:nvPr/>
          </p:nvSpPr>
          <p:spPr>
            <a:xfrm>
              <a:off x="325187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h4028"/>
            <p:cNvSpPr/>
            <p:nvPr/>
          </p:nvSpPr>
          <p:spPr>
            <a:xfrm>
              <a:off x="326131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h4029"/>
            <p:cNvSpPr/>
            <p:nvPr/>
          </p:nvSpPr>
          <p:spPr>
            <a:xfrm>
              <a:off x="327075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h4030"/>
            <p:cNvSpPr/>
            <p:nvPr/>
          </p:nvSpPr>
          <p:spPr>
            <a:xfrm>
              <a:off x="328019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h4031"/>
            <p:cNvSpPr/>
            <p:nvPr/>
          </p:nvSpPr>
          <p:spPr>
            <a:xfrm>
              <a:off x="328963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h4032"/>
            <p:cNvSpPr/>
            <p:nvPr/>
          </p:nvSpPr>
          <p:spPr>
            <a:xfrm>
              <a:off x="329907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h4033"/>
            <p:cNvSpPr/>
            <p:nvPr/>
          </p:nvSpPr>
          <p:spPr>
            <a:xfrm>
              <a:off x="330851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h4034"/>
            <p:cNvSpPr/>
            <p:nvPr/>
          </p:nvSpPr>
          <p:spPr>
            <a:xfrm>
              <a:off x="331795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h4035"/>
            <p:cNvSpPr/>
            <p:nvPr/>
          </p:nvSpPr>
          <p:spPr>
            <a:xfrm>
              <a:off x="332739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h4036"/>
            <p:cNvSpPr/>
            <p:nvPr/>
          </p:nvSpPr>
          <p:spPr>
            <a:xfrm>
              <a:off x="333683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h4037"/>
            <p:cNvSpPr/>
            <p:nvPr/>
          </p:nvSpPr>
          <p:spPr>
            <a:xfrm>
              <a:off x="334627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h4038"/>
            <p:cNvSpPr/>
            <p:nvPr/>
          </p:nvSpPr>
          <p:spPr>
            <a:xfrm>
              <a:off x="335571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h4039"/>
            <p:cNvSpPr/>
            <p:nvPr/>
          </p:nvSpPr>
          <p:spPr>
            <a:xfrm>
              <a:off x="336515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h4040"/>
            <p:cNvSpPr/>
            <p:nvPr/>
          </p:nvSpPr>
          <p:spPr>
            <a:xfrm>
              <a:off x="337459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h4041"/>
            <p:cNvSpPr/>
            <p:nvPr/>
          </p:nvSpPr>
          <p:spPr>
            <a:xfrm>
              <a:off x="338403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h4042"/>
            <p:cNvSpPr/>
            <p:nvPr/>
          </p:nvSpPr>
          <p:spPr>
            <a:xfrm>
              <a:off x="339347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h4043"/>
            <p:cNvSpPr/>
            <p:nvPr/>
          </p:nvSpPr>
          <p:spPr>
            <a:xfrm>
              <a:off x="340291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h4044"/>
            <p:cNvSpPr/>
            <p:nvPr/>
          </p:nvSpPr>
          <p:spPr>
            <a:xfrm>
              <a:off x="341235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h4045"/>
            <p:cNvSpPr/>
            <p:nvPr/>
          </p:nvSpPr>
          <p:spPr>
            <a:xfrm>
              <a:off x="3431234" y="188667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11" y="896830"/>
                  </a:lnTo>
                  <a:lnTo>
                    <a:pt x="913814" y="902666"/>
                  </a:lnTo>
                  <a:lnTo>
                    <a:pt x="914400" y="91295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h4046"/>
            <p:cNvSpPr/>
            <p:nvPr/>
          </p:nvSpPr>
          <p:spPr>
            <a:xfrm>
              <a:off x="3431234" y="1886675"/>
              <a:ext cx="914451" cy="914400"/>
            </a:xfrm>
            <a:custGeom>
              <a:avLst/>
              <a:pathLst>
                <a:path w="914451" h="914400">
                  <a:moveTo>
                    <a:pt x="914400" y="914400"/>
                  </a:moveTo>
                  <a:lnTo>
                    <a:pt x="914400" y="912950"/>
                  </a:lnTo>
                  <a:lnTo>
                    <a:pt x="914451" y="913862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h4047"/>
            <p:cNvSpPr/>
            <p:nvPr/>
          </p:nvSpPr>
          <p:spPr>
            <a:xfrm>
              <a:off x="2270085" y="1851536"/>
              <a:ext cx="914400" cy="929502"/>
            </a:xfrm>
            <a:custGeom>
              <a:avLst/>
              <a:pathLst>
                <a:path w="914400" h="929502">
                  <a:moveTo>
                    <a:pt x="914400" y="914400"/>
                  </a:moveTo>
                  <a:lnTo>
                    <a:pt x="914400" y="929502"/>
                  </a:lnTo>
                  <a:lnTo>
                    <a:pt x="912770" y="926114"/>
                  </a:lnTo>
                  <a:lnTo>
                    <a:pt x="911606" y="923558"/>
                  </a:lnTo>
                  <a:lnTo>
                    <a:pt x="910449" y="921021"/>
                  </a:lnTo>
                  <a:lnTo>
                    <a:pt x="909291" y="918483"/>
                  </a:lnTo>
                  <a:lnTo>
                    <a:pt x="908133" y="915946"/>
                  </a:lnTo>
                  <a:lnTo>
                    <a:pt x="907427" y="914400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h4048"/>
            <p:cNvSpPr/>
            <p:nvPr/>
          </p:nvSpPr>
          <p:spPr>
            <a:xfrm>
              <a:off x="227008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586" y="931969"/>
                  </a:lnTo>
                  <a:lnTo>
                    <a:pt x="914400" y="929502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h4049"/>
            <p:cNvSpPr/>
            <p:nvPr/>
          </p:nvSpPr>
          <p:spPr>
            <a:xfrm>
              <a:off x="227952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h4050"/>
            <p:cNvSpPr/>
            <p:nvPr/>
          </p:nvSpPr>
          <p:spPr>
            <a:xfrm>
              <a:off x="228896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h4051"/>
            <p:cNvSpPr/>
            <p:nvPr/>
          </p:nvSpPr>
          <p:spPr>
            <a:xfrm>
              <a:off x="229840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h4052"/>
            <p:cNvSpPr/>
            <p:nvPr/>
          </p:nvSpPr>
          <p:spPr>
            <a:xfrm>
              <a:off x="2307846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h4053"/>
            <p:cNvSpPr/>
            <p:nvPr/>
          </p:nvSpPr>
          <p:spPr>
            <a:xfrm>
              <a:off x="2317286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h4054"/>
            <p:cNvSpPr/>
            <p:nvPr/>
          </p:nvSpPr>
          <p:spPr>
            <a:xfrm>
              <a:off x="2326726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h4055"/>
            <p:cNvSpPr/>
            <p:nvPr/>
          </p:nvSpPr>
          <p:spPr>
            <a:xfrm>
              <a:off x="2336166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h4056"/>
            <p:cNvSpPr/>
            <p:nvPr/>
          </p:nvSpPr>
          <p:spPr>
            <a:xfrm>
              <a:off x="234560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h4057"/>
            <p:cNvSpPr/>
            <p:nvPr/>
          </p:nvSpPr>
          <p:spPr>
            <a:xfrm>
              <a:off x="235504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h4058"/>
            <p:cNvSpPr/>
            <p:nvPr/>
          </p:nvSpPr>
          <p:spPr>
            <a:xfrm>
              <a:off x="236448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h4059"/>
            <p:cNvSpPr/>
            <p:nvPr/>
          </p:nvSpPr>
          <p:spPr>
            <a:xfrm>
              <a:off x="237392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h4060"/>
            <p:cNvSpPr/>
            <p:nvPr/>
          </p:nvSpPr>
          <p:spPr>
            <a:xfrm>
              <a:off x="2383368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h4061"/>
            <p:cNvSpPr/>
            <p:nvPr/>
          </p:nvSpPr>
          <p:spPr>
            <a:xfrm>
              <a:off x="239280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h4062"/>
            <p:cNvSpPr/>
            <p:nvPr/>
          </p:nvSpPr>
          <p:spPr>
            <a:xfrm>
              <a:off x="2402248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h4063"/>
            <p:cNvSpPr/>
            <p:nvPr/>
          </p:nvSpPr>
          <p:spPr>
            <a:xfrm>
              <a:off x="241168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h4064"/>
            <p:cNvSpPr/>
            <p:nvPr/>
          </p:nvSpPr>
          <p:spPr>
            <a:xfrm>
              <a:off x="2421129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h4065"/>
            <p:cNvSpPr/>
            <p:nvPr/>
          </p:nvSpPr>
          <p:spPr>
            <a:xfrm>
              <a:off x="243056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244000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244944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245889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246833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247777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248721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249665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2506091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251553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252497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253441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2543852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2553292" y="1869105"/>
              <a:ext cx="922683" cy="914400"/>
            </a:xfrm>
            <a:custGeom>
              <a:avLst/>
              <a:pathLst>
                <a:path w="922683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430" y="896830"/>
                  </a:lnTo>
                  <a:lnTo>
                    <a:pt x="922683" y="914400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3195228" y="185153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817" y="931969"/>
                  </a:lnTo>
                  <a:lnTo>
                    <a:pt x="910230" y="930757"/>
                  </a:lnTo>
                  <a:lnTo>
                    <a:pt x="911509" y="927412"/>
                  </a:lnTo>
                  <a:lnTo>
                    <a:pt x="911431" y="925423"/>
                  </a:lnTo>
                  <a:lnTo>
                    <a:pt x="911387" y="920411"/>
                  </a:lnTo>
                  <a:lnTo>
                    <a:pt x="910454" y="914964"/>
                  </a:lnTo>
                  <a:lnTo>
                    <a:pt x="910374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319522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320466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321410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322354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323298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3242429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325187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326131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327075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328019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328963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329907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330851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331795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332739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333683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334627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335571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336515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337459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338403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339347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340291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341235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3421794" y="1869105"/>
              <a:ext cx="922752" cy="914400"/>
            </a:xfrm>
            <a:custGeom>
              <a:avLst/>
              <a:pathLst>
                <a:path w="92275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834" y="896830"/>
                  </a:lnTo>
                  <a:lnTo>
                    <a:pt x="921022" y="898114"/>
                  </a:lnTo>
                  <a:lnTo>
                    <a:pt x="922297" y="909120"/>
                  </a:lnTo>
                  <a:lnTo>
                    <a:pt x="922752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2260644" y="1833966"/>
              <a:ext cx="914400" cy="926568"/>
            </a:xfrm>
            <a:custGeom>
              <a:avLst/>
              <a:pathLst>
                <a:path w="914400" h="926568">
                  <a:moveTo>
                    <a:pt x="914400" y="914400"/>
                  </a:moveTo>
                  <a:lnTo>
                    <a:pt x="914400" y="926568"/>
                  </a:lnTo>
                  <a:lnTo>
                    <a:pt x="914096" y="925904"/>
                  </a:lnTo>
                  <a:lnTo>
                    <a:pt x="912936" y="923367"/>
                  </a:lnTo>
                  <a:lnTo>
                    <a:pt x="911776" y="920830"/>
                  </a:lnTo>
                  <a:lnTo>
                    <a:pt x="910615" y="918294"/>
                  </a:lnTo>
                  <a:lnTo>
                    <a:pt x="909453" y="915757"/>
                  </a:lnTo>
                  <a:lnTo>
                    <a:pt x="908831" y="914400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226064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867" y="931969"/>
                  </a:lnTo>
                  <a:lnTo>
                    <a:pt x="916415" y="930978"/>
                  </a:lnTo>
                  <a:lnTo>
                    <a:pt x="915255" y="928441"/>
                  </a:lnTo>
                  <a:lnTo>
                    <a:pt x="914400" y="926568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227008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227952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228896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229840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230784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231728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232672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233616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234560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235504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236448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237392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2383368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239280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2402248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241168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2421129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243056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244000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244944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245889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246833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D52">
                <a:alpha val="100000"/>
              </a:srgbClr>
            </a:solidFill>
            <a:ln w="5420" cap="flat">
              <a:solidFill>
                <a:srgbClr val="2E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247777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248721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249665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2506091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251553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252497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253441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2553292" y="185153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9" y="896830"/>
                  </a:lnTo>
                  <a:lnTo>
                    <a:pt x="914400" y="897756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2553292" y="1851536"/>
              <a:ext cx="918430" cy="914400"/>
            </a:xfrm>
            <a:custGeom>
              <a:avLst/>
              <a:pathLst>
                <a:path w="918430" h="914400">
                  <a:moveTo>
                    <a:pt x="914400" y="914400"/>
                  </a:moveTo>
                  <a:lnTo>
                    <a:pt x="914410" y="897796"/>
                  </a:lnTo>
                  <a:lnTo>
                    <a:pt x="914556" y="898400"/>
                  </a:lnTo>
                  <a:lnTo>
                    <a:pt x="914704" y="899011"/>
                  </a:lnTo>
                  <a:lnTo>
                    <a:pt x="914852" y="899622"/>
                  </a:lnTo>
                  <a:lnTo>
                    <a:pt x="915000" y="900233"/>
                  </a:lnTo>
                  <a:lnTo>
                    <a:pt x="915148" y="900844"/>
                  </a:lnTo>
                  <a:lnTo>
                    <a:pt x="915296" y="901455"/>
                  </a:lnTo>
                  <a:lnTo>
                    <a:pt x="915444" y="902066"/>
                  </a:lnTo>
                  <a:lnTo>
                    <a:pt x="915592" y="902676"/>
                  </a:lnTo>
                  <a:lnTo>
                    <a:pt x="915740" y="903287"/>
                  </a:lnTo>
                  <a:lnTo>
                    <a:pt x="915888" y="903898"/>
                  </a:lnTo>
                  <a:lnTo>
                    <a:pt x="916036" y="904509"/>
                  </a:lnTo>
                  <a:lnTo>
                    <a:pt x="916184" y="905120"/>
                  </a:lnTo>
                  <a:lnTo>
                    <a:pt x="918430" y="914400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3195228" y="183396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374" y="931969"/>
                  </a:lnTo>
                  <a:lnTo>
                    <a:pt x="908962" y="921965"/>
                  </a:lnTo>
                  <a:lnTo>
                    <a:pt x="908117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319522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320466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321410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322354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323298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3242429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325187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326131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327075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328019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328963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329907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330851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331795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332739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333683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334627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335571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336515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337459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338403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339347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340291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341235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3421794" y="1851536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022"/>
                  </a:lnTo>
                  <a:lnTo>
                    <a:pt x="921719" y="908110"/>
                  </a:lnTo>
                  <a:lnTo>
                    <a:pt x="920552" y="912474"/>
                  </a:lnTo>
                  <a:lnTo>
                    <a:pt x="920834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3431234" y="1833966"/>
              <a:ext cx="914870" cy="916591"/>
            </a:xfrm>
            <a:custGeom>
              <a:avLst/>
              <a:pathLst>
                <a:path w="914870" h="916591">
                  <a:moveTo>
                    <a:pt x="914400" y="914400"/>
                  </a:moveTo>
                  <a:lnTo>
                    <a:pt x="914870" y="914400"/>
                  </a:lnTo>
                  <a:lnTo>
                    <a:pt x="914617" y="915660"/>
                  </a:lnTo>
                  <a:lnTo>
                    <a:pt x="914400" y="916591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2251204" y="1816396"/>
              <a:ext cx="914400" cy="923523"/>
            </a:xfrm>
            <a:custGeom>
              <a:avLst/>
              <a:pathLst>
                <a:path w="914400" h="923523">
                  <a:moveTo>
                    <a:pt x="914400" y="914400"/>
                  </a:moveTo>
                  <a:lnTo>
                    <a:pt x="914400" y="923523"/>
                  </a:lnTo>
                  <a:lnTo>
                    <a:pt x="914243" y="923182"/>
                  </a:lnTo>
                  <a:lnTo>
                    <a:pt x="913071" y="920628"/>
                  </a:lnTo>
                  <a:lnTo>
                    <a:pt x="910361" y="914400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225120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272" y="931969"/>
                  </a:lnTo>
                  <a:lnTo>
                    <a:pt x="917732" y="930791"/>
                  </a:lnTo>
                  <a:lnTo>
                    <a:pt x="916569" y="928254"/>
                  </a:lnTo>
                  <a:lnTo>
                    <a:pt x="915406" y="925718"/>
                  </a:lnTo>
                  <a:lnTo>
                    <a:pt x="914400" y="923523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226064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227008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227952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228896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229840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230784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231728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232672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233616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234560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235504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236448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237392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2383368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239280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2402248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241168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C51">
                <a:alpha val="100000"/>
              </a:srgbClr>
            </a:solidFill>
            <a:ln w="5420" cap="flat">
              <a:solidFill>
                <a:srgbClr val="27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2421129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243056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244000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244944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245889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246833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247777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248721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D52">
                <a:alpha val="100000"/>
              </a:srgbClr>
            </a:solidFill>
            <a:ln w="5420" cap="flat">
              <a:solidFill>
                <a:srgbClr val="2E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249665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2506091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251553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252497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253441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2543852" y="1833966"/>
              <a:ext cx="923599" cy="914400"/>
            </a:xfrm>
            <a:custGeom>
              <a:avLst/>
              <a:pathLst>
                <a:path w="92359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732" y="896830"/>
                  </a:lnTo>
                  <a:lnTo>
                    <a:pt x="921252" y="905359"/>
                  </a:lnTo>
                  <a:lnTo>
                    <a:pt x="923599" y="914400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3195228" y="181639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117" y="931969"/>
                  </a:lnTo>
                  <a:lnTo>
                    <a:pt x="907766" y="928836"/>
                  </a:lnTo>
                  <a:lnTo>
                    <a:pt x="906870" y="918037"/>
                  </a:lnTo>
                  <a:lnTo>
                    <a:pt x="906671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319522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320466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321410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322354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323298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3242429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325187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326131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327075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328019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328963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329907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330851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331795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332739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333683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334627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335571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336515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337459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338403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339347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340291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341235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342179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3431234" y="1833966"/>
              <a:ext cx="918134" cy="914400"/>
            </a:xfrm>
            <a:custGeom>
              <a:avLst/>
              <a:pathLst>
                <a:path w="91813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134" y="896830"/>
                  </a:lnTo>
                  <a:lnTo>
                    <a:pt x="916673" y="905429"/>
                  </a:lnTo>
                  <a:lnTo>
                    <a:pt x="914870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2241764" y="1798826"/>
              <a:ext cx="914400" cy="918128"/>
            </a:xfrm>
            <a:custGeom>
              <a:avLst/>
              <a:pathLst>
                <a:path w="914400" h="918128">
                  <a:moveTo>
                    <a:pt x="914400" y="914400"/>
                  </a:moveTo>
                  <a:lnTo>
                    <a:pt x="914400" y="918128"/>
                  </a:lnTo>
                  <a:lnTo>
                    <a:pt x="913098" y="914400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224176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1" y="931969"/>
                  </a:lnTo>
                  <a:lnTo>
                    <a:pt x="918785" y="929633"/>
                  </a:lnTo>
                  <a:lnTo>
                    <a:pt x="915304" y="920718"/>
                  </a:lnTo>
                  <a:lnTo>
                    <a:pt x="914400" y="918128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225120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226064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227008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227952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228896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229840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230784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231728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232672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233616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234560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235504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236448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237392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2383368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239280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2402248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241168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2421129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243056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244000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244944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245889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246833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247777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248721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249665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2506091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251553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252497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2543852" y="1816396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637" y="896830"/>
                  </a:lnTo>
                  <a:lnTo>
                    <a:pt x="914399" y="901540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2543852" y="1816396"/>
              <a:ext cx="918732" cy="914400"/>
            </a:xfrm>
            <a:custGeom>
              <a:avLst/>
              <a:pathLst>
                <a:path w="918732" h="914400">
                  <a:moveTo>
                    <a:pt x="914399" y="914400"/>
                  </a:moveTo>
                  <a:lnTo>
                    <a:pt x="914399" y="901540"/>
                  </a:lnTo>
                  <a:lnTo>
                    <a:pt x="915226" y="903748"/>
                  </a:lnTo>
                  <a:lnTo>
                    <a:pt x="918375" y="913191"/>
                  </a:lnTo>
                  <a:lnTo>
                    <a:pt x="918732" y="914400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3195228" y="179882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671" y="931969"/>
                  </a:lnTo>
                  <a:lnTo>
                    <a:pt x="906276" y="924736"/>
                  </a:lnTo>
                  <a:lnTo>
                    <a:pt x="906000" y="914400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319522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320466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321410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322354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323298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3242429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325187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326131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327075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328019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328963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329907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330851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331795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332739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333683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334627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335571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336515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337459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338403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339347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340291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341235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342179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3431234" y="1816396"/>
              <a:ext cx="920490" cy="914400"/>
            </a:xfrm>
            <a:custGeom>
              <a:avLst/>
              <a:pathLst>
                <a:path w="9204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90" y="896830"/>
                  </a:lnTo>
                  <a:lnTo>
                    <a:pt x="919919" y="902010"/>
                  </a:lnTo>
                  <a:lnTo>
                    <a:pt x="918442" y="912583"/>
                  </a:lnTo>
                  <a:lnTo>
                    <a:pt x="918134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2241764" y="178125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098" y="931969"/>
                  </a:lnTo>
                  <a:lnTo>
                    <a:pt x="912078" y="929047"/>
                  </a:lnTo>
                  <a:lnTo>
                    <a:pt x="909116" y="919504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224176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225120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226064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227008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227952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228896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229840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230784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231728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232672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233616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234560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235504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236448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237392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2383368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239280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2402248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241168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2421129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243056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244000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244944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245889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246833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247777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248721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249665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2506091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251553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252497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2534411" y="1798826"/>
              <a:ext cx="922078" cy="914400"/>
            </a:xfrm>
            <a:custGeom>
              <a:avLst/>
              <a:pathLst>
                <a:path w="922078" h="914400">
                  <a:moveTo>
                    <a:pt x="914400" y="914400"/>
                  </a:moveTo>
                  <a:lnTo>
                    <a:pt x="914520" y="896830"/>
                  </a:lnTo>
                  <a:lnTo>
                    <a:pt x="917588" y="903424"/>
                  </a:lnTo>
                  <a:lnTo>
                    <a:pt x="921254" y="912197"/>
                  </a:lnTo>
                  <a:lnTo>
                    <a:pt x="922078" y="914400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3195228" y="178125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000" y="931969"/>
                  </a:lnTo>
                  <a:lnTo>
                    <a:pt x="905985" y="931392"/>
                  </a:lnTo>
                  <a:lnTo>
                    <a:pt x="905998" y="920465"/>
                  </a:lnTo>
                  <a:lnTo>
                    <a:pt x="906175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319522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320466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321410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322354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323298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3242429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325187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326131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327075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328019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328963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329907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330851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331795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332739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333683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334627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335571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336515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337459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338403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339347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340291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341235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342179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3431234" y="1798826"/>
              <a:ext cx="922047" cy="914400"/>
            </a:xfrm>
            <a:custGeom>
              <a:avLst/>
              <a:pathLst>
                <a:path w="9220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47" y="896830"/>
                  </a:lnTo>
                  <a:lnTo>
                    <a:pt x="921980" y="898079"/>
                  </a:lnTo>
                  <a:lnTo>
                    <a:pt x="921099" y="908879"/>
                  </a:lnTo>
                  <a:lnTo>
                    <a:pt x="920490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2232324" y="1763687"/>
              <a:ext cx="914400" cy="921135"/>
            </a:xfrm>
            <a:custGeom>
              <a:avLst/>
              <a:pathLst>
                <a:path w="914400" h="921135">
                  <a:moveTo>
                    <a:pt x="914400" y="914400"/>
                  </a:moveTo>
                  <a:lnTo>
                    <a:pt x="914400" y="921135"/>
                  </a:lnTo>
                  <a:lnTo>
                    <a:pt x="913971" y="919345"/>
                  </a:lnTo>
                  <a:lnTo>
                    <a:pt x="911812" y="916469"/>
                  </a:lnTo>
                  <a:lnTo>
                    <a:pt x="910418" y="914400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223232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5866" y="927257"/>
                  </a:lnTo>
                  <a:lnTo>
                    <a:pt x="914400" y="921135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224176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225120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226064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227008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227952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228896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229840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230784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0">
                <a:alpha val="100000"/>
              </a:srgbClr>
            </a:solidFill>
            <a:ln w="5420" cap="flat">
              <a:solidFill>
                <a:srgbClr val="21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231728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232672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233616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234560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235504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236448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237392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2383368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239280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2402248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19A50">
                <a:alpha val="100000"/>
              </a:srgbClr>
            </a:solidFill>
            <a:ln w="5420" cap="flat">
              <a:solidFill>
                <a:srgbClr val="21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241168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2421129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243056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244000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244944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245889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246833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247777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248721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249665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2506091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251553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2534411" y="17812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9" y="896830"/>
                  </a:lnTo>
                  <a:lnTo>
                    <a:pt x="905175" y="896996"/>
                  </a:lnTo>
                  <a:lnTo>
                    <a:pt x="909537" y="904585"/>
                  </a:lnTo>
                  <a:lnTo>
                    <a:pt x="913679" y="912592"/>
                  </a:lnTo>
                  <a:lnTo>
                    <a:pt x="914400" y="914141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2534411" y="17812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141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3195228" y="176368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175" y="931969"/>
                  </a:lnTo>
                  <a:lnTo>
                    <a:pt x="906316" y="927124"/>
                  </a:lnTo>
                  <a:lnTo>
                    <a:pt x="906936" y="916258"/>
                  </a:lnTo>
                  <a:lnTo>
                    <a:pt x="907095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319522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320466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321410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322354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323298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3242429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325187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326131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327075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328019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328963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329907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330851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331795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332739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333683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334627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335571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336515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337459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338403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339347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340291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341235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342179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3431234" y="1781256"/>
              <a:ext cx="922761" cy="914400"/>
            </a:xfrm>
            <a:custGeom>
              <a:avLst/>
              <a:pathLst>
                <a:path w="9227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761" y="896830"/>
                  </a:lnTo>
                  <a:lnTo>
                    <a:pt x="922559" y="904778"/>
                  </a:lnTo>
                  <a:lnTo>
                    <a:pt x="922047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2222884" y="1746117"/>
              <a:ext cx="914400" cy="923493"/>
            </a:xfrm>
            <a:custGeom>
              <a:avLst/>
              <a:pathLst>
                <a:path w="914400" h="923493">
                  <a:moveTo>
                    <a:pt x="914400" y="914400"/>
                  </a:moveTo>
                  <a:lnTo>
                    <a:pt x="914400" y="923493"/>
                  </a:lnTo>
                  <a:lnTo>
                    <a:pt x="912200" y="919861"/>
                  </a:lnTo>
                  <a:lnTo>
                    <a:pt x="909222" y="914400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222288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58" y="931969"/>
                  </a:lnTo>
                  <a:lnTo>
                    <a:pt x="916627" y="927170"/>
                  </a:lnTo>
                  <a:lnTo>
                    <a:pt x="914400" y="923493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223232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224176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225120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226064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227008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227952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228896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229840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230784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231728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232672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233616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234560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235504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236448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237392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2383368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239280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2402248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241168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2421129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243056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244000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244944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245889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246833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247777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248721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249665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2506091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2524971" y="1763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947" y="896830"/>
                  </a:lnTo>
                  <a:lnTo>
                    <a:pt x="910149" y="905489"/>
                  </a:lnTo>
                  <a:lnTo>
                    <a:pt x="910853" y="908681"/>
                  </a:lnTo>
                  <a:lnTo>
                    <a:pt x="914400" y="914228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2524971" y="1763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228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3195228" y="174611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095" y="931969"/>
                  </a:lnTo>
                  <a:lnTo>
                    <a:pt x="907859" y="923036"/>
                  </a:lnTo>
                  <a:lnTo>
                    <a:pt x="908846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319522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320466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321410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322354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323298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3242429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325187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326131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327075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328019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328963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329907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330851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331795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332739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333683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334627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335571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336515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337459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338403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339347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340291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341235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342179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3431234" y="176368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94"/>
                  </a:lnTo>
                  <a:lnTo>
                    <a:pt x="923080" y="904042"/>
                  </a:lnTo>
                  <a:lnTo>
                    <a:pt x="922913" y="904574"/>
                  </a:lnTo>
                  <a:lnTo>
                    <a:pt x="922896" y="906096"/>
                  </a:lnTo>
                  <a:lnTo>
                    <a:pt x="922866" y="908766"/>
                  </a:lnTo>
                  <a:lnTo>
                    <a:pt x="922836" y="911436"/>
                  </a:lnTo>
                  <a:lnTo>
                    <a:pt x="922761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3440674" y="1746117"/>
              <a:ext cx="915634" cy="918864"/>
            </a:xfrm>
            <a:custGeom>
              <a:avLst/>
              <a:pathLst>
                <a:path w="915634" h="918864">
                  <a:moveTo>
                    <a:pt x="914400" y="914400"/>
                  </a:moveTo>
                  <a:lnTo>
                    <a:pt x="915634" y="914400"/>
                  </a:lnTo>
                  <a:lnTo>
                    <a:pt x="914400" y="918864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2213443" y="1728547"/>
              <a:ext cx="914400" cy="923542"/>
            </a:xfrm>
            <a:custGeom>
              <a:avLst/>
              <a:pathLst>
                <a:path w="914400" h="923542">
                  <a:moveTo>
                    <a:pt x="914400" y="914400"/>
                  </a:moveTo>
                  <a:lnTo>
                    <a:pt x="914400" y="923542"/>
                  </a:lnTo>
                  <a:lnTo>
                    <a:pt x="913433" y="921573"/>
                  </a:lnTo>
                  <a:lnTo>
                    <a:pt x="910262" y="914400"/>
                  </a:lnTo>
                  <a:close/>
                </a:path>
              </a:pathLst>
            </a:custGeom>
            <a:solidFill>
              <a:srgbClr val="2E9D52">
                <a:alpha val="100000"/>
              </a:srgbClr>
            </a:solidFill>
            <a:ln w="5420" cap="flat">
              <a:solidFill>
                <a:srgbClr val="2E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221344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62" y="931969"/>
                  </a:lnTo>
                  <a:lnTo>
                    <a:pt x="917425" y="929702"/>
                  </a:lnTo>
                  <a:lnTo>
                    <a:pt x="914400" y="923542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222288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223232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224176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225120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226064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227008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227952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228896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A50">
                <a:alpha val="100000"/>
              </a:srgbClr>
            </a:solidFill>
            <a:ln w="5420" cap="flat">
              <a:solidFill>
                <a:srgbClr val="20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229840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230784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231728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232672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233616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234560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235504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236448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237392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2383368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239280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2402248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241168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2421129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243056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244000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244944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245889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246833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247777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248721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249665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2515531" y="17461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02" y="896830"/>
                  </a:lnTo>
                  <a:lnTo>
                    <a:pt x="914212" y="903274"/>
                  </a:lnTo>
                  <a:lnTo>
                    <a:pt x="914400" y="903922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2515531" y="1746117"/>
              <a:ext cx="917388" cy="914400"/>
            </a:xfrm>
            <a:custGeom>
              <a:avLst/>
              <a:pathLst>
                <a:path w="917388" h="914400">
                  <a:moveTo>
                    <a:pt x="914400" y="914400"/>
                  </a:moveTo>
                  <a:lnTo>
                    <a:pt x="914400" y="903922"/>
                  </a:lnTo>
                  <a:lnTo>
                    <a:pt x="917041" y="913034"/>
                  </a:lnTo>
                  <a:lnTo>
                    <a:pt x="917388" y="914400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3195228" y="172854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846" y="931969"/>
                  </a:lnTo>
                  <a:lnTo>
                    <a:pt x="909080" y="929918"/>
                  </a:lnTo>
                  <a:lnTo>
                    <a:pt x="910598" y="919362"/>
                  </a:lnTo>
                  <a:lnTo>
                    <a:pt x="911461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319522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320466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321410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322354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323298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3242429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325187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326131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327075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328019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328963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329907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330851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331795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332739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333683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334627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335571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336515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337459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338403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339347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340291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341235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342179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343123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3440674" y="1746117"/>
              <a:ext cx="919810" cy="914400"/>
            </a:xfrm>
            <a:custGeom>
              <a:avLst/>
              <a:pathLst>
                <a:path w="9198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810" y="896830"/>
                  </a:lnTo>
                  <a:lnTo>
                    <a:pt x="918763" y="901834"/>
                  </a:lnTo>
                  <a:lnTo>
                    <a:pt x="916340" y="911847"/>
                  </a:lnTo>
                  <a:lnTo>
                    <a:pt x="915634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2204003" y="1710977"/>
              <a:ext cx="914400" cy="918402"/>
            </a:xfrm>
            <a:custGeom>
              <a:avLst/>
              <a:pathLst>
                <a:path w="914400" h="918402">
                  <a:moveTo>
                    <a:pt x="914400" y="914400"/>
                  </a:moveTo>
                  <a:lnTo>
                    <a:pt x="914400" y="918402"/>
                  </a:lnTo>
                  <a:lnTo>
                    <a:pt x="912978" y="914400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220400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02" y="931969"/>
                  </a:lnTo>
                  <a:lnTo>
                    <a:pt x="919114" y="930638"/>
                  </a:lnTo>
                  <a:lnTo>
                    <a:pt x="915598" y="921779"/>
                  </a:lnTo>
                  <a:lnTo>
                    <a:pt x="914400" y="918402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221344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222288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223232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224176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225120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226064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227008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227952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228896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229840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230784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231728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232672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233616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234560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235504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236448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237392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2383368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239280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2402248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241168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2421129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243056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244000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244944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245889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246833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247777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248721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249665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2506091" y="1728547"/>
              <a:ext cx="921542" cy="914400"/>
            </a:xfrm>
            <a:custGeom>
              <a:avLst/>
              <a:pathLst>
                <a:path w="92154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4974" y="896830"/>
                  </a:lnTo>
                  <a:lnTo>
                    <a:pt x="917187" y="902219"/>
                  </a:lnTo>
                  <a:lnTo>
                    <a:pt x="920551" y="911373"/>
                  </a:lnTo>
                  <a:lnTo>
                    <a:pt x="921542" y="914400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3195228" y="172854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461" y="914400"/>
                  </a:lnTo>
                  <a:lnTo>
                    <a:pt x="912407" y="908966"/>
                  </a:lnTo>
                  <a:lnTo>
                    <a:pt x="914400" y="899263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3204668" y="171097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833"/>
                  </a:lnTo>
                  <a:lnTo>
                    <a:pt x="905063" y="916329"/>
                  </a:lnTo>
                  <a:lnTo>
                    <a:pt x="905185" y="915776"/>
                  </a:lnTo>
                  <a:lnTo>
                    <a:pt x="905309" y="915218"/>
                  </a:lnTo>
                  <a:lnTo>
                    <a:pt x="905433" y="914659"/>
                  </a:lnTo>
                  <a:lnTo>
                    <a:pt x="905490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320466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321410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322354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323298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3242429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325187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326131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327075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328019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328963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329907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330851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331795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332739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333683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334627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335571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336515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337459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338403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339347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340291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341235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342179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343123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3440674" y="1728547"/>
              <a:ext cx="923035" cy="914400"/>
            </a:xfrm>
            <a:custGeom>
              <a:avLst/>
              <a:pathLst>
                <a:path w="9230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035" y="896830"/>
                  </a:lnTo>
                  <a:lnTo>
                    <a:pt x="922754" y="898743"/>
                  </a:lnTo>
                  <a:lnTo>
                    <a:pt x="920903" y="909170"/>
                  </a:lnTo>
                  <a:lnTo>
                    <a:pt x="919810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2204003" y="169340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978" y="931969"/>
                  </a:lnTo>
                  <a:lnTo>
                    <a:pt x="912336" y="930161"/>
                  </a:lnTo>
                  <a:lnTo>
                    <a:pt x="909337" y="920668"/>
                  </a:lnTo>
                  <a:lnTo>
                    <a:pt x="907586" y="914400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220400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221344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222288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223232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224176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225120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C51">
                <a:alpha val="100000"/>
              </a:srgbClr>
            </a:solidFill>
            <a:ln w="5420" cap="flat">
              <a:solidFill>
                <a:srgbClr val="27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226064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227008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227952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228896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0">
                <a:alpha val="100000"/>
              </a:srgbClr>
            </a:solidFill>
            <a:ln w="5420" cap="flat">
              <a:solidFill>
                <a:srgbClr val="21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229840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230784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231728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232672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233616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234560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235504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236448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A9850">
                <a:alpha val="100000"/>
              </a:srgbClr>
            </a:solidFill>
            <a:ln w="5420" cap="flat">
              <a:solidFill>
                <a:srgbClr val="1A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237392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2383368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239280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2402248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241168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2421129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243056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244000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244944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245889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246833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247777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248721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2506091" y="171097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09" y="896830"/>
                  </a:lnTo>
                  <a:lnTo>
                    <a:pt x="909707" y="902532"/>
                  </a:lnTo>
                  <a:lnTo>
                    <a:pt x="913569" y="910977"/>
                  </a:lnTo>
                  <a:lnTo>
                    <a:pt x="914399" y="91299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2506091" y="1710977"/>
              <a:ext cx="914974" cy="914400"/>
            </a:xfrm>
            <a:custGeom>
              <a:avLst/>
              <a:pathLst>
                <a:path w="914974" h="914400">
                  <a:moveTo>
                    <a:pt x="914399" y="914400"/>
                  </a:moveTo>
                  <a:lnTo>
                    <a:pt x="914399" y="912999"/>
                  </a:lnTo>
                  <a:lnTo>
                    <a:pt x="914974" y="914400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3195228" y="1693407"/>
              <a:ext cx="914400" cy="921432"/>
            </a:xfrm>
            <a:custGeom>
              <a:avLst/>
              <a:pathLst>
                <a:path w="914400" h="921432">
                  <a:moveTo>
                    <a:pt x="914400" y="914400"/>
                  </a:moveTo>
                  <a:lnTo>
                    <a:pt x="914400" y="921432"/>
                  </a:lnTo>
                  <a:lnTo>
                    <a:pt x="911640" y="919468"/>
                  </a:lnTo>
                  <a:lnTo>
                    <a:pt x="906267" y="915037"/>
                  </a:lnTo>
                  <a:lnTo>
                    <a:pt x="905592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319522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30" y="931969"/>
                  </a:lnTo>
                  <a:lnTo>
                    <a:pt x="914997" y="931670"/>
                  </a:lnTo>
                  <a:lnTo>
                    <a:pt x="915120" y="931111"/>
                  </a:lnTo>
                  <a:lnTo>
                    <a:pt x="915244" y="930553"/>
                  </a:lnTo>
                  <a:lnTo>
                    <a:pt x="915368" y="929994"/>
                  </a:lnTo>
                  <a:lnTo>
                    <a:pt x="915492" y="929435"/>
                  </a:lnTo>
                  <a:lnTo>
                    <a:pt x="915616" y="928877"/>
                  </a:lnTo>
                  <a:lnTo>
                    <a:pt x="915740" y="928318"/>
                  </a:lnTo>
                  <a:lnTo>
                    <a:pt x="915863" y="927759"/>
                  </a:lnTo>
                  <a:lnTo>
                    <a:pt x="915987" y="927200"/>
                  </a:lnTo>
                  <a:lnTo>
                    <a:pt x="916111" y="926642"/>
                  </a:lnTo>
                  <a:lnTo>
                    <a:pt x="916235" y="926083"/>
                  </a:lnTo>
                  <a:lnTo>
                    <a:pt x="916359" y="925524"/>
                  </a:lnTo>
                  <a:lnTo>
                    <a:pt x="916483" y="924966"/>
                  </a:lnTo>
                  <a:lnTo>
                    <a:pt x="916607" y="924407"/>
                  </a:lnTo>
                  <a:lnTo>
                    <a:pt x="916731" y="923848"/>
                  </a:lnTo>
                  <a:lnTo>
                    <a:pt x="916876" y="923194"/>
                  </a:lnTo>
                  <a:lnTo>
                    <a:pt x="914400" y="921432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320466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321410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322354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323298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3242429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325187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326131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327075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328019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328963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329907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330851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331795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332739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333683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334627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335571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336515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337459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338403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339347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340291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341235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342179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343123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3440674" y="171097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920"/>
                  </a:lnTo>
                  <a:lnTo>
                    <a:pt x="923035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3450115" y="1693407"/>
              <a:ext cx="918988" cy="926490"/>
            </a:xfrm>
            <a:custGeom>
              <a:avLst/>
              <a:pathLst>
                <a:path w="918988" h="926490">
                  <a:moveTo>
                    <a:pt x="914400" y="914400"/>
                  </a:moveTo>
                  <a:lnTo>
                    <a:pt x="918988" y="914400"/>
                  </a:lnTo>
                  <a:lnTo>
                    <a:pt x="918867" y="914670"/>
                  </a:lnTo>
                  <a:lnTo>
                    <a:pt x="914965" y="922475"/>
                  </a:lnTo>
                  <a:lnTo>
                    <a:pt x="914870" y="923289"/>
                  </a:lnTo>
                  <a:lnTo>
                    <a:pt x="914400" y="92649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2194563" y="1675838"/>
              <a:ext cx="914400" cy="921728"/>
            </a:xfrm>
            <a:custGeom>
              <a:avLst/>
              <a:pathLst>
                <a:path w="914400" h="921728">
                  <a:moveTo>
                    <a:pt x="914400" y="914400"/>
                  </a:moveTo>
                  <a:lnTo>
                    <a:pt x="914400" y="921728"/>
                  </a:lnTo>
                  <a:lnTo>
                    <a:pt x="913596" y="918442"/>
                  </a:lnTo>
                  <a:lnTo>
                    <a:pt x="912741" y="914400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219456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026" y="931969"/>
                  </a:lnTo>
                  <a:lnTo>
                    <a:pt x="916047" y="928466"/>
                  </a:lnTo>
                  <a:lnTo>
                    <a:pt x="914400" y="921728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220400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221344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222288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223232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224176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225120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226064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227008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227952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228896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229840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230784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231728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232672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233616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234560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235504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236448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237392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2383368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239280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2402248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241168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2421129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243056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244000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244944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245889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246833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247777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2496650" y="169340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138" y="896830"/>
                  </a:lnTo>
                  <a:lnTo>
                    <a:pt x="910503" y="898961"/>
                  </a:lnTo>
                  <a:lnTo>
                    <a:pt x="911444" y="905656"/>
                  </a:lnTo>
                  <a:lnTo>
                    <a:pt x="914400" y="91088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2496650" y="1693407"/>
              <a:ext cx="916249" cy="914400"/>
            </a:xfrm>
            <a:custGeom>
              <a:avLst/>
              <a:pathLst>
                <a:path w="916249" h="914400">
                  <a:moveTo>
                    <a:pt x="914400" y="914400"/>
                  </a:moveTo>
                  <a:lnTo>
                    <a:pt x="914400" y="910889"/>
                  </a:lnTo>
                  <a:lnTo>
                    <a:pt x="915052" y="912045"/>
                  </a:lnTo>
                  <a:lnTo>
                    <a:pt x="916249" y="914400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3176348" y="1675838"/>
              <a:ext cx="914400" cy="921729"/>
            </a:xfrm>
            <a:custGeom>
              <a:avLst/>
              <a:pathLst>
                <a:path w="914400" h="921729">
                  <a:moveTo>
                    <a:pt x="914400" y="914400"/>
                  </a:moveTo>
                  <a:lnTo>
                    <a:pt x="914400" y="921729"/>
                  </a:lnTo>
                  <a:lnTo>
                    <a:pt x="909869" y="916291"/>
                  </a:lnTo>
                  <a:lnTo>
                    <a:pt x="908459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3176348" y="1675838"/>
              <a:ext cx="923840" cy="931373"/>
            </a:xfrm>
            <a:custGeom>
              <a:avLst/>
              <a:pathLst>
                <a:path w="923840" h="93137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373"/>
                  </a:lnTo>
                  <a:lnTo>
                    <a:pt x="919905" y="927663"/>
                  </a:lnTo>
                  <a:lnTo>
                    <a:pt x="914808" y="922219"/>
                  </a:lnTo>
                  <a:lnTo>
                    <a:pt x="914400" y="92172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3185788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32" y="931969"/>
                  </a:lnTo>
                  <a:lnTo>
                    <a:pt x="914399" y="931373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319522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320466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321410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322354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323298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3242429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325187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326131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327075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328019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328963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329907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330851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331795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332739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333683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334627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335571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336515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337459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338403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339347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340291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341235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342179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343123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344067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3450115" y="169340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313"/>
                  </a:lnTo>
                  <a:lnTo>
                    <a:pt x="922708" y="906121"/>
                  </a:lnTo>
                  <a:lnTo>
                    <a:pt x="918988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3459555" y="1675838"/>
              <a:ext cx="916997" cy="920883"/>
            </a:xfrm>
            <a:custGeom>
              <a:avLst/>
              <a:pathLst>
                <a:path w="916997" h="920883">
                  <a:moveTo>
                    <a:pt x="914400" y="914400"/>
                  </a:moveTo>
                  <a:lnTo>
                    <a:pt x="916997" y="914400"/>
                  </a:lnTo>
                  <a:lnTo>
                    <a:pt x="916861" y="914775"/>
                  </a:lnTo>
                  <a:lnTo>
                    <a:pt x="914400" y="920883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2194563" y="165826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41" y="931969"/>
                  </a:lnTo>
                  <a:lnTo>
                    <a:pt x="911429" y="925764"/>
                  </a:lnTo>
                  <a:lnTo>
                    <a:pt x="909552" y="915320"/>
                  </a:lnTo>
                  <a:lnTo>
                    <a:pt x="909415" y="914400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219456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220400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221344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222288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223232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224176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h4729"/>
            <p:cNvSpPr/>
            <p:nvPr/>
          </p:nvSpPr>
          <p:spPr>
            <a:xfrm>
              <a:off x="225120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h4730"/>
            <p:cNvSpPr/>
            <p:nvPr/>
          </p:nvSpPr>
          <p:spPr>
            <a:xfrm>
              <a:off x="226064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h4731"/>
            <p:cNvSpPr/>
            <p:nvPr/>
          </p:nvSpPr>
          <p:spPr>
            <a:xfrm>
              <a:off x="227008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h4732"/>
            <p:cNvSpPr/>
            <p:nvPr/>
          </p:nvSpPr>
          <p:spPr>
            <a:xfrm>
              <a:off x="227952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h4733"/>
            <p:cNvSpPr/>
            <p:nvPr/>
          </p:nvSpPr>
          <p:spPr>
            <a:xfrm>
              <a:off x="228896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h4734"/>
            <p:cNvSpPr/>
            <p:nvPr/>
          </p:nvSpPr>
          <p:spPr>
            <a:xfrm>
              <a:off x="229840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h4735"/>
            <p:cNvSpPr/>
            <p:nvPr/>
          </p:nvSpPr>
          <p:spPr>
            <a:xfrm>
              <a:off x="230784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h4736"/>
            <p:cNvSpPr/>
            <p:nvPr/>
          </p:nvSpPr>
          <p:spPr>
            <a:xfrm>
              <a:off x="231728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h4737"/>
            <p:cNvSpPr/>
            <p:nvPr/>
          </p:nvSpPr>
          <p:spPr>
            <a:xfrm>
              <a:off x="232672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h4738"/>
            <p:cNvSpPr/>
            <p:nvPr/>
          </p:nvSpPr>
          <p:spPr>
            <a:xfrm>
              <a:off x="233616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h4739"/>
            <p:cNvSpPr/>
            <p:nvPr/>
          </p:nvSpPr>
          <p:spPr>
            <a:xfrm>
              <a:off x="234560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h4740"/>
            <p:cNvSpPr/>
            <p:nvPr/>
          </p:nvSpPr>
          <p:spPr>
            <a:xfrm>
              <a:off x="235504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h4741"/>
            <p:cNvSpPr/>
            <p:nvPr/>
          </p:nvSpPr>
          <p:spPr>
            <a:xfrm>
              <a:off x="236448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h4742"/>
            <p:cNvSpPr/>
            <p:nvPr/>
          </p:nvSpPr>
          <p:spPr>
            <a:xfrm>
              <a:off x="237392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E9950">
                <a:alpha val="100000"/>
              </a:srgbClr>
            </a:solidFill>
            <a:ln w="5420" cap="flat">
              <a:solidFill>
                <a:srgbClr val="1E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h4743"/>
            <p:cNvSpPr/>
            <p:nvPr/>
          </p:nvSpPr>
          <p:spPr>
            <a:xfrm>
              <a:off x="2383368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h4744"/>
            <p:cNvSpPr/>
            <p:nvPr/>
          </p:nvSpPr>
          <p:spPr>
            <a:xfrm>
              <a:off x="239280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h4745"/>
            <p:cNvSpPr/>
            <p:nvPr/>
          </p:nvSpPr>
          <p:spPr>
            <a:xfrm>
              <a:off x="2402248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09A50">
                <a:alpha val="100000"/>
              </a:srgbClr>
            </a:solidFill>
            <a:ln w="5420" cap="flat">
              <a:solidFill>
                <a:srgbClr val="20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h4746"/>
            <p:cNvSpPr/>
            <p:nvPr/>
          </p:nvSpPr>
          <p:spPr>
            <a:xfrm>
              <a:off x="241168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h4747"/>
            <p:cNvSpPr/>
            <p:nvPr/>
          </p:nvSpPr>
          <p:spPr>
            <a:xfrm>
              <a:off x="2421129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h4748"/>
            <p:cNvSpPr/>
            <p:nvPr/>
          </p:nvSpPr>
          <p:spPr>
            <a:xfrm>
              <a:off x="243056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h4749"/>
            <p:cNvSpPr/>
            <p:nvPr/>
          </p:nvSpPr>
          <p:spPr>
            <a:xfrm>
              <a:off x="244000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h4750"/>
            <p:cNvSpPr/>
            <p:nvPr/>
          </p:nvSpPr>
          <p:spPr>
            <a:xfrm>
              <a:off x="244944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h4751"/>
            <p:cNvSpPr/>
            <p:nvPr/>
          </p:nvSpPr>
          <p:spPr>
            <a:xfrm>
              <a:off x="245889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h4752"/>
            <p:cNvSpPr/>
            <p:nvPr/>
          </p:nvSpPr>
          <p:spPr>
            <a:xfrm>
              <a:off x="246833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h4753"/>
            <p:cNvSpPr/>
            <p:nvPr/>
          </p:nvSpPr>
          <p:spPr>
            <a:xfrm>
              <a:off x="247777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h4754"/>
            <p:cNvSpPr/>
            <p:nvPr/>
          </p:nvSpPr>
          <p:spPr>
            <a:xfrm>
              <a:off x="2487210" y="1675838"/>
              <a:ext cx="919578" cy="914400"/>
            </a:xfrm>
            <a:custGeom>
              <a:avLst/>
              <a:pathLst>
                <a:path w="919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278" y="896830"/>
                  </a:lnTo>
                  <a:lnTo>
                    <a:pt x="918127" y="905934"/>
                  </a:lnTo>
                  <a:lnTo>
                    <a:pt x="919578" y="914400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h4755"/>
            <p:cNvSpPr/>
            <p:nvPr/>
          </p:nvSpPr>
          <p:spPr>
            <a:xfrm>
              <a:off x="3166907" y="1658268"/>
              <a:ext cx="914400" cy="927252"/>
            </a:xfrm>
            <a:custGeom>
              <a:avLst/>
              <a:pathLst>
                <a:path w="914400" h="927252">
                  <a:moveTo>
                    <a:pt x="914400" y="914400"/>
                  </a:moveTo>
                  <a:lnTo>
                    <a:pt x="914400" y="927252"/>
                  </a:lnTo>
                  <a:lnTo>
                    <a:pt x="909959" y="920616"/>
                  </a:lnTo>
                  <a:lnTo>
                    <a:pt x="906215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h4756"/>
            <p:cNvSpPr/>
            <p:nvPr/>
          </p:nvSpPr>
          <p:spPr>
            <a:xfrm>
              <a:off x="316690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99" y="931969"/>
                  </a:lnTo>
                  <a:lnTo>
                    <a:pt x="914542" y="927464"/>
                  </a:lnTo>
                  <a:lnTo>
                    <a:pt x="914400" y="927252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h4757"/>
            <p:cNvSpPr/>
            <p:nvPr/>
          </p:nvSpPr>
          <p:spPr>
            <a:xfrm>
              <a:off x="317634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h4758"/>
            <p:cNvSpPr/>
            <p:nvPr/>
          </p:nvSpPr>
          <p:spPr>
            <a:xfrm>
              <a:off x="3185788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h4759"/>
            <p:cNvSpPr/>
            <p:nvPr/>
          </p:nvSpPr>
          <p:spPr>
            <a:xfrm>
              <a:off x="319522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h4760"/>
            <p:cNvSpPr/>
            <p:nvPr/>
          </p:nvSpPr>
          <p:spPr>
            <a:xfrm>
              <a:off x="320466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h4761"/>
            <p:cNvSpPr/>
            <p:nvPr/>
          </p:nvSpPr>
          <p:spPr>
            <a:xfrm>
              <a:off x="321410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h4762"/>
            <p:cNvSpPr/>
            <p:nvPr/>
          </p:nvSpPr>
          <p:spPr>
            <a:xfrm>
              <a:off x="322354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h4763"/>
            <p:cNvSpPr/>
            <p:nvPr/>
          </p:nvSpPr>
          <p:spPr>
            <a:xfrm>
              <a:off x="323298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h4764"/>
            <p:cNvSpPr/>
            <p:nvPr/>
          </p:nvSpPr>
          <p:spPr>
            <a:xfrm>
              <a:off x="3242429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h4765"/>
            <p:cNvSpPr/>
            <p:nvPr/>
          </p:nvSpPr>
          <p:spPr>
            <a:xfrm>
              <a:off x="325187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h4766"/>
            <p:cNvSpPr/>
            <p:nvPr/>
          </p:nvSpPr>
          <p:spPr>
            <a:xfrm>
              <a:off x="326131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h4767"/>
            <p:cNvSpPr/>
            <p:nvPr/>
          </p:nvSpPr>
          <p:spPr>
            <a:xfrm>
              <a:off x="327075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h4768"/>
            <p:cNvSpPr/>
            <p:nvPr/>
          </p:nvSpPr>
          <p:spPr>
            <a:xfrm>
              <a:off x="328019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h4769"/>
            <p:cNvSpPr/>
            <p:nvPr/>
          </p:nvSpPr>
          <p:spPr>
            <a:xfrm>
              <a:off x="328963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h4770"/>
            <p:cNvSpPr/>
            <p:nvPr/>
          </p:nvSpPr>
          <p:spPr>
            <a:xfrm>
              <a:off x="329907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h4771"/>
            <p:cNvSpPr/>
            <p:nvPr/>
          </p:nvSpPr>
          <p:spPr>
            <a:xfrm>
              <a:off x="330851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h4772"/>
            <p:cNvSpPr/>
            <p:nvPr/>
          </p:nvSpPr>
          <p:spPr>
            <a:xfrm>
              <a:off x="331795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h4773"/>
            <p:cNvSpPr/>
            <p:nvPr/>
          </p:nvSpPr>
          <p:spPr>
            <a:xfrm>
              <a:off x="332739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h4774"/>
            <p:cNvSpPr/>
            <p:nvPr/>
          </p:nvSpPr>
          <p:spPr>
            <a:xfrm>
              <a:off x="333683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h4775"/>
            <p:cNvSpPr/>
            <p:nvPr/>
          </p:nvSpPr>
          <p:spPr>
            <a:xfrm>
              <a:off x="334627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h4776"/>
            <p:cNvSpPr/>
            <p:nvPr/>
          </p:nvSpPr>
          <p:spPr>
            <a:xfrm>
              <a:off x="335571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h4777"/>
            <p:cNvSpPr/>
            <p:nvPr/>
          </p:nvSpPr>
          <p:spPr>
            <a:xfrm>
              <a:off x="336515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h4778"/>
            <p:cNvSpPr/>
            <p:nvPr/>
          </p:nvSpPr>
          <p:spPr>
            <a:xfrm>
              <a:off x="337459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h4779"/>
            <p:cNvSpPr/>
            <p:nvPr/>
          </p:nvSpPr>
          <p:spPr>
            <a:xfrm>
              <a:off x="338403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h4780"/>
            <p:cNvSpPr/>
            <p:nvPr/>
          </p:nvSpPr>
          <p:spPr>
            <a:xfrm>
              <a:off x="339347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h4781"/>
            <p:cNvSpPr/>
            <p:nvPr/>
          </p:nvSpPr>
          <p:spPr>
            <a:xfrm>
              <a:off x="340291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h4782"/>
            <p:cNvSpPr/>
            <p:nvPr/>
          </p:nvSpPr>
          <p:spPr>
            <a:xfrm>
              <a:off x="341235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h4783"/>
            <p:cNvSpPr/>
            <p:nvPr/>
          </p:nvSpPr>
          <p:spPr>
            <a:xfrm>
              <a:off x="342179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h4784"/>
            <p:cNvSpPr/>
            <p:nvPr/>
          </p:nvSpPr>
          <p:spPr>
            <a:xfrm>
              <a:off x="343123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h4785"/>
            <p:cNvSpPr/>
            <p:nvPr/>
          </p:nvSpPr>
          <p:spPr>
            <a:xfrm>
              <a:off x="344067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h4786"/>
            <p:cNvSpPr/>
            <p:nvPr/>
          </p:nvSpPr>
          <p:spPr>
            <a:xfrm>
              <a:off x="345011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h4787"/>
            <p:cNvSpPr/>
            <p:nvPr/>
          </p:nvSpPr>
          <p:spPr>
            <a:xfrm>
              <a:off x="3459555" y="167583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0519"/>
                  </a:lnTo>
                  <a:lnTo>
                    <a:pt x="922420" y="901269"/>
                  </a:lnTo>
                  <a:lnTo>
                    <a:pt x="921383" y="901817"/>
                  </a:lnTo>
                  <a:lnTo>
                    <a:pt x="920196" y="905519"/>
                  </a:lnTo>
                  <a:lnTo>
                    <a:pt x="916997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h4788"/>
            <p:cNvSpPr/>
            <p:nvPr/>
          </p:nvSpPr>
          <p:spPr>
            <a:xfrm>
              <a:off x="3468995" y="1658268"/>
              <a:ext cx="921388" cy="918088"/>
            </a:xfrm>
            <a:custGeom>
              <a:avLst/>
              <a:pathLst>
                <a:path w="921388" h="918088">
                  <a:moveTo>
                    <a:pt x="914400" y="914400"/>
                  </a:moveTo>
                  <a:lnTo>
                    <a:pt x="921388" y="914400"/>
                  </a:lnTo>
                  <a:lnTo>
                    <a:pt x="920163" y="915046"/>
                  </a:lnTo>
                  <a:lnTo>
                    <a:pt x="918726" y="915804"/>
                  </a:lnTo>
                  <a:lnTo>
                    <a:pt x="917289" y="916563"/>
                  </a:lnTo>
                  <a:lnTo>
                    <a:pt x="915852" y="917321"/>
                  </a:lnTo>
                  <a:lnTo>
                    <a:pt x="914400" y="91808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h4789"/>
            <p:cNvSpPr/>
            <p:nvPr/>
          </p:nvSpPr>
          <p:spPr>
            <a:xfrm>
              <a:off x="2194563" y="164069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415" y="931969"/>
                  </a:lnTo>
                  <a:lnTo>
                    <a:pt x="907972" y="922277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h4790"/>
            <p:cNvSpPr/>
            <p:nvPr/>
          </p:nvSpPr>
          <p:spPr>
            <a:xfrm>
              <a:off x="219456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h4791"/>
            <p:cNvSpPr/>
            <p:nvPr/>
          </p:nvSpPr>
          <p:spPr>
            <a:xfrm>
              <a:off x="220400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h4792"/>
            <p:cNvSpPr/>
            <p:nvPr/>
          </p:nvSpPr>
          <p:spPr>
            <a:xfrm>
              <a:off x="221344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h4793"/>
            <p:cNvSpPr/>
            <p:nvPr/>
          </p:nvSpPr>
          <p:spPr>
            <a:xfrm>
              <a:off x="222288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h4794"/>
            <p:cNvSpPr/>
            <p:nvPr/>
          </p:nvSpPr>
          <p:spPr>
            <a:xfrm>
              <a:off x="223232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h4795"/>
            <p:cNvSpPr/>
            <p:nvPr/>
          </p:nvSpPr>
          <p:spPr>
            <a:xfrm>
              <a:off x="224176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h4796"/>
            <p:cNvSpPr/>
            <p:nvPr/>
          </p:nvSpPr>
          <p:spPr>
            <a:xfrm>
              <a:off x="225120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h4797"/>
            <p:cNvSpPr/>
            <p:nvPr/>
          </p:nvSpPr>
          <p:spPr>
            <a:xfrm>
              <a:off x="226064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h4798"/>
            <p:cNvSpPr/>
            <p:nvPr/>
          </p:nvSpPr>
          <p:spPr>
            <a:xfrm>
              <a:off x="227008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h4799"/>
            <p:cNvSpPr/>
            <p:nvPr/>
          </p:nvSpPr>
          <p:spPr>
            <a:xfrm>
              <a:off x="227952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h4800"/>
            <p:cNvSpPr/>
            <p:nvPr/>
          </p:nvSpPr>
          <p:spPr>
            <a:xfrm>
              <a:off x="228896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h4801"/>
            <p:cNvSpPr/>
            <p:nvPr/>
          </p:nvSpPr>
          <p:spPr>
            <a:xfrm>
              <a:off x="229840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h4802"/>
            <p:cNvSpPr/>
            <p:nvPr/>
          </p:nvSpPr>
          <p:spPr>
            <a:xfrm>
              <a:off x="230784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h4803"/>
            <p:cNvSpPr/>
            <p:nvPr/>
          </p:nvSpPr>
          <p:spPr>
            <a:xfrm>
              <a:off x="231728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h4804"/>
            <p:cNvSpPr/>
            <p:nvPr/>
          </p:nvSpPr>
          <p:spPr>
            <a:xfrm>
              <a:off x="232672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h4805"/>
            <p:cNvSpPr/>
            <p:nvPr/>
          </p:nvSpPr>
          <p:spPr>
            <a:xfrm>
              <a:off x="233616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h4806"/>
            <p:cNvSpPr/>
            <p:nvPr/>
          </p:nvSpPr>
          <p:spPr>
            <a:xfrm>
              <a:off x="234560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h4807"/>
            <p:cNvSpPr/>
            <p:nvPr/>
          </p:nvSpPr>
          <p:spPr>
            <a:xfrm>
              <a:off x="235504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h4808"/>
            <p:cNvSpPr/>
            <p:nvPr/>
          </p:nvSpPr>
          <p:spPr>
            <a:xfrm>
              <a:off x="236448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h4809"/>
            <p:cNvSpPr/>
            <p:nvPr/>
          </p:nvSpPr>
          <p:spPr>
            <a:xfrm>
              <a:off x="237392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19A51">
                <a:alpha val="100000"/>
              </a:srgbClr>
            </a:solidFill>
            <a:ln w="5420" cap="flat">
              <a:solidFill>
                <a:srgbClr val="21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h4810"/>
            <p:cNvSpPr/>
            <p:nvPr/>
          </p:nvSpPr>
          <p:spPr>
            <a:xfrm>
              <a:off x="2383368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h4811"/>
            <p:cNvSpPr/>
            <p:nvPr/>
          </p:nvSpPr>
          <p:spPr>
            <a:xfrm>
              <a:off x="239280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h4812"/>
            <p:cNvSpPr/>
            <p:nvPr/>
          </p:nvSpPr>
          <p:spPr>
            <a:xfrm>
              <a:off x="2402248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h4813"/>
            <p:cNvSpPr/>
            <p:nvPr/>
          </p:nvSpPr>
          <p:spPr>
            <a:xfrm>
              <a:off x="241168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h4814"/>
            <p:cNvSpPr/>
            <p:nvPr/>
          </p:nvSpPr>
          <p:spPr>
            <a:xfrm>
              <a:off x="2421129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h4815"/>
            <p:cNvSpPr/>
            <p:nvPr/>
          </p:nvSpPr>
          <p:spPr>
            <a:xfrm>
              <a:off x="243056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h4816"/>
            <p:cNvSpPr/>
            <p:nvPr/>
          </p:nvSpPr>
          <p:spPr>
            <a:xfrm>
              <a:off x="244000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h4817"/>
            <p:cNvSpPr/>
            <p:nvPr/>
          </p:nvSpPr>
          <p:spPr>
            <a:xfrm>
              <a:off x="244944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h4818"/>
            <p:cNvSpPr/>
            <p:nvPr/>
          </p:nvSpPr>
          <p:spPr>
            <a:xfrm>
              <a:off x="245889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h4819"/>
            <p:cNvSpPr/>
            <p:nvPr/>
          </p:nvSpPr>
          <p:spPr>
            <a:xfrm>
              <a:off x="246833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h4820"/>
            <p:cNvSpPr/>
            <p:nvPr/>
          </p:nvSpPr>
          <p:spPr>
            <a:xfrm>
              <a:off x="2487210" y="165826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959" y="896830"/>
                  </a:lnTo>
                  <a:lnTo>
                    <a:pt x="913608" y="902919"/>
                  </a:lnTo>
                  <a:lnTo>
                    <a:pt x="914400" y="906267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h4821"/>
            <p:cNvSpPr/>
            <p:nvPr/>
          </p:nvSpPr>
          <p:spPr>
            <a:xfrm>
              <a:off x="2487210" y="1658268"/>
              <a:ext cx="916278" cy="914400"/>
            </a:xfrm>
            <a:custGeom>
              <a:avLst/>
              <a:pathLst>
                <a:path w="916278" h="914400">
                  <a:moveTo>
                    <a:pt x="914400" y="914400"/>
                  </a:moveTo>
                  <a:lnTo>
                    <a:pt x="914400" y="906267"/>
                  </a:lnTo>
                  <a:lnTo>
                    <a:pt x="916014" y="913100"/>
                  </a:lnTo>
                  <a:lnTo>
                    <a:pt x="916278" y="914400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h4822"/>
            <p:cNvSpPr/>
            <p:nvPr/>
          </p:nvSpPr>
          <p:spPr>
            <a:xfrm>
              <a:off x="3157467" y="1640698"/>
              <a:ext cx="914400" cy="929772"/>
            </a:xfrm>
            <a:custGeom>
              <a:avLst/>
              <a:pathLst>
                <a:path w="914400" h="929772">
                  <a:moveTo>
                    <a:pt x="914400" y="914400"/>
                  </a:moveTo>
                  <a:lnTo>
                    <a:pt x="914400" y="929772"/>
                  </a:lnTo>
                  <a:lnTo>
                    <a:pt x="910837" y="923210"/>
                  </a:lnTo>
                  <a:lnTo>
                    <a:pt x="906880" y="915122"/>
                  </a:lnTo>
                  <a:lnTo>
                    <a:pt x="906562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h4823"/>
            <p:cNvSpPr/>
            <p:nvPr/>
          </p:nvSpPr>
          <p:spPr>
            <a:xfrm>
              <a:off x="315746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5" y="931969"/>
                  </a:lnTo>
                  <a:lnTo>
                    <a:pt x="915014" y="930904"/>
                  </a:lnTo>
                  <a:lnTo>
                    <a:pt x="914400" y="929772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h4824"/>
            <p:cNvSpPr/>
            <p:nvPr/>
          </p:nvSpPr>
          <p:spPr>
            <a:xfrm>
              <a:off x="316690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h4825"/>
            <p:cNvSpPr/>
            <p:nvPr/>
          </p:nvSpPr>
          <p:spPr>
            <a:xfrm>
              <a:off x="317634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h4826"/>
            <p:cNvSpPr/>
            <p:nvPr/>
          </p:nvSpPr>
          <p:spPr>
            <a:xfrm>
              <a:off x="3185788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h4827"/>
            <p:cNvSpPr/>
            <p:nvPr/>
          </p:nvSpPr>
          <p:spPr>
            <a:xfrm>
              <a:off x="319522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h4828"/>
            <p:cNvSpPr/>
            <p:nvPr/>
          </p:nvSpPr>
          <p:spPr>
            <a:xfrm>
              <a:off x="320466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h4829"/>
            <p:cNvSpPr/>
            <p:nvPr/>
          </p:nvSpPr>
          <p:spPr>
            <a:xfrm>
              <a:off x="321410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h4830"/>
            <p:cNvSpPr/>
            <p:nvPr/>
          </p:nvSpPr>
          <p:spPr>
            <a:xfrm>
              <a:off x="322354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h4831"/>
            <p:cNvSpPr/>
            <p:nvPr/>
          </p:nvSpPr>
          <p:spPr>
            <a:xfrm>
              <a:off x="323298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h4832"/>
            <p:cNvSpPr/>
            <p:nvPr/>
          </p:nvSpPr>
          <p:spPr>
            <a:xfrm>
              <a:off x="3242429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h4833"/>
            <p:cNvSpPr/>
            <p:nvPr/>
          </p:nvSpPr>
          <p:spPr>
            <a:xfrm>
              <a:off x="325187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h4834"/>
            <p:cNvSpPr/>
            <p:nvPr/>
          </p:nvSpPr>
          <p:spPr>
            <a:xfrm>
              <a:off x="326131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h4835"/>
            <p:cNvSpPr/>
            <p:nvPr/>
          </p:nvSpPr>
          <p:spPr>
            <a:xfrm>
              <a:off x="327075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h4836"/>
            <p:cNvSpPr/>
            <p:nvPr/>
          </p:nvSpPr>
          <p:spPr>
            <a:xfrm>
              <a:off x="328019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h4837"/>
            <p:cNvSpPr/>
            <p:nvPr/>
          </p:nvSpPr>
          <p:spPr>
            <a:xfrm>
              <a:off x="328963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h4838"/>
            <p:cNvSpPr/>
            <p:nvPr/>
          </p:nvSpPr>
          <p:spPr>
            <a:xfrm>
              <a:off x="329907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h4839"/>
            <p:cNvSpPr/>
            <p:nvPr/>
          </p:nvSpPr>
          <p:spPr>
            <a:xfrm>
              <a:off x="330851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h4840"/>
            <p:cNvSpPr/>
            <p:nvPr/>
          </p:nvSpPr>
          <p:spPr>
            <a:xfrm>
              <a:off x="331795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h4841"/>
            <p:cNvSpPr/>
            <p:nvPr/>
          </p:nvSpPr>
          <p:spPr>
            <a:xfrm>
              <a:off x="332739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h4842"/>
            <p:cNvSpPr/>
            <p:nvPr/>
          </p:nvSpPr>
          <p:spPr>
            <a:xfrm>
              <a:off x="333683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h4843"/>
            <p:cNvSpPr/>
            <p:nvPr/>
          </p:nvSpPr>
          <p:spPr>
            <a:xfrm>
              <a:off x="334627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h4844"/>
            <p:cNvSpPr/>
            <p:nvPr/>
          </p:nvSpPr>
          <p:spPr>
            <a:xfrm>
              <a:off x="335571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h4845"/>
            <p:cNvSpPr/>
            <p:nvPr/>
          </p:nvSpPr>
          <p:spPr>
            <a:xfrm>
              <a:off x="336515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h4846"/>
            <p:cNvSpPr/>
            <p:nvPr/>
          </p:nvSpPr>
          <p:spPr>
            <a:xfrm>
              <a:off x="337459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h4847"/>
            <p:cNvSpPr/>
            <p:nvPr/>
          </p:nvSpPr>
          <p:spPr>
            <a:xfrm>
              <a:off x="338403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h4848"/>
            <p:cNvSpPr/>
            <p:nvPr/>
          </p:nvSpPr>
          <p:spPr>
            <a:xfrm>
              <a:off x="339347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h4849"/>
            <p:cNvSpPr/>
            <p:nvPr/>
          </p:nvSpPr>
          <p:spPr>
            <a:xfrm>
              <a:off x="340291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h4850"/>
            <p:cNvSpPr/>
            <p:nvPr/>
          </p:nvSpPr>
          <p:spPr>
            <a:xfrm>
              <a:off x="341235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h4851"/>
            <p:cNvSpPr/>
            <p:nvPr/>
          </p:nvSpPr>
          <p:spPr>
            <a:xfrm>
              <a:off x="342179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h4852"/>
            <p:cNvSpPr/>
            <p:nvPr/>
          </p:nvSpPr>
          <p:spPr>
            <a:xfrm>
              <a:off x="343123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h4853"/>
            <p:cNvSpPr/>
            <p:nvPr/>
          </p:nvSpPr>
          <p:spPr>
            <a:xfrm>
              <a:off x="344067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h4854"/>
            <p:cNvSpPr/>
            <p:nvPr/>
          </p:nvSpPr>
          <p:spPr>
            <a:xfrm>
              <a:off x="345011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h4855"/>
            <p:cNvSpPr/>
            <p:nvPr/>
          </p:nvSpPr>
          <p:spPr>
            <a:xfrm>
              <a:off x="345955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h4856"/>
            <p:cNvSpPr/>
            <p:nvPr/>
          </p:nvSpPr>
          <p:spPr>
            <a:xfrm>
              <a:off x="3468995" y="165826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107"/>
                  </a:lnTo>
                  <a:lnTo>
                    <a:pt x="923037" y="913530"/>
                  </a:lnTo>
                  <a:lnTo>
                    <a:pt x="921600" y="914288"/>
                  </a:lnTo>
                  <a:lnTo>
                    <a:pt x="921388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h4857"/>
            <p:cNvSpPr/>
            <p:nvPr/>
          </p:nvSpPr>
          <p:spPr>
            <a:xfrm>
              <a:off x="3478435" y="1640698"/>
              <a:ext cx="923840" cy="930677"/>
            </a:xfrm>
            <a:custGeom>
              <a:avLst/>
              <a:pathLst>
                <a:path w="923840" h="9306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5127"/>
                  </a:lnTo>
                  <a:lnTo>
                    <a:pt x="921816" y="926502"/>
                  </a:lnTo>
                  <a:lnTo>
                    <a:pt x="916477" y="929582"/>
                  </a:lnTo>
                  <a:lnTo>
                    <a:pt x="915035" y="930342"/>
                  </a:lnTo>
                  <a:lnTo>
                    <a:pt x="914400" y="930677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h4858"/>
            <p:cNvSpPr/>
            <p:nvPr/>
          </p:nvSpPr>
          <p:spPr>
            <a:xfrm>
              <a:off x="3487876" y="1640698"/>
              <a:ext cx="923840" cy="925127"/>
            </a:xfrm>
            <a:custGeom>
              <a:avLst/>
              <a:pathLst>
                <a:path w="923840" h="92512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938"/>
                  </a:lnTo>
                  <a:lnTo>
                    <a:pt x="922775" y="918892"/>
                  </a:lnTo>
                  <a:lnTo>
                    <a:pt x="917625" y="922936"/>
                  </a:lnTo>
                  <a:lnTo>
                    <a:pt x="914400" y="925127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h4859"/>
            <p:cNvSpPr/>
            <p:nvPr/>
          </p:nvSpPr>
          <p:spPr>
            <a:xfrm>
              <a:off x="3497316" y="1640698"/>
              <a:ext cx="918350" cy="917938"/>
            </a:xfrm>
            <a:custGeom>
              <a:avLst/>
              <a:pathLst>
                <a:path w="918350" h="917938">
                  <a:moveTo>
                    <a:pt x="914400" y="914400"/>
                  </a:moveTo>
                  <a:lnTo>
                    <a:pt x="918350" y="914400"/>
                  </a:lnTo>
                  <a:lnTo>
                    <a:pt x="914400" y="9179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h4860"/>
            <p:cNvSpPr/>
            <p:nvPr/>
          </p:nvSpPr>
          <p:spPr>
            <a:xfrm>
              <a:off x="2194563" y="162312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033" y="931969"/>
                  </a:lnTo>
                  <a:lnTo>
                    <a:pt x="906691" y="929095"/>
                  </a:lnTo>
                  <a:lnTo>
                    <a:pt x="905713" y="918233"/>
                  </a:lnTo>
                  <a:lnTo>
                    <a:pt x="905478" y="914400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h4861"/>
            <p:cNvSpPr/>
            <p:nvPr/>
          </p:nvSpPr>
          <p:spPr>
            <a:xfrm>
              <a:off x="219456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h4862"/>
            <p:cNvSpPr/>
            <p:nvPr/>
          </p:nvSpPr>
          <p:spPr>
            <a:xfrm>
              <a:off x="220400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h4863"/>
            <p:cNvSpPr/>
            <p:nvPr/>
          </p:nvSpPr>
          <p:spPr>
            <a:xfrm>
              <a:off x="221344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h4864"/>
            <p:cNvSpPr/>
            <p:nvPr/>
          </p:nvSpPr>
          <p:spPr>
            <a:xfrm>
              <a:off x="222288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h4865"/>
            <p:cNvSpPr/>
            <p:nvPr/>
          </p:nvSpPr>
          <p:spPr>
            <a:xfrm>
              <a:off x="223232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h4866"/>
            <p:cNvSpPr/>
            <p:nvPr/>
          </p:nvSpPr>
          <p:spPr>
            <a:xfrm>
              <a:off x="224176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h4867"/>
            <p:cNvSpPr/>
            <p:nvPr/>
          </p:nvSpPr>
          <p:spPr>
            <a:xfrm>
              <a:off x="225120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h4868"/>
            <p:cNvSpPr/>
            <p:nvPr/>
          </p:nvSpPr>
          <p:spPr>
            <a:xfrm>
              <a:off x="226064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h4869"/>
            <p:cNvSpPr/>
            <p:nvPr/>
          </p:nvSpPr>
          <p:spPr>
            <a:xfrm>
              <a:off x="227008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h4870"/>
            <p:cNvSpPr/>
            <p:nvPr/>
          </p:nvSpPr>
          <p:spPr>
            <a:xfrm>
              <a:off x="227952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h4871"/>
            <p:cNvSpPr/>
            <p:nvPr/>
          </p:nvSpPr>
          <p:spPr>
            <a:xfrm>
              <a:off x="228896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h4872"/>
            <p:cNvSpPr/>
            <p:nvPr/>
          </p:nvSpPr>
          <p:spPr>
            <a:xfrm>
              <a:off x="229840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h4873"/>
            <p:cNvSpPr/>
            <p:nvPr/>
          </p:nvSpPr>
          <p:spPr>
            <a:xfrm>
              <a:off x="230784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h4874"/>
            <p:cNvSpPr/>
            <p:nvPr/>
          </p:nvSpPr>
          <p:spPr>
            <a:xfrm>
              <a:off x="231728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h4875"/>
            <p:cNvSpPr/>
            <p:nvPr/>
          </p:nvSpPr>
          <p:spPr>
            <a:xfrm>
              <a:off x="232672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C51">
                <a:alpha val="100000"/>
              </a:srgbClr>
            </a:solidFill>
            <a:ln w="5420" cap="flat">
              <a:solidFill>
                <a:srgbClr val="27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h4876"/>
            <p:cNvSpPr/>
            <p:nvPr/>
          </p:nvSpPr>
          <p:spPr>
            <a:xfrm>
              <a:off x="233616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h4877"/>
            <p:cNvSpPr/>
            <p:nvPr/>
          </p:nvSpPr>
          <p:spPr>
            <a:xfrm>
              <a:off x="234560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h4878"/>
            <p:cNvSpPr/>
            <p:nvPr/>
          </p:nvSpPr>
          <p:spPr>
            <a:xfrm>
              <a:off x="235504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h4879"/>
            <p:cNvSpPr/>
            <p:nvPr/>
          </p:nvSpPr>
          <p:spPr>
            <a:xfrm>
              <a:off x="236448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h4880"/>
            <p:cNvSpPr/>
            <p:nvPr/>
          </p:nvSpPr>
          <p:spPr>
            <a:xfrm>
              <a:off x="237392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h4881"/>
            <p:cNvSpPr/>
            <p:nvPr/>
          </p:nvSpPr>
          <p:spPr>
            <a:xfrm>
              <a:off x="2383368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h4882"/>
            <p:cNvSpPr/>
            <p:nvPr/>
          </p:nvSpPr>
          <p:spPr>
            <a:xfrm>
              <a:off x="239280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h4883"/>
            <p:cNvSpPr/>
            <p:nvPr/>
          </p:nvSpPr>
          <p:spPr>
            <a:xfrm>
              <a:off x="2402248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h4884"/>
            <p:cNvSpPr/>
            <p:nvPr/>
          </p:nvSpPr>
          <p:spPr>
            <a:xfrm>
              <a:off x="241168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h4885"/>
            <p:cNvSpPr/>
            <p:nvPr/>
          </p:nvSpPr>
          <p:spPr>
            <a:xfrm>
              <a:off x="2421129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h4886"/>
            <p:cNvSpPr/>
            <p:nvPr/>
          </p:nvSpPr>
          <p:spPr>
            <a:xfrm>
              <a:off x="243056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h4887"/>
            <p:cNvSpPr/>
            <p:nvPr/>
          </p:nvSpPr>
          <p:spPr>
            <a:xfrm>
              <a:off x="244000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h4888"/>
            <p:cNvSpPr/>
            <p:nvPr/>
          </p:nvSpPr>
          <p:spPr>
            <a:xfrm>
              <a:off x="244944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h4889"/>
            <p:cNvSpPr/>
            <p:nvPr/>
          </p:nvSpPr>
          <p:spPr>
            <a:xfrm>
              <a:off x="245889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h4890"/>
            <p:cNvSpPr/>
            <p:nvPr/>
          </p:nvSpPr>
          <p:spPr>
            <a:xfrm>
              <a:off x="246833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h4891"/>
            <p:cNvSpPr/>
            <p:nvPr/>
          </p:nvSpPr>
          <p:spPr>
            <a:xfrm>
              <a:off x="2477770" y="1640698"/>
              <a:ext cx="921399" cy="914400"/>
            </a:xfrm>
            <a:custGeom>
              <a:avLst/>
              <a:pathLst>
                <a:path w="92139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980" y="896830"/>
                  </a:lnTo>
                  <a:lnTo>
                    <a:pt x="917390" y="900903"/>
                  </a:lnTo>
                  <a:lnTo>
                    <a:pt x="920358" y="910557"/>
                  </a:lnTo>
                  <a:lnTo>
                    <a:pt x="921399" y="914400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h4892"/>
            <p:cNvSpPr/>
            <p:nvPr/>
          </p:nvSpPr>
          <p:spPr>
            <a:xfrm>
              <a:off x="3148027" y="1623128"/>
              <a:ext cx="914400" cy="928330"/>
            </a:xfrm>
            <a:custGeom>
              <a:avLst/>
              <a:pathLst>
                <a:path w="914400" h="928330">
                  <a:moveTo>
                    <a:pt x="914400" y="914400"/>
                  </a:moveTo>
                  <a:lnTo>
                    <a:pt x="914400" y="928330"/>
                  </a:lnTo>
                  <a:lnTo>
                    <a:pt x="912595" y="924233"/>
                  </a:lnTo>
                  <a:lnTo>
                    <a:pt x="909109" y="915426"/>
                  </a:lnTo>
                  <a:lnTo>
                    <a:pt x="908746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h4893"/>
            <p:cNvSpPr/>
            <p:nvPr/>
          </p:nvSpPr>
          <p:spPr>
            <a:xfrm>
              <a:off x="314802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03" y="931969"/>
                  </a:lnTo>
                  <a:lnTo>
                    <a:pt x="914400" y="92833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h4894"/>
            <p:cNvSpPr/>
            <p:nvPr/>
          </p:nvSpPr>
          <p:spPr>
            <a:xfrm>
              <a:off x="315746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h4895"/>
            <p:cNvSpPr/>
            <p:nvPr/>
          </p:nvSpPr>
          <p:spPr>
            <a:xfrm>
              <a:off x="316690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h4896"/>
            <p:cNvSpPr/>
            <p:nvPr/>
          </p:nvSpPr>
          <p:spPr>
            <a:xfrm>
              <a:off x="317634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h4897"/>
            <p:cNvSpPr/>
            <p:nvPr/>
          </p:nvSpPr>
          <p:spPr>
            <a:xfrm>
              <a:off x="3185788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h4898"/>
            <p:cNvSpPr/>
            <p:nvPr/>
          </p:nvSpPr>
          <p:spPr>
            <a:xfrm>
              <a:off x="319522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h4899"/>
            <p:cNvSpPr/>
            <p:nvPr/>
          </p:nvSpPr>
          <p:spPr>
            <a:xfrm>
              <a:off x="320466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h4900"/>
            <p:cNvSpPr/>
            <p:nvPr/>
          </p:nvSpPr>
          <p:spPr>
            <a:xfrm>
              <a:off x="321410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h4901"/>
            <p:cNvSpPr/>
            <p:nvPr/>
          </p:nvSpPr>
          <p:spPr>
            <a:xfrm>
              <a:off x="322354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h4902"/>
            <p:cNvSpPr/>
            <p:nvPr/>
          </p:nvSpPr>
          <p:spPr>
            <a:xfrm>
              <a:off x="323298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h4903"/>
            <p:cNvSpPr/>
            <p:nvPr/>
          </p:nvSpPr>
          <p:spPr>
            <a:xfrm>
              <a:off x="3242429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h4904"/>
            <p:cNvSpPr/>
            <p:nvPr/>
          </p:nvSpPr>
          <p:spPr>
            <a:xfrm>
              <a:off x="325187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h4905"/>
            <p:cNvSpPr/>
            <p:nvPr/>
          </p:nvSpPr>
          <p:spPr>
            <a:xfrm>
              <a:off x="326131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h4906"/>
            <p:cNvSpPr/>
            <p:nvPr/>
          </p:nvSpPr>
          <p:spPr>
            <a:xfrm>
              <a:off x="327075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h4907"/>
            <p:cNvSpPr/>
            <p:nvPr/>
          </p:nvSpPr>
          <p:spPr>
            <a:xfrm>
              <a:off x="328019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h4908"/>
            <p:cNvSpPr/>
            <p:nvPr/>
          </p:nvSpPr>
          <p:spPr>
            <a:xfrm>
              <a:off x="328963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h4909"/>
            <p:cNvSpPr/>
            <p:nvPr/>
          </p:nvSpPr>
          <p:spPr>
            <a:xfrm>
              <a:off x="329907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h4910"/>
            <p:cNvSpPr/>
            <p:nvPr/>
          </p:nvSpPr>
          <p:spPr>
            <a:xfrm>
              <a:off x="330851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h4911"/>
            <p:cNvSpPr/>
            <p:nvPr/>
          </p:nvSpPr>
          <p:spPr>
            <a:xfrm>
              <a:off x="331795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h4912"/>
            <p:cNvSpPr/>
            <p:nvPr/>
          </p:nvSpPr>
          <p:spPr>
            <a:xfrm>
              <a:off x="332739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h4913"/>
            <p:cNvSpPr/>
            <p:nvPr/>
          </p:nvSpPr>
          <p:spPr>
            <a:xfrm>
              <a:off x="333683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h4914"/>
            <p:cNvSpPr/>
            <p:nvPr/>
          </p:nvSpPr>
          <p:spPr>
            <a:xfrm>
              <a:off x="334627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h4915"/>
            <p:cNvSpPr/>
            <p:nvPr/>
          </p:nvSpPr>
          <p:spPr>
            <a:xfrm>
              <a:off x="335571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h4916"/>
            <p:cNvSpPr/>
            <p:nvPr/>
          </p:nvSpPr>
          <p:spPr>
            <a:xfrm>
              <a:off x="336515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h4917"/>
            <p:cNvSpPr/>
            <p:nvPr/>
          </p:nvSpPr>
          <p:spPr>
            <a:xfrm>
              <a:off x="337459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h4918"/>
            <p:cNvSpPr/>
            <p:nvPr/>
          </p:nvSpPr>
          <p:spPr>
            <a:xfrm>
              <a:off x="338403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h4919"/>
            <p:cNvSpPr/>
            <p:nvPr/>
          </p:nvSpPr>
          <p:spPr>
            <a:xfrm>
              <a:off x="339347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h4920"/>
            <p:cNvSpPr/>
            <p:nvPr/>
          </p:nvSpPr>
          <p:spPr>
            <a:xfrm>
              <a:off x="340291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h4921"/>
            <p:cNvSpPr/>
            <p:nvPr/>
          </p:nvSpPr>
          <p:spPr>
            <a:xfrm>
              <a:off x="341235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h4922"/>
            <p:cNvSpPr/>
            <p:nvPr/>
          </p:nvSpPr>
          <p:spPr>
            <a:xfrm>
              <a:off x="342179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h4923"/>
            <p:cNvSpPr/>
            <p:nvPr/>
          </p:nvSpPr>
          <p:spPr>
            <a:xfrm>
              <a:off x="343123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h4924"/>
            <p:cNvSpPr/>
            <p:nvPr/>
          </p:nvSpPr>
          <p:spPr>
            <a:xfrm>
              <a:off x="344067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h4925"/>
            <p:cNvSpPr/>
            <p:nvPr/>
          </p:nvSpPr>
          <p:spPr>
            <a:xfrm>
              <a:off x="345011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h4926"/>
            <p:cNvSpPr/>
            <p:nvPr/>
          </p:nvSpPr>
          <p:spPr>
            <a:xfrm>
              <a:off x="345955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h4927"/>
            <p:cNvSpPr/>
            <p:nvPr/>
          </p:nvSpPr>
          <p:spPr>
            <a:xfrm>
              <a:off x="346899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h4928"/>
            <p:cNvSpPr/>
            <p:nvPr/>
          </p:nvSpPr>
          <p:spPr>
            <a:xfrm>
              <a:off x="347843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h4929"/>
            <p:cNvSpPr/>
            <p:nvPr/>
          </p:nvSpPr>
          <p:spPr>
            <a:xfrm>
              <a:off x="348787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h4930"/>
            <p:cNvSpPr/>
            <p:nvPr/>
          </p:nvSpPr>
          <p:spPr>
            <a:xfrm>
              <a:off x="3497316" y="164069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779"/>
                  </a:lnTo>
                  <a:lnTo>
                    <a:pt x="923281" y="909413"/>
                  </a:lnTo>
                  <a:lnTo>
                    <a:pt x="918350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h4931"/>
            <p:cNvSpPr/>
            <p:nvPr/>
          </p:nvSpPr>
          <p:spPr>
            <a:xfrm>
              <a:off x="3506756" y="1623128"/>
              <a:ext cx="923840" cy="926348"/>
            </a:xfrm>
            <a:custGeom>
              <a:avLst/>
              <a:pathLst>
                <a:path w="923840" h="92634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21"/>
                  </a:lnTo>
                  <a:lnTo>
                    <a:pt x="923236" y="915726"/>
                  </a:lnTo>
                  <a:lnTo>
                    <a:pt x="918613" y="921570"/>
                  </a:lnTo>
                  <a:lnTo>
                    <a:pt x="914400" y="92634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h4932"/>
            <p:cNvSpPr/>
            <p:nvPr/>
          </p:nvSpPr>
          <p:spPr>
            <a:xfrm>
              <a:off x="3516196" y="1623128"/>
              <a:ext cx="914791" cy="914921"/>
            </a:xfrm>
            <a:custGeom>
              <a:avLst/>
              <a:pathLst>
                <a:path w="914791" h="914921">
                  <a:moveTo>
                    <a:pt x="914400" y="914400"/>
                  </a:moveTo>
                  <a:lnTo>
                    <a:pt x="914791" y="914400"/>
                  </a:lnTo>
                  <a:lnTo>
                    <a:pt x="914400" y="914921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h4933"/>
            <p:cNvSpPr/>
            <p:nvPr/>
          </p:nvSpPr>
          <p:spPr>
            <a:xfrm>
              <a:off x="2185123" y="1605559"/>
              <a:ext cx="914400" cy="922371"/>
            </a:xfrm>
            <a:custGeom>
              <a:avLst/>
              <a:pathLst>
                <a:path w="914400" h="922371">
                  <a:moveTo>
                    <a:pt x="914400" y="914400"/>
                  </a:moveTo>
                  <a:lnTo>
                    <a:pt x="914400" y="922371"/>
                  </a:lnTo>
                  <a:lnTo>
                    <a:pt x="914136" y="914400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h4934"/>
            <p:cNvSpPr/>
            <p:nvPr/>
          </p:nvSpPr>
          <p:spPr>
            <a:xfrm>
              <a:off x="218512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18" y="931969"/>
                  </a:lnTo>
                  <a:lnTo>
                    <a:pt x="914482" y="924861"/>
                  </a:lnTo>
                  <a:lnTo>
                    <a:pt x="914400" y="922371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h4935"/>
            <p:cNvSpPr/>
            <p:nvPr/>
          </p:nvSpPr>
          <p:spPr>
            <a:xfrm>
              <a:off x="219456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h4936"/>
            <p:cNvSpPr/>
            <p:nvPr/>
          </p:nvSpPr>
          <p:spPr>
            <a:xfrm>
              <a:off x="220400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h4937"/>
            <p:cNvSpPr/>
            <p:nvPr/>
          </p:nvSpPr>
          <p:spPr>
            <a:xfrm>
              <a:off x="221344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h4938"/>
            <p:cNvSpPr/>
            <p:nvPr/>
          </p:nvSpPr>
          <p:spPr>
            <a:xfrm>
              <a:off x="222288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h4939"/>
            <p:cNvSpPr/>
            <p:nvPr/>
          </p:nvSpPr>
          <p:spPr>
            <a:xfrm>
              <a:off x="223232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h4940"/>
            <p:cNvSpPr/>
            <p:nvPr/>
          </p:nvSpPr>
          <p:spPr>
            <a:xfrm>
              <a:off x="224176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h4941"/>
            <p:cNvSpPr/>
            <p:nvPr/>
          </p:nvSpPr>
          <p:spPr>
            <a:xfrm>
              <a:off x="225120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h4942"/>
            <p:cNvSpPr/>
            <p:nvPr/>
          </p:nvSpPr>
          <p:spPr>
            <a:xfrm>
              <a:off x="226064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h4943"/>
            <p:cNvSpPr/>
            <p:nvPr/>
          </p:nvSpPr>
          <p:spPr>
            <a:xfrm>
              <a:off x="227008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h4944"/>
            <p:cNvSpPr/>
            <p:nvPr/>
          </p:nvSpPr>
          <p:spPr>
            <a:xfrm>
              <a:off x="227952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h4945"/>
            <p:cNvSpPr/>
            <p:nvPr/>
          </p:nvSpPr>
          <p:spPr>
            <a:xfrm>
              <a:off x="228896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h4946"/>
            <p:cNvSpPr/>
            <p:nvPr/>
          </p:nvSpPr>
          <p:spPr>
            <a:xfrm>
              <a:off x="229840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h4947"/>
            <p:cNvSpPr/>
            <p:nvPr/>
          </p:nvSpPr>
          <p:spPr>
            <a:xfrm>
              <a:off x="230784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h4948"/>
            <p:cNvSpPr/>
            <p:nvPr/>
          </p:nvSpPr>
          <p:spPr>
            <a:xfrm>
              <a:off x="231728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h4949"/>
            <p:cNvSpPr/>
            <p:nvPr/>
          </p:nvSpPr>
          <p:spPr>
            <a:xfrm>
              <a:off x="232672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h4950"/>
            <p:cNvSpPr/>
            <p:nvPr/>
          </p:nvSpPr>
          <p:spPr>
            <a:xfrm>
              <a:off x="233616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h4951"/>
            <p:cNvSpPr/>
            <p:nvPr/>
          </p:nvSpPr>
          <p:spPr>
            <a:xfrm>
              <a:off x="234560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h4952"/>
            <p:cNvSpPr/>
            <p:nvPr/>
          </p:nvSpPr>
          <p:spPr>
            <a:xfrm>
              <a:off x="235504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h4953"/>
            <p:cNvSpPr/>
            <p:nvPr/>
          </p:nvSpPr>
          <p:spPr>
            <a:xfrm>
              <a:off x="236448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h4954"/>
            <p:cNvSpPr/>
            <p:nvPr/>
          </p:nvSpPr>
          <p:spPr>
            <a:xfrm>
              <a:off x="237392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h4955"/>
            <p:cNvSpPr/>
            <p:nvPr/>
          </p:nvSpPr>
          <p:spPr>
            <a:xfrm>
              <a:off x="2383368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h4956"/>
            <p:cNvSpPr/>
            <p:nvPr/>
          </p:nvSpPr>
          <p:spPr>
            <a:xfrm>
              <a:off x="239280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h4957"/>
            <p:cNvSpPr/>
            <p:nvPr/>
          </p:nvSpPr>
          <p:spPr>
            <a:xfrm>
              <a:off x="2402248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C9D51">
                <a:alpha val="100000"/>
              </a:srgbClr>
            </a:solidFill>
            <a:ln w="5420" cap="flat">
              <a:solidFill>
                <a:srgbClr val="2C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h4958"/>
            <p:cNvSpPr/>
            <p:nvPr/>
          </p:nvSpPr>
          <p:spPr>
            <a:xfrm>
              <a:off x="241168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h4959"/>
            <p:cNvSpPr/>
            <p:nvPr/>
          </p:nvSpPr>
          <p:spPr>
            <a:xfrm>
              <a:off x="2421129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h4960"/>
            <p:cNvSpPr/>
            <p:nvPr/>
          </p:nvSpPr>
          <p:spPr>
            <a:xfrm>
              <a:off x="243056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h4961"/>
            <p:cNvSpPr/>
            <p:nvPr/>
          </p:nvSpPr>
          <p:spPr>
            <a:xfrm>
              <a:off x="244000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h4962"/>
            <p:cNvSpPr/>
            <p:nvPr/>
          </p:nvSpPr>
          <p:spPr>
            <a:xfrm>
              <a:off x="244944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h4963"/>
            <p:cNvSpPr/>
            <p:nvPr/>
          </p:nvSpPr>
          <p:spPr>
            <a:xfrm>
              <a:off x="245889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h4964"/>
            <p:cNvSpPr/>
            <p:nvPr/>
          </p:nvSpPr>
          <p:spPr>
            <a:xfrm>
              <a:off x="2477770" y="162312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37" y="896830"/>
                  </a:lnTo>
                  <a:lnTo>
                    <a:pt x="910655" y="900106"/>
                  </a:lnTo>
                  <a:lnTo>
                    <a:pt x="914153" y="909124"/>
                  </a:lnTo>
                  <a:lnTo>
                    <a:pt x="914400" y="909837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h4965"/>
            <p:cNvSpPr/>
            <p:nvPr/>
          </p:nvSpPr>
          <p:spPr>
            <a:xfrm>
              <a:off x="2477770" y="1623128"/>
              <a:ext cx="915980" cy="914400"/>
            </a:xfrm>
            <a:custGeom>
              <a:avLst/>
              <a:pathLst>
                <a:path w="915980" h="914400">
                  <a:moveTo>
                    <a:pt x="914400" y="914400"/>
                  </a:moveTo>
                  <a:lnTo>
                    <a:pt x="914400" y="909837"/>
                  </a:lnTo>
                  <a:lnTo>
                    <a:pt x="915980" y="914400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h4966"/>
            <p:cNvSpPr/>
            <p:nvPr/>
          </p:nvSpPr>
          <p:spPr>
            <a:xfrm>
              <a:off x="3138587" y="1605559"/>
              <a:ext cx="914400" cy="920965"/>
            </a:xfrm>
            <a:custGeom>
              <a:avLst/>
              <a:pathLst>
                <a:path w="914400" h="920965">
                  <a:moveTo>
                    <a:pt x="914400" y="914400"/>
                  </a:moveTo>
                  <a:lnTo>
                    <a:pt x="914400" y="920965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h4967"/>
            <p:cNvSpPr/>
            <p:nvPr/>
          </p:nvSpPr>
          <p:spPr>
            <a:xfrm>
              <a:off x="313858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186" y="931969"/>
                  </a:lnTo>
                  <a:lnTo>
                    <a:pt x="915314" y="923864"/>
                  </a:lnTo>
                  <a:lnTo>
                    <a:pt x="914400" y="920965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h4968"/>
            <p:cNvSpPr/>
            <p:nvPr/>
          </p:nvSpPr>
          <p:spPr>
            <a:xfrm>
              <a:off x="314802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h4969"/>
            <p:cNvSpPr/>
            <p:nvPr/>
          </p:nvSpPr>
          <p:spPr>
            <a:xfrm>
              <a:off x="315746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h4970"/>
            <p:cNvSpPr/>
            <p:nvPr/>
          </p:nvSpPr>
          <p:spPr>
            <a:xfrm>
              <a:off x="316690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h4971"/>
            <p:cNvSpPr/>
            <p:nvPr/>
          </p:nvSpPr>
          <p:spPr>
            <a:xfrm>
              <a:off x="317634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h4972"/>
            <p:cNvSpPr/>
            <p:nvPr/>
          </p:nvSpPr>
          <p:spPr>
            <a:xfrm>
              <a:off x="3185788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h4973"/>
            <p:cNvSpPr/>
            <p:nvPr/>
          </p:nvSpPr>
          <p:spPr>
            <a:xfrm>
              <a:off x="319522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h4974"/>
            <p:cNvSpPr/>
            <p:nvPr/>
          </p:nvSpPr>
          <p:spPr>
            <a:xfrm>
              <a:off x="320466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h4975"/>
            <p:cNvSpPr/>
            <p:nvPr/>
          </p:nvSpPr>
          <p:spPr>
            <a:xfrm>
              <a:off x="321410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h4976"/>
            <p:cNvSpPr/>
            <p:nvPr/>
          </p:nvSpPr>
          <p:spPr>
            <a:xfrm>
              <a:off x="322354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h4977"/>
            <p:cNvSpPr/>
            <p:nvPr/>
          </p:nvSpPr>
          <p:spPr>
            <a:xfrm>
              <a:off x="323298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h4978"/>
            <p:cNvSpPr/>
            <p:nvPr/>
          </p:nvSpPr>
          <p:spPr>
            <a:xfrm>
              <a:off x="3242429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h4979"/>
            <p:cNvSpPr/>
            <p:nvPr/>
          </p:nvSpPr>
          <p:spPr>
            <a:xfrm>
              <a:off x="325187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h4980"/>
            <p:cNvSpPr/>
            <p:nvPr/>
          </p:nvSpPr>
          <p:spPr>
            <a:xfrm>
              <a:off x="326131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h4981"/>
            <p:cNvSpPr/>
            <p:nvPr/>
          </p:nvSpPr>
          <p:spPr>
            <a:xfrm>
              <a:off x="327075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h4982"/>
            <p:cNvSpPr/>
            <p:nvPr/>
          </p:nvSpPr>
          <p:spPr>
            <a:xfrm>
              <a:off x="328019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h4983"/>
            <p:cNvSpPr/>
            <p:nvPr/>
          </p:nvSpPr>
          <p:spPr>
            <a:xfrm>
              <a:off x="328963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h4984"/>
            <p:cNvSpPr/>
            <p:nvPr/>
          </p:nvSpPr>
          <p:spPr>
            <a:xfrm>
              <a:off x="329907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h4985"/>
            <p:cNvSpPr/>
            <p:nvPr/>
          </p:nvSpPr>
          <p:spPr>
            <a:xfrm>
              <a:off x="330851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h4986"/>
            <p:cNvSpPr/>
            <p:nvPr/>
          </p:nvSpPr>
          <p:spPr>
            <a:xfrm>
              <a:off x="331795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h4987"/>
            <p:cNvSpPr/>
            <p:nvPr/>
          </p:nvSpPr>
          <p:spPr>
            <a:xfrm>
              <a:off x="332739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h4988"/>
            <p:cNvSpPr/>
            <p:nvPr/>
          </p:nvSpPr>
          <p:spPr>
            <a:xfrm>
              <a:off x="333683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h4989"/>
            <p:cNvSpPr/>
            <p:nvPr/>
          </p:nvSpPr>
          <p:spPr>
            <a:xfrm>
              <a:off x="334627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h4990"/>
            <p:cNvSpPr/>
            <p:nvPr/>
          </p:nvSpPr>
          <p:spPr>
            <a:xfrm>
              <a:off x="335571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h4991"/>
            <p:cNvSpPr/>
            <p:nvPr/>
          </p:nvSpPr>
          <p:spPr>
            <a:xfrm>
              <a:off x="336515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h4992"/>
            <p:cNvSpPr/>
            <p:nvPr/>
          </p:nvSpPr>
          <p:spPr>
            <a:xfrm>
              <a:off x="337459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h4993"/>
            <p:cNvSpPr/>
            <p:nvPr/>
          </p:nvSpPr>
          <p:spPr>
            <a:xfrm>
              <a:off x="338403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h4994"/>
            <p:cNvSpPr/>
            <p:nvPr/>
          </p:nvSpPr>
          <p:spPr>
            <a:xfrm>
              <a:off x="339347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h4995"/>
            <p:cNvSpPr/>
            <p:nvPr/>
          </p:nvSpPr>
          <p:spPr>
            <a:xfrm>
              <a:off x="340291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h4996"/>
            <p:cNvSpPr/>
            <p:nvPr/>
          </p:nvSpPr>
          <p:spPr>
            <a:xfrm>
              <a:off x="341235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h4997"/>
            <p:cNvSpPr/>
            <p:nvPr/>
          </p:nvSpPr>
          <p:spPr>
            <a:xfrm>
              <a:off x="342179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h4998"/>
            <p:cNvSpPr/>
            <p:nvPr/>
          </p:nvSpPr>
          <p:spPr>
            <a:xfrm>
              <a:off x="343123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h4999"/>
            <p:cNvSpPr/>
            <p:nvPr/>
          </p:nvSpPr>
          <p:spPr>
            <a:xfrm>
              <a:off x="344067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h5000"/>
            <p:cNvSpPr/>
            <p:nvPr/>
          </p:nvSpPr>
          <p:spPr>
            <a:xfrm>
              <a:off x="345011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h5001"/>
            <p:cNvSpPr/>
            <p:nvPr/>
          </p:nvSpPr>
          <p:spPr>
            <a:xfrm>
              <a:off x="345955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h5002"/>
            <p:cNvSpPr/>
            <p:nvPr/>
          </p:nvSpPr>
          <p:spPr>
            <a:xfrm>
              <a:off x="346899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h5003"/>
            <p:cNvSpPr/>
            <p:nvPr/>
          </p:nvSpPr>
          <p:spPr>
            <a:xfrm>
              <a:off x="347843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h5004"/>
            <p:cNvSpPr/>
            <p:nvPr/>
          </p:nvSpPr>
          <p:spPr>
            <a:xfrm>
              <a:off x="348787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h5005"/>
            <p:cNvSpPr/>
            <p:nvPr/>
          </p:nvSpPr>
          <p:spPr>
            <a:xfrm>
              <a:off x="349731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h5006"/>
            <p:cNvSpPr/>
            <p:nvPr/>
          </p:nvSpPr>
          <p:spPr>
            <a:xfrm>
              <a:off x="350675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h5007"/>
            <p:cNvSpPr/>
            <p:nvPr/>
          </p:nvSpPr>
          <p:spPr>
            <a:xfrm>
              <a:off x="3516196" y="162312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78"/>
                  </a:lnTo>
                  <a:lnTo>
                    <a:pt x="923212" y="907695"/>
                  </a:lnTo>
                  <a:lnTo>
                    <a:pt x="921963" y="908325"/>
                  </a:lnTo>
                  <a:lnTo>
                    <a:pt x="920715" y="908956"/>
                  </a:lnTo>
                  <a:lnTo>
                    <a:pt x="919467" y="909586"/>
                  </a:lnTo>
                  <a:lnTo>
                    <a:pt x="918219" y="910217"/>
                  </a:lnTo>
                  <a:lnTo>
                    <a:pt x="917756" y="910451"/>
                  </a:lnTo>
                  <a:lnTo>
                    <a:pt x="917612" y="910643"/>
                  </a:lnTo>
                  <a:lnTo>
                    <a:pt x="916342" y="912334"/>
                  </a:lnTo>
                  <a:lnTo>
                    <a:pt x="915073" y="914025"/>
                  </a:lnTo>
                  <a:lnTo>
                    <a:pt x="914791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h5008"/>
            <p:cNvSpPr/>
            <p:nvPr/>
          </p:nvSpPr>
          <p:spPr>
            <a:xfrm>
              <a:off x="3525637" y="1605559"/>
              <a:ext cx="923840" cy="924948"/>
            </a:xfrm>
            <a:custGeom>
              <a:avLst/>
              <a:pathLst>
                <a:path w="923840" h="924948">
                  <a:moveTo>
                    <a:pt x="914400" y="914400"/>
                  </a:moveTo>
                  <a:lnTo>
                    <a:pt x="923840" y="914400"/>
                  </a:lnTo>
                  <a:lnTo>
                    <a:pt x="923764" y="920227"/>
                  </a:lnTo>
                  <a:lnTo>
                    <a:pt x="922514" y="920856"/>
                  </a:lnTo>
                  <a:lnTo>
                    <a:pt x="921265" y="921485"/>
                  </a:lnTo>
                  <a:lnTo>
                    <a:pt x="920016" y="922115"/>
                  </a:lnTo>
                  <a:lnTo>
                    <a:pt x="918767" y="922745"/>
                  </a:lnTo>
                  <a:lnTo>
                    <a:pt x="917518" y="923375"/>
                  </a:lnTo>
                  <a:lnTo>
                    <a:pt x="916269" y="924005"/>
                  </a:lnTo>
                  <a:lnTo>
                    <a:pt x="915020" y="924635"/>
                  </a:lnTo>
                  <a:lnTo>
                    <a:pt x="914400" y="92494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h5009"/>
            <p:cNvSpPr/>
            <p:nvPr/>
          </p:nvSpPr>
          <p:spPr>
            <a:xfrm>
              <a:off x="3535077" y="1605559"/>
              <a:ext cx="923840" cy="920188"/>
            </a:xfrm>
            <a:custGeom>
              <a:avLst/>
              <a:pathLst>
                <a:path w="923840" h="92018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201"/>
                  </a:lnTo>
                  <a:lnTo>
                    <a:pt x="919327" y="917708"/>
                  </a:lnTo>
                  <a:lnTo>
                    <a:pt x="918073" y="918339"/>
                  </a:lnTo>
                  <a:lnTo>
                    <a:pt x="916823" y="918968"/>
                  </a:lnTo>
                  <a:lnTo>
                    <a:pt x="915573" y="919597"/>
                  </a:lnTo>
                  <a:lnTo>
                    <a:pt x="914400" y="92018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h5010"/>
            <p:cNvSpPr/>
            <p:nvPr/>
          </p:nvSpPr>
          <p:spPr>
            <a:xfrm>
              <a:off x="3544517" y="1605559"/>
              <a:ext cx="915793" cy="915201"/>
            </a:xfrm>
            <a:custGeom>
              <a:avLst/>
              <a:pathLst>
                <a:path w="915793" h="915201">
                  <a:moveTo>
                    <a:pt x="914400" y="914400"/>
                  </a:moveTo>
                  <a:lnTo>
                    <a:pt x="915793" y="914400"/>
                  </a:lnTo>
                  <a:lnTo>
                    <a:pt x="915535" y="914571"/>
                  </a:lnTo>
                  <a:lnTo>
                    <a:pt x="914400" y="915201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h5011"/>
            <p:cNvSpPr/>
            <p:nvPr/>
          </p:nvSpPr>
          <p:spPr>
            <a:xfrm>
              <a:off x="2185123" y="158798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136" y="931969"/>
                  </a:lnTo>
                  <a:lnTo>
                    <a:pt x="914118" y="931438"/>
                  </a:lnTo>
                  <a:lnTo>
                    <a:pt x="914064" y="920426"/>
                  </a:lnTo>
                  <a:lnTo>
                    <a:pt x="914203" y="91440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h5012"/>
            <p:cNvSpPr/>
            <p:nvPr/>
          </p:nvSpPr>
          <p:spPr>
            <a:xfrm>
              <a:off x="218512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h5013"/>
            <p:cNvSpPr/>
            <p:nvPr/>
          </p:nvSpPr>
          <p:spPr>
            <a:xfrm>
              <a:off x="219456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h5014"/>
            <p:cNvSpPr/>
            <p:nvPr/>
          </p:nvSpPr>
          <p:spPr>
            <a:xfrm>
              <a:off x="220400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h5015"/>
            <p:cNvSpPr/>
            <p:nvPr/>
          </p:nvSpPr>
          <p:spPr>
            <a:xfrm>
              <a:off x="221344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h5016"/>
            <p:cNvSpPr/>
            <p:nvPr/>
          </p:nvSpPr>
          <p:spPr>
            <a:xfrm>
              <a:off x="222288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h5017"/>
            <p:cNvSpPr/>
            <p:nvPr/>
          </p:nvSpPr>
          <p:spPr>
            <a:xfrm>
              <a:off x="223232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h5018"/>
            <p:cNvSpPr/>
            <p:nvPr/>
          </p:nvSpPr>
          <p:spPr>
            <a:xfrm>
              <a:off x="224176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h5019"/>
            <p:cNvSpPr/>
            <p:nvPr/>
          </p:nvSpPr>
          <p:spPr>
            <a:xfrm>
              <a:off x="225120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h5020"/>
            <p:cNvSpPr/>
            <p:nvPr/>
          </p:nvSpPr>
          <p:spPr>
            <a:xfrm>
              <a:off x="226064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h5021"/>
            <p:cNvSpPr/>
            <p:nvPr/>
          </p:nvSpPr>
          <p:spPr>
            <a:xfrm>
              <a:off x="227008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h5022"/>
            <p:cNvSpPr/>
            <p:nvPr/>
          </p:nvSpPr>
          <p:spPr>
            <a:xfrm>
              <a:off x="227952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h5023"/>
            <p:cNvSpPr/>
            <p:nvPr/>
          </p:nvSpPr>
          <p:spPr>
            <a:xfrm>
              <a:off x="228896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h5024"/>
            <p:cNvSpPr/>
            <p:nvPr/>
          </p:nvSpPr>
          <p:spPr>
            <a:xfrm>
              <a:off x="229840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h5025"/>
            <p:cNvSpPr/>
            <p:nvPr/>
          </p:nvSpPr>
          <p:spPr>
            <a:xfrm>
              <a:off x="230784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h5026"/>
            <p:cNvSpPr/>
            <p:nvPr/>
          </p:nvSpPr>
          <p:spPr>
            <a:xfrm>
              <a:off x="231728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h5027"/>
            <p:cNvSpPr/>
            <p:nvPr/>
          </p:nvSpPr>
          <p:spPr>
            <a:xfrm>
              <a:off x="232672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h5028"/>
            <p:cNvSpPr/>
            <p:nvPr/>
          </p:nvSpPr>
          <p:spPr>
            <a:xfrm>
              <a:off x="233616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h5029"/>
            <p:cNvSpPr/>
            <p:nvPr/>
          </p:nvSpPr>
          <p:spPr>
            <a:xfrm>
              <a:off x="234560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h5030"/>
            <p:cNvSpPr/>
            <p:nvPr/>
          </p:nvSpPr>
          <p:spPr>
            <a:xfrm>
              <a:off x="235504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h5031"/>
            <p:cNvSpPr/>
            <p:nvPr/>
          </p:nvSpPr>
          <p:spPr>
            <a:xfrm>
              <a:off x="236448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h5032"/>
            <p:cNvSpPr/>
            <p:nvPr/>
          </p:nvSpPr>
          <p:spPr>
            <a:xfrm>
              <a:off x="237392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h5033"/>
            <p:cNvSpPr/>
            <p:nvPr/>
          </p:nvSpPr>
          <p:spPr>
            <a:xfrm>
              <a:off x="2383368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h5034"/>
            <p:cNvSpPr/>
            <p:nvPr/>
          </p:nvSpPr>
          <p:spPr>
            <a:xfrm>
              <a:off x="239280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h5035"/>
            <p:cNvSpPr/>
            <p:nvPr/>
          </p:nvSpPr>
          <p:spPr>
            <a:xfrm>
              <a:off x="2402248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h5036"/>
            <p:cNvSpPr/>
            <p:nvPr/>
          </p:nvSpPr>
          <p:spPr>
            <a:xfrm>
              <a:off x="241168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h5037"/>
            <p:cNvSpPr/>
            <p:nvPr/>
          </p:nvSpPr>
          <p:spPr>
            <a:xfrm>
              <a:off x="2421129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h5038"/>
            <p:cNvSpPr/>
            <p:nvPr/>
          </p:nvSpPr>
          <p:spPr>
            <a:xfrm>
              <a:off x="243056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h5039"/>
            <p:cNvSpPr/>
            <p:nvPr/>
          </p:nvSpPr>
          <p:spPr>
            <a:xfrm>
              <a:off x="244000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h5040"/>
            <p:cNvSpPr/>
            <p:nvPr/>
          </p:nvSpPr>
          <p:spPr>
            <a:xfrm>
              <a:off x="244944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h5041"/>
            <p:cNvSpPr/>
            <p:nvPr/>
          </p:nvSpPr>
          <p:spPr>
            <a:xfrm>
              <a:off x="2468330" y="160555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269" y="896830"/>
                  </a:lnTo>
                  <a:lnTo>
                    <a:pt x="912358" y="900731"/>
                  </a:lnTo>
                  <a:lnTo>
                    <a:pt x="914400" y="904971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h5042"/>
            <p:cNvSpPr/>
            <p:nvPr/>
          </p:nvSpPr>
          <p:spPr>
            <a:xfrm>
              <a:off x="2468330" y="1605559"/>
              <a:ext cx="918677" cy="914400"/>
            </a:xfrm>
            <a:custGeom>
              <a:avLst/>
              <a:pathLst>
                <a:path w="918677" h="914400">
                  <a:moveTo>
                    <a:pt x="914400" y="914400"/>
                  </a:moveTo>
                  <a:lnTo>
                    <a:pt x="914400" y="904971"/>
                  </a:lnTo>
                  <a:lnTo>
                    <a:pt x="916346" y="909014"/>
                  </a:lnTo>
                  <a:lnTo>
                    <a:pt x="918677" y="914400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h5043"/>
            <p:cNvSpPr/>
            <p:nvPr/>
          </p:nvSpPr>
          <p:spPr>
            <a:xfrm>
              <a:off x="3138587" y="158798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29" y="931969"/>
                  </a:lnTo>
                  <a:lnTo>
                    <a:pt x="909628" y="922297"/>
                  </a:lnTo>
                  <a:lnTo>
                    <a:pt x="907696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h5044"/>
            <p:cNvSpPr/>
            <p:nvPr/>
          </p:nvSpPr>
          <p:spPr>
            <a:xfrm>
              <a:off x="313858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h5045"/>
            <p:cNvSpPr/>
            <p:nvPr/>
          </p:nvSpPr>
          <p:spPr>
            <a:xfrm>
              <a:off x="314802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h5046"/>
            <p:cNvSpPr/>
            <p:nvPr/>
          </p:nvSpPr>
          <p:spPr>
            <a:xfrm>
              <a:off x="315746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h5047"/>
            <p:cNvSpPr/>
            <p:nvPr/>
          </p:nvSpPr>
          <p:spPr>
            <a:xfrm>
              <a:off x="316690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h5048"/>
            <p:cNvSpPr/>
            <p:nvPr/>
          </p:nvSpPr>
          <p:spPr>
            <a:xfrm>
              <a:off x="317634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h5049"/>
            <p:cNvSpPr/>
            <p:nvPr/>
          </p:nvSpPr>
          <p:spPr>
            <a:xfrm>
              <a:off x="3185788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h5050"/>
            <p:cNvSpPr/>
            <p:nvPr/>
          </p:nvSpPr>
          <p:spPr>
            <a:xfrm>
              <a:off x="319522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h5051"/>
            <p:cNvSpPr/>
            <p:nvPr/>
          </p:nvSpPr>
          <p:spPr>
            <a:xfrm>
              <a:off x="320466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h5052"/>
            <p:cNvSpPr/>
            <p:nvPr/>
          </p:nvSpPr>
          <p:spPr>
            <a:xfrm>
              <a:off x="321410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h5053"/>
            <p:cNvSpPr/>
            <p:nvPr/>
          </p:nvSpPr>
          <p:spPr>
            <a:xfrm>
              <a:off x="322354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h5054"/>
            <p:cNvSpPr/>
            <p:nvPr/>
          </p:nvSpPr>
          <p:spPr>
            <a:xfrm>
              <a:off x="323298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h5055"/>
            <p:cNvSpPr/>
            <p:nvPr/>
          </p:nvSpPr>
          <p:spPr>
            <a:xfrm>
              <a:off x="3242429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h5056"/>
            <p:cNvSpPr/>
            <p:nvPr/>
          </p:nvSpPr>
          <p:spPr>
            <a:xfrm>
              <a:off x="325187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h5057"/>
            <p:cNvSpPr/>
            <p:nvPr/>
          </p:nvSpPr>
          <p:spPr>
            <a:xfrm>
              <a:off x="326131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h5058"/>
            <p:cNvSpPr/>
            <p:nvPr/>
          </p:nvSpPr>
          <p:spPr>
            <a:xfrm>
              <a:off x="327075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h5059"/>
            <p:cNvSpPr/>
            <p:nvPr/>
          </p:nvSpPr>
          <p:spPr>
            <a:xfrm>
              <a:off x="328019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h5060"/>
            <p:cNvSpPr/>
            <p:nvPr/>
          </p:nvSpPr>
          <p:spPr>
            <a:xfrm>
              <a:off x="328963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h5061"/>
            <p:cNvSpPr/>
            <p:nvPr/>
          </p:nvSpPr>
          <p:spPr>
            <a:xfrm>
              <a:off x="329907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h5062"/>
            <p:cNvSpPr/>
            <p:nvPr/>
          </p:nvSpPr>
          <p:spPr>
            <a:xfrm>
              <a:off x="330851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h5063"/>
            <p:cNvSpPr/>
            <p:nvPr/>
          </p:nvSpPr>
          <p:spPr>
            <a:xfrm>
              <a:off x="331795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h5064"/>
            <p:cNvSpPr/>
            <p:nvPr/>
          </p:nvSpPr>
          <p:spPr>
            <a:xfrm>
              <a:off x="332739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h5065"/>
            <p:cNvSpPr/>
            <p:nvPr/>
          </p:nvSpPr>
          <p:spPr>
            <a:xfrm>
              <a:off x="333683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h5066"/>
            <p:cNvSpPr/>
            <p:nvPr/>
          </p:nvSpPr>
          <p:spPr>
            <a:xfrm>
              <a:off x="334627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h5067"/>
            <p:cNvSpPr/>
            <p:nvPr/>
          </p:nvSpPr>
          <p:spPr>
            <a:xfrm>
              <a:off x="335571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h5068"/>
            <p:cNvSpPr/>
            <p:nvPr/>
          </p:nvSpPr>
          <p:spPr>
            <a:xfrm>
              <a:off x="336515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h5069"/>
            <p:cNvSpPr/>
            <p:nvPr/>
          </p:nvSpPr>
          <p:spPr>
            <a:xfrm>
              <a:off x="337459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h5070"/>
            <p:cNvSpPr/>
            <p:nvPr/>
          </p:nvSpPr>
          <p:spPr>
            <a:xfrm>
              <a:off x="338403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h5071"/>
            <p:cNvSpPr/>
            <p:nvPr/>
          </p:nvSpPr>
          <p:spPr>
            <a:xfrm>
              <a:off x="339347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h5072"/>
            <p:cNvSpPr/>
            <p:nvPr/>
          </p:nvSpPr>
          <p:spPr>
            <a:xfrm>
              <a:off x="340291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h5073"/>
            <p:cNvSpPr/>
            <p:nvPr/>
          </p:nvSpPr>
          <p:spPr>
            <a:xfrm>
              <a:off x="341235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h5074"/>
            <p:cNvSpPr/>
            <p:nvPr/>
          </p:nvSpPr>
          <p:spPr>
            <a:xfrm>
              <a:off x="342179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h5075"/>
            <p:cNvSpPr/>
            <p:nvPr/>
          </p:nvSpPr>
          <p:spPr>
            <a:xfrm>
              <a:off x="343123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h5076"/>
            <p:cNvSpPr/>
            <p:nvPr/>
          </p:nvSpPr>
          <p:spPr>
            <a:xfrm>
              <a:off x="344067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h5077"/>
            <p:cNvSpPr/>
            <p:nvPr/>
          </p:nvSpPr>
          <p:spPr>
            <a:xfrm>
              <a:off x="345011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h5078"/>
            <p:cNvSpPr/>
            <p:nvPr/>
          </p:nvSpPr>
          <p:spPr>
            <a:xfrm>
              <a:off x="345955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h5079"/>
            <p:cNvSpPr/>
            <p:nvPr/>
          </p:nvSpPr>
          <p:spPr>
            <a:xfrm>
              <a:off x="346899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h5080"/>
            <p:cNvSpPr/>
            <p:nvPr/>
          </p:nvSpPr>
          <p:spPr>
            <a:xfrm>
              <a:off x="347843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h5081"/>
            <p:cNvSpPr/>
            <p:nvPr/>
          </p:nvSpPr>
          <p:spPr>
            <a:xfrm>
              <a:off x="348787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h5082"/>
            <p:cNvSpPr/>
            <p:nvPr/>
          </p:nvSpPr>
          <p:spPr>
            <a:xfrm>
              <a:off x="349731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h5083"/>
            <p:cNvSpPr/>
            <p:nvPr/>
          </p:nvSpPr>
          <p:spPr>
            <a:xfrm>
              <a:off x="350675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h5084"/>
            <p:cNvSpPr/>
            <p:nvPr/>
          </p:nvSpPr>
          <p:spPr>
            <a:xfrm>
              <a:off x="351619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h5085"/>
            <p:cNvSpPr/>
            <p:nvPr/>
          </p:nvSpPr>
          <p:spPr>
            <a:xfrm>
              <a:off x="352563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h5086"/>
            <p:cNvSpPr/>
            <p:nvPr/>
          </p:nvSpPr>
          <p:spPr>
            <a:xfrm>
              <a:off x="353507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h5087"/>
            <p:cNvSpPr/>
            <p:nvPr/>
          </p:nvSpPr>
          <p:spPr>
            <a:xfrm>
              <a:off x="3544517" y="160555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984"/>
                  </a:lnTo>
                  <a:lnTo>
                    <a:pt x="922292" y="910365"/>
                  </a:lnTo>
                  <a:lnTo>
                    <a:pt x="921644" y="910460"/>
                  </a:lnTo>
                  <a:lnTo>
                    <a:pt x="921088" y="910891"/>
                  </a:lnTo>
                  <a:lnTo>
                    <a:pt x="915793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h5088"/>
            <p:cNvSpPr/>
            <p:nvPr/>
          </p:nvSpPr>
          <p:spPr>
            <a:xfrm>
              <a:off x="3553957" y="1587989"/>
              <a:ext cx="923840" cy="927553"/>
            </a:xfrm>
            <a:custGeom>
              <a:avLst/>
              <a:pathLst>
                <a:path w="923840" h="9275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715"/>
                  </a:lnTo>
                  <a:lnTo>
                    <a:pt x="918875" y="926449"/>
                  </a:lnTo>
                  <a:lnTo>
                    <a:pt x="914400" y="927553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h5089"/>
            <p:cNvSpPr/>
            <p:nvPr/>
          </p:nvSpPr>
          <p:spPr>
            <a:xfrm>
              <a:off x="3563398" y="1587989"/>
              <a:ext cx="923840" cy="924715"/>
            </a:xfrm>
            <a:custGeom>
              <a:avLst/>
              <a:pathLst>
                <a:path w="923840" h="9247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265"/>
                  </a:lnTo>
                  <a:lnTo>
                    <a:pt x="921309" y="921685"/>
                  </a:lnTo>
                  <a:lnTo>
                    <a:pt x="915406" y="924363"/>
                  </a:lnTo>
                  <a:lnTo>
                    <a:pt x="914400" y="924715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h5090"/>
            <p:cNvSpPr/>
            <p:nvPr/>
          </p:nvSpPr>
          <p:spPr>
            <a:xfrm>
              <a:off x="3572838" y="1587989"/>
              <a:ext cx="923840" cy="920265"/>
            </a:xfrm>
            <a:custGeom>
              <a:avLst/>
              <a:pathLst>
                <a:path w="923840" h="92026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633"/>
                  </a:lnTo>
                  <a:lnTo>
                    <a:pt x="922803" y="915270"/>
                  </a:lnTo>
                  <a:lnTo>
                    <a:pt x="921099" y="916319"/>
                  </a:lnTo>
                  <a:lnTo>
                    <a:pt x="919395" y="917368"/>
                  </a:lnTo>
                  <a:lnTo>
                    <a:pt x="917686" y="918421"/>
                  </a:lnTo>
                  <a:lnTo>
                    <a:pt x="914400" y="920265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h5091"/>
            <p:cNvSpPr/>
            <p:nvPr/>
          </p:nvSpPr>
          <p:spPr>
            <a:xfrm>
              <a:off x="3582278" y="1587989"/>
              <a:ext cx="914779" cy="914633"/>
            </a:xfrm>
            <a:custGeom>
              <a:avLst/>
              <a:pathLst>
                <a:path w="914779" h="914633">
                  <a:moveTo>
                    <a:pt x="914400" y="914400"/>
                  </a:moveTo>
                  <a:lnTo>
                    <a:pt x="914779" y="914400"/>
                  </a:lnTo>
                  <a:lnTo>
                    <a:pt x="914400" y="914633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h5092"/>
            <p:cNvSpPr/>
            <p:nvPr/>
          </p:nvSpPr>
          <p:spPr>
            <a:xfrm>
              <a:off x="2185123" y="158798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203" y="914400"/>
                  </a:lnTo>
                  <a:lnTo>
                    <a:pt x="914318" y="909423"/>
                  </a:lnTo>
                  <a:lnTo>
                    <a:pt x="914340" y="908820"/>
                  </a:lnTo>
                  <a:lnTo>
                    <a:pt x="914363" y="908215"/>
                  </a:lnTo>
                  <a:lnTo>
                    <a:pt x="914385" y="907611"/>
                  </a:lnTo>
                  <a:lnTo>
                    <a:pt x="914400" y="907231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h5093"/>
            <p:cNvSpPr/>
            <p:nvPr/>
          </p:nvSpPr>
          <p:spPr>
            <a:xfrm>
              <a:off x="2194563" y="157041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01"/>
                  </a:lnTo>
                  <a:lnTo>
                    <a:pt x="904968" y="924576"/>
                  </a:lnTo>
                  <a:lnTo>
                    <a:pt x="904990" y="923971"/>
                  </a:lnTo>
                  <a:lnTo>
                    <a:pt x="905013" y="923367"/>
                  </a:lnTo>
                  <a:lnTo>
                    <a:pt x="905035" y="922762"/>
                  </a:lnTo>
                  <a:lnTo>
                    <a:pt x="905058" y="922157"/>
                  </a:lnTo>
                  <a:lnTo>
                    <a:pt x="905080" y="921553"/>
                  </a:lnTo>
                  <a:lnTo>
                    <a:pt x="905103" y="920948"/>
                  </a:lnTo>
                  <a:lnTo>
                    <a:pt x="905125" y="920343"/>
                  </a:lnTo>
                  <a:lnTo>
                    <a:pt x="905148" y="919739"/>
                  </a:lnTo>
                  <a:lnTo>
                    <a:pt x="905170" y="919134"/>
                  </a:lnTo>
                  <a:lnTo>
                    <a:pt x="905193" y="918530"/>
                  </a:lnTo>
                  <a:lnTo>
                    <a:pt x="905215" y="917925"/>
                  </a:lnTo>
                  <a:lnTo>
                    <a:pt x="905238" y="917320"/>
                  </a:lnTo>
                  <a:lnTo>
                    <a:pt x="905260" y="916716"/>
                  </a:lnTo>
                  <a:lnTo>
                    <a:pt x="905283" y="916111"/>
                  </a:lnTo>
                  <a:lnTo>
                    <a:pt x="905305" y="915506"/>
                  </a:lnTo>
                  <a:lnTo>
                    <a:pt x="905328" y="914902"/>
                  </a:lnTo>
                  <a:lnTo>
                    <a:pt x="905347" y="91439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h5094"/>
            <p:cNvSpPr/>
            <p:nvPr/>
          </p:nvSpPr>
          <p:spPr>
            <a:xfrm>
              <a:off x="219456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h5095"/>
            <p:cNvSpPr/>
            <p:nvPr/>
          </p:nvSpPr>
          <p:spPr>
            <a:xfrm>
              <a:off x="220400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h5096"/>
            <p:cNvSpPr/>
            <p:nvPr/>
          </p:nvSpPr>
          <p:spPr>
            <a:xfrm>
              <a:off x="221344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h5097"/>
            <p:cNvSpPr/>
            <p:nvPr/>
          </p:nvSpPr>
          <p:spPr>
            <a:xfrm>
              <a:off x="222288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h5098"/>
            <p:cNvSpPr/>
            <p:nvPr/>
          </p:nvSpPr>
          <p:spPr>
            <a:xfrm>
              <a:off x="223232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h5099"/>
            <p:cNvSpPr/>
            <p:nvPr/>
          </p:nvSpPr>
          <p:spPr>
            <a:xfrm>
              <a:off x="224176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h5100"/>
            <p:cNvSpPr/>
            <p:nvPr/>
          </p:nvSpPr>
          <p:spPr>
            <a:xfrm>
              <a:off x="225120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h5101"/>
            <p:cNvSpPr/>
            <p:nvPr/>
          </p:nvSpPr>
          <p:spPr>
            <a:xfrm>
              <a:off x="226064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h5102"/>
            <p:cNvSpPr/>
            <p:nvPr/>
          </p:nvSpPr>
          <p:spPr>
            <a:xfrm>
              <a:off x="227008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h5103"/>
            <p:cNvSpPr/>
            <p:nvPr/>
          </p:nvSpPr>
          <p:spPr>
            <a:xfrm>
              <a:off x="227952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h5104"/>
            <p:cNvSpPr/>
            <p:nvPr/>
          </p:nvSpPr>
          <p:spPr>
            <a:xfrm>
              <a:off x="228896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h5105"/>
            <p:cNvSpPr/>
            <p:nvPr/>
          </p:nvSpPr>
          <p:spPr>
            <a:xfrm>
              <a:off x="229840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h5106"/>
            <p:cNvSpPr/>
            <p:nvPr/>
          </p:nvSpPr>
          <p:spPr>
            <a:xfrm>
              <a:off x="230784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h5107"/>
            <p:cNvSpPr/>
            <p:nvPr/>
          </p:nvSpPr>
          <p:spPr>
            <a:xfrm>
              <a:off x="231728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h5108"/>
            <p:cNvSpPr/>
            <p:nvPr/>
          </p:nvSpPr>
          <p:spPr>
            <a:xfrm>
              <a:off x="232672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h5109"/>
            <p:cNvSpPr/>
            <p:nvPr/>
          </p:nvSpPr>
          <p:spPr>
            <a:xfrm>
              <a:off x="233616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h5110"/>
            <p:cNvSpPr/>
            <p:nvPr/>
          </p:nvSpPr>
          <p:spPr>
            <a:xfrm>
              <a:off x="234560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h5111"/>
            <p:cNvSpPr/>
            <p:nvPr/>
          </p:nvSpPr>
          <p:spPr>
            <a:xfrm>
              <a:off x="235504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h5112"/>
            <p:cNvSpPr/>
            <p:nvPr/>
          </p:nvSpPr>
          <p:spPr>
            <a:xfrm>
              <a:off x="236448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h5113"/>
            <p:cNvSpPr/>
            <p:nvPr/>
          </p:nvSpPr>
          <p:spPr>
            <a:xfrm>
              <a:off x="237392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h5114"/>
            <p:cNvSpPr/>
            <p:nvPr/>
          </p:nvSpPr>
          <p:spPr>
            <a:xfrm>
              <a:off x="2383368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h5115"/>
            <p:cNvSpPr/>
            <p:nvPr/>
          </p:nvSpPr>
          <p:spPr>
            <a:xfrm>
              <a:off x="239280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h5116"/>
            <p:cNvSpPr/>
            <p:nvPr/>
          </p:nvSpPr>
          <p:spPr>
            <a:xfrm>
              <a:off x="2402248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h5117"/>
            <p:cNvSpPr/>
            <p:nvPr/>
          </p:nvSpPr>
          <p:spPr>
            <a:xfrm>
              <a:off x="241168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h5118"/>
            <p:cNvSpPr/>
            <p:nvPr/>
          </p:nvSpPr>
          <p:spPr>
            <a:xfrm>
              <a:off x="2421129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h5119"/>
            <p:cNvSpPr/>
            <p:nvPr/>
          </p:nvSpPr>
          <p:spPr>
            <a:xfrm>
              <a:off x="243056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h5120"/>
            <p:cNvSpPr/>
            <p:nvPr/>
          </p:nvSpPr>
          <p:spPr>
            <a:xfrm>
              <a:off x="244000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h5121"/>
            <p:cNvSpPr/>
            <p:nvPr/>
          </p:nvSpPr>
          <p:spPr>
            <a:xfrm>
              <a:off x="2458890" y="158798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81" y="896830"/>
                  </a:lnTo>
                  <a:lnTo>
                    <a:pt x="913145" y="902967"/>
                  </a:lnTo>
                  <a:lnTo>
                    <a:pt x="914400" y="905076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h5122"/>
            <p:cNvSpPr/>
            <p:nvPr/>
          </p:nvSpPr>
          <p:spPr>
            <a:xfrm>
              <a:off x="2458890" y="1587989"/>
              <a:ext cx="919709" cy="914400"/>
            </a:xfrm>
            <a:custGeom>
              <a:avLst/>
              <a:pathLst>
                <a:path w="919709" h="914400">
                  <a:moveTo>
                    <a:pt x="914400" y="914400"/>
                  </a:moveTo>
                  <a:lnTo>
                    <a:pt x="914400" y="905076"/>
                  </a:lnTo>
                  <a:lnTo>
                    <a:pt x="917580" y="910422"/>
                  </a:lnTo>
                  <a:lnTo>
                    <a:pt x="919709" y="914400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h5123"/>
            <p:cNvSpPr/>
            <p:nvPr/>
          </p:nvSpPr>
          <p:spPr>
            <a:xfrm>
              <a:off x="3129147" y="1570419"/>
              <a:ext cx="914400" cy="919298"/>
            </a:xfrm>
            <a:custGeom>
              <a:avLst/>
              <a:pathLst>
                <a:path w="914400" h="919298">
                  <a:moveTo>
                    <a:pt x="914400" y="914399"/>
                  </a:moveTo>
                  <a:lnTo>
                    <a:pt x="914400" y="919298"/>
                  </a:lnTo>
                  <a:lnTo>
                    <a:pt x="913517" y="91439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h5124"/>
            <p:cNvSpPr/>
            <p:nvPr/>
          </p:nvSpPr>
          <p:spPr>
            <a:xfrm>
              <a:off x="312914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137" y="931969"/>
                  </a:lnTo>
                  <a:lnTo>
                    <a:pt x="916633" y="929912"/>
                  </a:lnTo>
                  <a:lnTo>
                    <a:pt x="914478" y="919736"/>
                  </a:lnTo>
                  <a:lnTo>
                    <a:pt x="914400" y="91929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h5125"/>
            <p:cNvSpPr/>
            <p:nvPr/>
          </p:nvSpPr>
          <p:spPr>
            <a:xfrm>
              <a:off x="313858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h5126"/>
            <p:cNvSpPr/>
            <p:nvPr/>
          </p:nvSpPr>
          <p:spPr>
            <a:xfrm>
              <a:off x="314802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h5127"/>
            <p:cNvSpPr/>
            <p:nvPr/>
          </p:nvSpPr>
          <p:spPr>
            <a:xfrm>
              <a:off x="315746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h5128"/>
            <p:cNvSpPr/>
            <p:nvPr/>
          </p:nvSpPr>
          <p:spPr>
            <a:xfrm>
              <a:off x="316690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h5129"/>
            <p:cNvSpPr/>
            <p:nvPr/>
          </p:nvSpPr>
          <p:spPr>
            <a:xfrm>
              <a:off x="317634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h5130"/>
            <p:cNvSpPr/>
            <p:nvPr/>
          </p:nvSpPr>
          <p:spPr>
            <a:xfrm>
              <a:off x="3185788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h5131"/>
            <p:cNvSpPr/>
            <p:nvPr/>
          </p:nvSpPr>
          <p:spPr>
            <a:xfrm>
              <a:off x="319522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h5132"/>
            <p:cNvSpPr/>
            <p:nvPr/>
          </p:nvSpPr>
          <p:spPr>
            <a:xfrm>
              <a:off x="320466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h5133"/>
            <p:cNvSpPr/>
            <p:nvPr/>
          </p:nvSpPr>
          <p:spPr>
            <a:xfrm>
              <a:off x="321410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h5134"/>
            <p:cNvSpPr/>
            <p:nvPr/>
          </p:nvSpPr>
          <p:spPr>
            <a:xfrm>
              <a:off x="322354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h5135"/>
            <p:cNvSpPr/>
            <p:nvPr/>
          </p:nvSpPr>
          <p:spPr>
            <a:xfrm>
              <a:off x="323298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h5136"/>
            <p:cNvSpPr/>
            <p:nvPr/>
          </p:nvSpPr>
          <p:spPr>
            <a:xfrm>
              <a:off x="3242429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h5137"/>
            <p:cNvSpPr/>
            <p:nvPr/>
          </p:nvSpPr>
          <p:spPr>
            <a:xfrm>
              <a:off x="325187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h5138"/>
            <p:cNvSpPr/>
            <p:nvPr/>
          </p:nvSpPr>
          <p:spPr>
            <a:xfrm>
              <a:off x="326131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h5139"/>
            <p:cNvSpPr/>
            <p:nvPr/>
          </p:nvSpPr>
          <p:spPr>
            <a:xfrm>
              <a:off x="327075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h5140"/>
            <p:cNvSpPr/>
            <p:nvPr/>
          </p:nvSpPr>
          <p:spPr>
            <a:xfrm>
              <a:off x="328019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h5141"/>
            <p:cNvSpPr/>
            <p:nvPr/>
          </p:nvSpPr>
          <p:spPr>
            <a:xfrm>
              <a:off x="328963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h5142"/>
            <p:cNvSpPr/>
            <p:nvPr/>
          </p:nvSpPr>
          <p:spPr>
            <a:xfrm>
              <a:off x="329907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h5143"/>
            <p:cNvSpPr/>
            <p:nvPr/>
          </p:nvSpPr>
          <p:spPr>
            <a:xfrm>
              <a:off x="330851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h5144"/>
            <p:cNvSpPr/>
            <p:nvPr/>
          </p:nvSpPr>
          <p:spPr>
            <a:xfrm>
              <a:off x="331795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h5145"/>
            <p:cNvSpPr/>
            <p:nvPr/>
          </p:nvSpPr>
          <p:spPr>
            <a:xfrm>
              <a:off x="332739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h5146"/>
            <p:cNvSpPr/>
            <p:nvPr/>
          </p:nvSpPr>
          <p:spPr>
            <a:xfrm>
              <a:off x="333683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h5147"/>
            <p:cNvSpPr/>
            <p:nvPr/>
          </p:nvSpPr>
          <p:spPr>
            <a:xfrm>
              <a:off x="334627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h5148"/>
            <p:cNvSpPr/>
            <p:nvPr/>
          </p:nvSpPr>
          <p:spPr>
            <a:xfrm>
              <a:off x="335571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h5149"/>
            <p:cNvSpPr/>
            <p:nvPr/>
          </p:nvSpPr>
          <p:spPr>
            <a:xfrm>
              <a:off x="336515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h5150"/>
            <p:cNvSpPr/>
            <p:nvPr/>
          </p:nvSpPr>
          <p:spPr>
            <a:xfrm>
              <a:off x="337459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h5151"/>
            <p:cNvSpPr/>
            <p:nvPr/>
          </p:nvSpPr>
          <p:spPr>
            <a:xfrm>
              <a:off x="338403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h5152"/>
            <p:cNvSpPr/>
            <p:nvPr/>
          </p:nvSpPr>
          <p:spPr>
            <a:xfrm>
              <a:off x="339347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h5153"/>
            <p:cNvSpPr/>
            <p:nvPr/>
          </p:nvSpPr>
          <p:spPr>
            <a:xfrm>
              <a:off x="340291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h5154"/>
            <p:cNvSpPr/>
            <p:nvPr/>
          </p:nvSpPr>
          <p:spPr>
            <a:xfrm>
              <a:off x="341235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h5155"/>
            <p:cNvSpPr/>
            <p:nvPr/>
          </p:nvSpPr>
          <p:spPr>
            <a:xfrm>
              <a:off x="342179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h5156"/>
            <p:cNvSpPr/>
            <p:nvPr/>
          </p:nvSpPr>
          <p:spPr>
            <a:xfrm>
              <a:off x="343123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h5157"/>
            <p:cNvSpPr/>
            <p:nvPr/>
          </p:nvSpPr>
          <p:spPr>
            <a:xfrm>
              <a:off x="344067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h5158"/>
            <p:cNvSpPr/>
            <p:nvPr/>
          </p:nvSpPr>
          <p:spPr>
            <a:xfrm>
              <a:off x="345011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h5159"/>
            <p:cNvSpPr/>
            <p:nvPr/>
          </p:nvSpPr>
          <p:spPr>
            <a:xfrm>
              <a:off x="345955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h5160"/>
            <p:cNvSpPr/>
            <p:nvPr/>
          </p:nvSpPr>
          <p:spPr>
            <a:xfrm>
              <a:off x="346899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h5161"/>
            <p:cNvSpPr/>
            <p:nvPr/>
          </p:nvSpPr>
          <p:spPr>
            <a:xfrm>
              <a:off x="347843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h5162"/>
            <p:cNvSpPr/>
            <p:nvPr/>
          </p:nvSpPr>
          <p:spPr>
            <a:xfrm>
              <a:off x="348787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h5163"/>
            <p:cNvSpPr/>
            <p:nvPr/>
          </p:nvSpPr>
          <p:spPr>
            <a:xfrm>
              <a:off x="349731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h5164"/>
            <p:cNvSpPr/>
            <p:nvPr/>
          </p:nvSpPr>
          <p:spPr>
            <a:xfrm>
              <a:off x="350675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h5165"/>
            <p:cNvSpPr/>
            <p:nvPr/>
          </p:nvSpPr>
          <p:spPr>
            <a:xfrm>
              <a:off x="351619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h5166"/>
            <p:cNvSpPr/>
            <p:nvPr/>
          </p:nvSpPr>
          <p:spPr>
            <a:xfrm>
              <a:off x="352563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h5167"/>
            <p:cNvSpPr/>
            <p:nvPr/>
          </p:nvSpPr>
          <p:spPr>
            <a:xfrm>
              <a:off x="353507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h5168"/>
            <p:cNvSpPr/>
            <p:nvPr/>
          </p:nvSpPr>
          <p:spPr>
            <a:xfrm>
              <a:off x="354451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h5169"/>
            <p:cNvSpPr/>
            <p:nvPr/>
          </p:nvSpPr>
          <p:spPr>
            <a:xfrm>
              <a:off x="355395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h5170"/>
            <p:cNvSpPr/>
            <p:nvPr/>
          </p:nvSpPr>
          <p:spPr>
            <a:xfrm>
              <a:off x="356339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h5171"/>
            <p:cNvSpPr/>
            <p:nvPr/>
          </p:nvSpPr>
          <p:spPr>
            <a:xfrm>
              <a:off x="357283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h5172"/>
            <p:cNvSpPr/>
            <p:nvPr/>
          </p:nvSpPr>
          <p:spPr>
            <a:xfrm>
              <a:off x="3582278" y="158798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831"/>
                  </a:lnTo>
                  <a:lnTo>
                    <a:pt x="923594" y="908982"/>
                  </a:lnTo>
                  <a:lnTo>
                    <a:pt x="921889" y="910029"/>
                  </a:lnTo>
                  <a:lnTo>
                    <a:pt x="920183" y="911077"/>
                  </a:lnTo>
                  <a:lnTo>
                    <a:pt x="918478" y="912125"/>
                  </a:lnTo>
                  <a:lnTo>
                    <a:pt x="916772" y="913173"/>
                  </a:lnTo>
                  <a:lnTo>
                    <a:pt x="915068" y="914222"/>
                  </a:lnTo>
                  <a:lnTo>
                    <a:pt x="914779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h5173"/>
            <p:cNvSpPr/>
            <p:nvPr/>
          </p:nvSpPr>
          <p:spPr>
            <a:xfrm>
              <a:off x="3591718" y="1570419"/>
              <a:ext cx="923840" cy="926401"/>
            </a:xfrm>
            <a:custGeom>
              <a:avLst/>
              <a:pathLst>
                <a:path w="923840" h="92640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612"/>
                  </a:lnTo>
                  <a:lnTo>
                    <a:pt x="922688" y="921317"/>
                  </a:lnTo>
                  <a:lnTo>
                    <a:pt x="920981" y="922364"/>
                  </a:lnTo>
                  <a:lnTo>
                    <a:pt x="919274" y="923410"/>
                  </a:lnTo>
                  <a:lnTo>
                    <a:pt x="917567" y="924457"/>
                  </a:lnTo>
                  <a:lnTo>
                    <a:pt x="915860" y="925504"/>
                  </a:lnTo>
                  <a:lnTo>
                    <a:pt x="914400" y="926401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h5174"/>
            <p:cNvSpPr/>
            <p:nvPr/>
          </p:nvSpPr>
          <p:spPr>
            <a:xfrm>
              <a:off x="3601159" y="1570419"/>
              <a:ext cx="923669" cy="920612"/>
            </a:xfrm>
            <a:custGeom>
              <a:avLst/>
              <a:pathLst>
                <a:path w="923669" h="920612">
                  <a:moveTo>
                    <a:pt x="914400" y="914399"/>
                  </a:moveTo>
                  <a:lnTo>
                    <a:pt x="923669" y="914399"/>
                  </a:lnTo>
                  <a:lnTo>
                    <a:pt x="921408" y="916102"/>
                  </a:lnTo>
                  <a:lnTo>
                    <a:pt x="916670" y="919222"/>
                  </a:lnTo>
                  <a:lnTo>
                    <a:pt x="914956" y="920271"/>
                  </a:lnTo>
                  <a:lnTo>
                    <a:pt x="914400" y="920612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h5175"/>
            <p:cNvSpPr/>
            <p:nvPr/>
          </p:nvSpPr>
          <p:spPr>
            <a:xfrm>
              <a:off x="2194563" y="155284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50" y="931867"/>
                  </a:lnTo>
                  <a:lnTo>
                    <a:pt x="905373" y="931262"/>
                  </a:lnTo>
                  <a:lnTo>
                    <a:pt x="905395" y="930658"/>
                  </a:lnTo>
                  <a:lnTo>
                    <a:pt x="905418" y="930053"/>
                  </a:lnTo>
                  <a:lnTo>
                    <a:pt x="905441" y="929448"/>
                  </a:lnTo>
                  <a:lnTo>
                    <a:pt x="905463" y="928844"/>
                  </a:lnTo>
                  <a:lnTo>
                    <a:pt x="905486" y="928239"/>
                  </a:lnTo>
                  <a:lnTo>
                    <a:pt x="905508" y="927635"/>
                  </a:lnTo>
                  <a:lnTo>
                    <a:pt x="905531" y="927030"/>
                  </a:lnTo>
                  <a:lnTo>
                    <a:pt x="905553" y="926425"/>
                  </a:lnTo>
                  <a:lnTo>
                    <a:pt x="905576" y="925821"/>
                  </a:lnTo>
                  <a:lnTo>
                    <a:pt x="905598" y="925216"/>
                  </a:lnTo>
                  <a:lnTo>
                    <a:pt x="905832" y="920589"/>
                  </a:lnTo>
                  <a:lnTo>
                    <a:pt x="905813" y="920436"/>
                  </a:lnTo>
                  <a:lnTo>
                    <a:pt x="905532" y="918209"/>
                  </a:lnTo>
                  <a:lnTo>
                    <a:pt x="905252" y="915983"/>
                  </a:lnTo>
                  <a:lnTo>
                    <a:pt x="905052" y="91439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h5176"/>
            <p:cNvSpPr/>
            <p:nvPr/>
          </p:nvSpPr>
          <p:spPr>
            <a:xfrm>
              <a:off x="219456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h5177"/>
            <p:cNvSpPr/>
            <p:nvPr/>
          </p:nvSpPr>
          <p:spPr>
            <a:xfrm>
              <a:off x="220400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h5178"/>
            <p:cNvSpPr/>
            <p:nvPr/>
          </p:nvSpPr>
          <p:spPr>
            <a:xfrm>
              <a:off x="221344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h5179"/>
            <p:cNvSpPr/>
            <p:nvPr/>
          </p:nvSpPr>
          <p:spPr>
            <a:xfrm>
              <a:off x="222288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h5180"/>
            <p:cNvSpPr/>
            <p:nvPr/>
          </p:nvSpPr>
          <p:spPr>
            <a:xfrm>
              <a:off x="223232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h5181"/>
            <p:cNvSpPr/>
            <p:nvPr/>
          </p:nvSpPr>
          <p:spPr>
            <a:xfrm>
              <a:off x="224176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h5182"/>
            <p:cNvSpPr/>
            <p:nvPr/>
          </p:nvSpPr>
          <p:spPr>
            <a:xfrm>
              <a:off x="225120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h5183"/>
            <p:cNvSpPr/>
            <p:nvPr/>
          </p:nvSpPr>
          <p:spPr>
            <a:xfrm>
              <a:off x="226064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h5184"/>
            <p:cNvSpPr/>
            <p:nvPr/>
          </p:nvSpPr>
          <p:spPr>
            <a:xfrm>
              <a:off x="227008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h5185"/>
            <p:cNvSpPr/>
            <p:nvPr/>
          </p:nvSpPr>
          <p:spPr>
            <a:xfrm>
              <a:off x="227952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h5186"/>
            <p:cNvSpPr/>
            <p:nvPr/>
          </p:nvSpPr>
          <p:spPr>
            <a:xfrm>
              <a:off x="228896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h5187"/>
            <p:cNvSpPr/>
            <p:nvPr/>
          </p:nvSpPr>
          <p:spPr>
            <a:xfrm>
              <a:off x="229840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h5188"/>
            <p:cNvSpPr/>
            <p:nvPr/>
          </p:nvSpPr>
          <p:spPr>
            <a:xfrm>
              <a:off x="230784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h5189"/>
            <p:cNvSpPr/>
            <p:nvPr/>
          </p:nvSpPr>
          <p:spPr>
            <a:xfrm>
              <a:off x="231728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h5190"/>
            <p:cNvSpPr/>
            <p:nvPr/>
          </p:nvSpPr>
          <p:spPr>
            <a:xfrm>
              <a:off x="232672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h5191"/>
            <p:cNvSpPr/>
            <p:nvPr/>
          </p:nvSpPr>
          <p:spPr>
            <a:xfrm>
              <a:off x="233616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h5192"/>
            <p:cNvSpPr/>
            <p:nvPr/>
          </p:nvSpPr>
          <p:spPr>
            <a:xfrm>
              <a:off x="234560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h5193"/>
            <p:cNvSpPr/>
            <p:nvPr/>
          </p:nvSpPr>
          <p:spPr>
            <a:xfrm>
              <a:off x="235504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h5194"/>
            <p:cNvSpPr/>
            <p:nvPr/>
          </p:nvSpPr>
          <p:spPr>
            <a:xfrm>
              <a:off x="236448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h5195"/>
            <p:cNvSpPr/>
            <p:nvPr/>
          </p:nvSpPr>
          <p:spPr>
            <a:xfrm>
              <a:off x="237392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h5196"/>
            <p:cNvSpPr/>
            <p:nvPr/>
          </p:nvSpPr>
          <p:spPr>
            <a:xfrm>
              <a:off x="2383368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h5197"/>
            <p:cNvSpPr/>
            <p:nvPr/>
          </p:nvSpPr>
          <p:spPr>
            <a:xfrm>
              <a:off x="239280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h5198"/>
            <p:cNvSpPr/>
            <p:nvPr/>
          </p:nvSpPr>
          <p:spPr>
            <a:xfrm>
              <a:off x="2402248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h5199"/>
            <p:cNvSpPr/>
            <p:nvPr/>
          </p:nvSpPr>
          <p:spPr>
            <a:xfrm>
              <a:off x="241168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h5200"/>
            <p:cNvSpPr/>
            <p:nvPr/>
          </p:nvSpPr>
          <p:spPr>
            <a:xfrm>
              <a:off x="2421129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h5201"/>
            <p:cNvSpPr/>
            <p:nvPr/>
          </p:nvSpPr>
          <p:spPr>
            <a:xfrm>
              <a:off x="243056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h5202"/>
            <p:cNvSpPr/>
            <p:nvPr/>
          </p:nvSpPr>
          <p:spPr>
            <a:xfrm>
              <a:off x="2449449" y="157041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6937" y="896830"/>
                  </a:lnTo>
                  <a:lnTo>
                    <a:pt x="907436" y="900211"/>
                  </a:lnTo>
                  <a:lnTo>
                    <a:pt x="908101" y="900925"/>
                  </a:lnTo>
                  <a:lnTo>
                    <a:pt x="913112" y="906985"/>
                  </a:lnTo>
                  <a:lnTo>
                    <a:pt x="914400" y="90872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h5203"/>
            <p:cNvSpPr/>
            <p:nvPr/>
          </p:nvSpPr>
          <p:spPr>
            <a:xfrm>
              <a:off x="2449449" y="1570419"/>
              <a:ext cx="918521" cy="914399"/>
            </a:xfrm>
            <a:custGeom>
              <a:avLst/>
              <a:pathLst>
                <a:path w="918521" h="914399">
                  <a:moveTo>
                    <a:pt x="914400" y="914399"/>
                  </a:moveTo>
                  <a:lnTo>
                    <a:pt x="914400" y="908728"/>
                  </a:lnTo>
                  <a:lnTo>
                    <a:pt x="917945" y="913529"/>
                  </a:lnTo>
                  <a:lnTo>
                    <a:pt x="918521" y="91439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h5204"/>
            <p:cNvSpPr/>
            <p:nvPr/>
          </p:nvSpPr>
          <p:spPr>
            <a:xfrm>
              <a:off x="3129147" y="155284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3517" y="931969"/>
                  </a:lnTo>
                  <a:lnTo>
                    <a:pt x="912610" y="926935"/>
                  </a:lnTo>
                  <a:lnTo>
                    <a:pt x="911033" y="916398"/>
                  </a:lnTo>
                  <a:lnTo>
                    <a:pt x="910793" y="91439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h5205"/>
            <p:cNvSpPr/>
            <p:nvPr/>
          </p:nvSpPr>
          <p:spPr>
            <a:xfrm>
              <a:off x="312914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h5206"/>
            <p:cNvSpPr/>
            <p:nvPr/>
          </p:nvSpPr>
          <p:spPr>
            <a:xfrm>
              <a:off x="313858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h5207"/>
            <p:cNvSpPr/>
            <p:nvPr/>
          </p:nvSpPr>
          <p:spPr>
            <a:xfrm>
              <a:off x="314802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h5208"/>
            <p:cNvSpPr/>
            <p:nvPr/>
          </p:nvSpPr>
          <p:spPr>
            <a:xfrm>
              <a:off x="315746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h5209"/>
            <p:cNvSpPr/>
            <p:nvPr/>
          </p:nvSpPr>
          <p:spPr>
            <a:xfrm>
              <a:off x="316690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h5210"/>
            <p:cNvSpPr/>
            <p:nvPr/>
          </p:nvSpPr>
          <p:spPr>
            <a:xfrm>
              <a:off x="317634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h5211"/>
            <p:cNvSpPr/>
            <p:nvPr/>
          </p:nvSpPr>
          <p:spPr>
            <a:xfrm>
              <a:off x="3185788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h5212"/>
            <p:cNvSpPr/>
            <p:nvPr/>
          </p:nvSpPr>
          <p:spPr>
            <a:xfrm>
              <a:off x="319522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h5213"/>
            <p:cNvSpPr/>
            <p:nvPr/>
          </p:nvSpPr>
          <p:spPr>
            <a:xfrm>
              <a:off x="320466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h5214"/>
            <p:cNvSpPr/>
            <p:nvPr/>
          </p:nvSpPr>
          <p:spPr>
            <a:xfrm>
              <a:off x="321410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h5215"/>
            <p:cNvSpPr/>
            <p:nvPr/>
          </p:nvSpPr>
          <p:spPr>
            <a:xfrm>
              <a:off x="322354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h5216"/>
            <p:cNvSpPr/>
            <p:nvPr/>
          </p:nvSpPr>
          <p:spPr>
            <a:xfrm>
              <a:off x="323298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h5217"/>
            <p:cNvSpPr/>
            <p:nvPr/>
          </p:nvSpPr>
          <p:spPr>
            <a:xfrm>
              <a:off x="3242429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h5218"/>
            <p:cNvSpPr/>
            <p:nvPr/>
          </p:nvSpPr>
          <p:spPr>
            <a:xfrm>
              <a:off x="325187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h5219"/>
            <p:cNvSpPr/>
            <p:nvPr/>
          </p:nvSpPr>
          <p:spPr>
            <a:xfrm>
              <a:off x="326131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h5220"/>
            <p:cNvSpPr/>
            <p:nvPr/>
          </p:nvSpPr>
          <p:spPr>
            <a:xfrm>
              <a:off x="327075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h5221"/>
            <p:cNvSpPr/>
            <p:nvPr/>
          </p:nvSpPr>
          <p:spPr>
            <a:xfrm>
              <a:off x="328019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h5222"/>
            <p:cNvSpPr/>
            <p:nvPr/>
          </p:nvSpPr>
          <p:spPr>
            <a:xfrm>
              <a:off x="328963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h5223"/>
            <p:cNvSpPr/>
            <p:nvPr/>
          </p:nvSpPr>
          <p:spPr>
            <a:xfrm>
              <a:off x="329907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h5224"/>
            <p:cNvSpPr/>
            <p:nvPr/>
          </p:nvSpPr>
          <p:spPr>
            <a:xfrm>
              <a:off x="330851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h5225"/>
            <p:cNvSpPr/>
            <p:nvPr/>
          </p:nvSpPr>
          <p:spPr>
            <a:xfrm>
              <a:off x="331795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h5226"/>
            <p:cNvSpPr/>
            <p:nvPr/>
          </p:nvSpPr>
          <p:spPr>
            <a:xfrm>
              <a:off x="332739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h5227"/>
            <p:cNvSpPr/>
            <p:nvPr/>
          </p:nvSpPr>
          <p:spPr>
            <a:xfrm>
              <a:off x="333683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h5228"/>
            <p:cNvSpPr/>
            <p:nvPr/>
          </p:nvSpPr>
          <p:spPr>
            <a:xfrm>
              <a:off x="334627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h5229"/>
            <p:cNvSpPr/>
            <p:nvPr/>
          </p:nvSpPr>
          <p:spPr>
            <a:xfrm>
              <a:off x="335571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h5230"/>
            <p:cNvSpPr/>
            <p:nvPr/>
          </p:nvSpPr>
          <p:spPr>
            <a:xfrm>
              <a:off x="336515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h5231"/>
            <p:cNvSpPr/>
            <p:nvPr/>
          </p:nvSpPr>
          <p:spPr>
            <a:xfrm>
              <a:off x="337459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h5232"/>
            <p:cNvSpPr/>
            <p:nvPr/>
          </p:nvSpPr>
          <p:spPr>
            <a:xfrm>
              <a:off x="338403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h5233"/>
            <p:cNvSpPr/>
            <p:nvPr/>
          </p:nvSpPr>
          <p:spPr>
            <a:xfrm>
              <a:off x="339347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h5234"/>
            <p:cNvSpPr/>
            <p:nvPr/>
          </p:nvSpPr>
          <p:spPr>
            <a:xfrm>
              <a:off x="340291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h5235"/>
            <p:cNvSpPr/>
            <p:nvPr/>
          </p:nvSpPr>
          <p:spPr>
            <a:xfrm>
              <a:off x="341235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h5236"/>
            <p:cNvSpPr/>
            <p:nvPr/>
          </p:nvSpPr>
          <p:spPr>
            <a:xfrm>
              <a:off x="342179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h5237"/>
            <p:cNvSpPr/>
            <p:nvPr/>
          </p:nvSpPr>
          <p:spPr>
            <a:xfrm>
              <a:off x="343123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h5238"/>
            <p:cNvSpPr/>
            <p:nvPr/>
          </p:nvSpPr>
          <p:spPr>
            <a:xfrm>
              <a:off x="344067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h5239"/>
            <p:cNvSpPr/>
            <p:nvPr/>
          </p:nvSpPr>
          <p:spPr>
            <a:xfrm>
              <a:off x="345011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h5240"/>
            <p:cNvSpPr/>
            <p:nvPr/>
          </p:nvSpPr>
          <p:spPr>
            <a:xfrm>
              <a:off x="345955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h5241"/>
            <p:cNvSpPr/>
            <p:nvPr/>
          </p:nvSpPr>
          <p:spPr>
            <a:xfrm>
              <a:off x="346899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h5242"/>
            <p:cNvSpPr/>
            <p:nvPr/>
          </p:nvSpPr>
          <p:spPr>
            <a:xfrm>
              <a:off x="347843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h5243"/>
            <p:cNvSpPr/>
            <p:nvPr/>
          </p:nvSpPr>
          <p:spPr>
            <a:xfrm>
              <a:off x="348787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h5244"/>
            <p:cNvSpPr/>
            <p:nvPr/>
          </p:nvSpPr>
          <p:spPr>
            <a:xfrm>
              <a:off x="349731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h5245"/>
            <p:cNvSpPr/>
            <p:nvPr/>
          </p:nvSpPr>
          <p:spPr>
            <a:xfrm>
              <a:off x="350675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h5246"/>
            <p:cNvSpPr/>
            <p:nvPr/>
          </p:nvSpPr>
          <p:spPr>
            <a:xfrm>
              <a:off x="351619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h5247"/>
            <p:cNvSpPr/>
            <p:nvPr/>
          </p:nvSpPr>
          <p:spPr>
            <a:xfrm>
              <a:off x="352563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h5248"/>
            <p:cNvSpPr/>
            <p:nvPr/>
          </p:nvSpPr>
          <p:spPr>
            <a:xfrm>
              <a:off x="353507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h5249"/>
            <p:cNvSpPr/>
            <p:nvPr/>
          </p:nvSpPr>
          <p:spPr>
            <a:xfrm>
              <a:off x="354451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h5250"/>
            <p:cNvSpPr/>
            <p:nvPr/>
          </p:nvSpPr>
          <p:spPr>
            <a:xfrm>
              <a:off x="355395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h5251"/>
            <p:cNvSpPr/>
            <p:nvPr/>
          </p:nvSpPr>
          <p:spPr>
            <a:xfrm>
              <a:off x="356339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h5252"/>
            <p:cNvSpPr/>
            <p:nvPr/>
          </p:nvSpPr>
          <p:spPr>
            <a:xfrm>
              <a:off x="357283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h5253"/>
            <p:cNvSpPr/>
            <p:nvPr/>
          </p:nvSpPr>
          <p:spPr>
            <a:xfrm>
              <a:off x="358227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h5254"/>
            <p:cNvSpPr/>
            <p:nvPr/>
          </p:nvSpPr>
          <p:spPr>
            <a:xfrm>
              <a:off x="359171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h5255"/>
            <p:cNvSpPr/>
            <p:nvPr/>
          </p:nvSpPr>
          <p:spPr>
            <a:xfrm>
              <a:off x="3601159" y="157041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71"/>
                  </a:lnTo>
                  <a:lnTo>
                    <a:pt x="923669" y="914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h5256"/>
            <p:cNvSpPr/>
            <p:nvPr/>
          </p:nvSpPr>
          <p:spPr>
            <a:xfrm>
              <a:off x="3610599" y="1552849"/>
              <a:ext cx="923840" cy="931841"/>
            </a:xfrm>
            <a:custGeom>
              <a:avLst/>
              <a:pathLst>
                <a:path w="923840" h="93184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3894"/>
                  </a:lnTo>
                  <a:lnTo>
                    <a:pt x="922645" y="924970"/>
                  </a:lnTo>
                  <a:lnTo>
                    <a:pt x="921196" y="926276"/>
                  </a:lnTo>
                  <a:lnTo>
                    <a:pt x="916626" y="930164"/>
                  </a:lnTo>
                  <a:lnTo>
                    <a:pt x="914400" y="931841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h5257"/>
            <p:cNvSpPr/>
            <p:nvPr/>
          </p:nvSpPr>
          <p:spPr>
            <a:xfrm>
              <a:off x="3620039" y="1552849"/>
              <a:ext cx="923840" cy="923894"/>
            </a:xfrm>
            <a:custGeom>
              <a:avLst/>
              <a:pathLst>
                <a:path w="923840" h="92389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399"/>
                  </a:lnTo>
                  <a:lnTo>
                    <a:pt x="923306" y="915879"/>
                  </a:lnTo>
                  <a:lnTo>
                    <a:pt x="921862" y="917177"/>
                  </a:lnTo>
                  <a:lnTo>
                    <a:pt x="920418" y="918476"/>
                  </a:lnTo>
                  <a:lnTo>
                    <a:pt x="918975" y="919774"/>
                  </a:lnTo>
                  <a:lnTo>
                    <a:pt x="917532" y="921073"/>
                  </a:lnTo>
                  <a:lnTo>
                    <a:pt x="916089" y="922372"/>
                  </a:lnTo>
                  <a:lnTo>
                    <a:pt x="914647" y="923671"/>
                  </a:lnTo>
                  <a:lnTo>
                    <a:pt x="914400" y="923894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h5258"/>
            <p:cNvSpPr/>
            <p:nvPr/>
          </p:nvSpPr>
          <p:spPr>
            <a:xfrm>
              <a:off x="3629479" y="1552849"/>
              <a:ext cx="915873" cy="915399"/>
            </a:xfrm>
            <a:custGeom>
              <a:avLst/>
              <a:pathLst>
                <a:path w="915873" h="915399">
                  <a:moveTo>
                    <a:pt x="914400" y="914399"/>
                  </a:moveTo>
                  <a:lnTo>
                    <a:pt x="915873" y="914399"/>
                  </a:lnTo>
                  <a:lnTo>
                    <a:pt x="915119" y="914753"/>
                  </a:lnTo>
                  <a:lnTo>
                    <a:pt x="914400" y="915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h5259"/>
            <p:cNvSpPr/>
            <p:nvPr/>
          </p:nvSpPr>
          <p:spPr>
            <a:xfrm>
              <a:off x="2185123" y="1535279"/>
              <a:ext cx="914400" cy="931229"/>
            </a:xfrm>
            <a:custGeom>
              <a:avLst/>
              <a:pathLst>
                <a:path w="914400" h="931229">
                  <a:moveTo>
                    <a:pt x="914400" y="914400"/>
                  </a:moveTo>
                  <a:lnTo>
                    <a:pt x="914400" y="931229"/>
                  </a:lnTo>
                  <a:lnTo>
                    <a:pt x="914131" y="929099"/>
                  </a:lnTo>
                  <a:lnTo>
                    <a:pt x="913850" y="926873"/>
                  </a:lnTo>
                  <a:lnTo>
                    <a:pt x="913570" y="924646"/>
                  </a:lnTo>
                  <a:lnTo>
                    <a:pt x="913289" y="922420"/>
                  </a:lnTo>
                  <a:lnTo>
                    <a:pt x="913008" y="920193"/>
                  </a:lnTo>
                  <a:lnTo>
                    <a:pt x="912726" y="917967"/>
                  </a:lnTo>
                  <a:lnTo>
                    <a:pt x="912444" y="915732"/>
                  </a:lnTo>
                  <a:lnTo>
                    <a:pt x="912294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h5260"/>
            <p:cNvSpPr/>
            <p:nvPr/>
          </p:nvSpPr>
          <p:spPr>
            <a:xfrm>
              <a:off x="218512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93" y="931969"/>
                  </a:lnTo>
                  <a:lnTo>
                    <a:pt x="914400" y="93122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h5261"/>
            <p:cNvSpPr/>
            <p:nvPr/>
          </p:nvSpPr>
          <p:spPr>
            <a:xfrm>
              <a:off x="219456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h5262"/>
            <p:cNvSpPr/>
            <p:nvPr/>
          </p:nvSpPr>
          <p:spPr>
            <a:xfrm>
              <a:off x="220400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h5263"/>
            <p:cNvSpPr/>
            <p:nvPr/>
          </p:nvSpPr>
          <p:spPr>
            <a:xfrm>
              <a:off x="221344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h5264"/>
            <p:cNvSpPr/>
            <p:nvPr/>
          </p:nvSpPr>
          <p:spPr>
            <a:xfrm>
              <a:off x="222288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h5265"/>
            <p:cNvSpPr/>
            <p:nvPr/>
          </p:nvSpPr>
          <p:spPr>
            <a:xfrm>
              <a:off x="223232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h5266"/>
            <p:cNvSpPr/>
            <p:nvPr/>
          </p:nvSpPr>
          <p:spPr>
            <a:xfrm>
              <a:off x="224176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h5267"/>
            <p:cNvSpPr/>
            <p:nvPr/>
          </p:nvSpPr>
          <p:spPr>
            <a:xfrm>
              <a:off x="225120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h5268"/>
            <p:cNvSpPr/>
            <p:nvPr/>
          </p:nvSpPr>
          <p:spPr>
            <a:xfrm>
              <a:off x="226064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h5269"/>
            <p:cNvSpPr/>
            <p:nvPr/>
          </p:nvSpPr>
          <p:spPr>
            <a:xfrm>
              <a:off x="227008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h5270"/>
            <p:cNvSpPr/>
            <p:nvPr/>
          </p:nvSpPr>
          <p:spPr>
            <a:xfrm>
              <a:off x="227952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h5271"/>
            <p:cNvSpPr/>
            <p:nvPr/>
          </p:nvSpPr>
          <p:spPr>
            <a:xfrm>
              <a:off x="228896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h5272"/>
            <p:cNvSpPr/>
            <p:nvPr/>
          </p:nvSpPr>
          <p:spPr>
            <a:xfrm>
              <a:off x="229840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h5273"/>
            <p:cNvSpPr/>
            <p:nvPr/>
          </p:nvSpPr>
          <p:spPr>
            <a:xfrm>
              <a:off x="230784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h5274"/>
            <p:cNvSpPr/>
            <p:nvPr/>
          </p:nvSpPr>
          <p:spPr>
            <a:xfrm>
              <a:off x="231728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h5275"/>
            <p:cNvSpPr/>
            <p:nvPr/>
          </p:nvSpPr>
          <p:spPr>
            <a:xfrm>
              <a:off x="232672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h5276"/>
            <p:cNvSpPr/>
            <p:nvPr/>
          </p:nvSpPr>
          <p:spPr>
            <a:xfrm>
              <a:off x="233616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h5277"/>
            <p:cNvSpPr/>
            <p:nvPr/>
          </p:nvSpPr>
          <p:spPr>
            <a:xfrm>
              <a:off x="234560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h5278"/>
            <p:cNvSpPr/>
            <p:nvPr/>
          </p:nvSpPr>
          <p:spPr>
            <a:xfrm>
              <a:off x="235504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h5279"/>
            <p:cNvSpPr/>
            <p:nvPr/>
          </p:nvSpPr>
          <p:spPr>
            <a:xfrm>
              <a:off x="236448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h5280"/>
            <p:cNvSpPr/>
            <p:nvPr/>
          </p:nvSpPr>
          <p:spPr>
            <a:xfrm>
              <a:off x="237392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h5281"/>
            <p:cNvSpPr/>
            <p:nvPr/>
          </p:nvSpPr>
          <p:spPr>
            <a:xfrm>
              <a:off x="2383368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h5282"/>
            <p:cNvSpPr/>
            <p:nvPr/>
          </p:nvSpPr>
          <p:spPr>
            <a:xfrm>
              <a:off x="239280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h5283"/>
            <p:cNvSpPr/>
            <p:nvPr/>
          </p:nvSpPr>
          <p:spPr>
            <a:xfrm>
              <a:off x="2402248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h5284"/>
            <p:cNvSpPr/>
            <p:nvPr/>
          </p:nvSpPr>
          <p:spPr>
            <a:xfrm>
              <a:off x="241168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h5285"/>
            <p:cNvSpPr/>
            <p:nvPr/>
          </p:nvSpPr>
          <p:spPr>
            <a:xfrm>
              <a:off x="2421129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h5286"/>
            <p:cNvSpPr/>
            <p:nvPr/>
          </p:nvSpPr>
          <p:spPr>
            <a:xfrm>
              <a:off x="2440009" y="155284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07" y="896830"/>
                  </a:lnTo>
                  <a:lnTo>
                    <a:pt x="913575" y="897626"/>
                  </a:lnTo>
                  <a:lnTo>
                    <a:pt x="914400" y="902244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h5287"/>
            <p:cNvSpPr/>
            <p:nvPr/>
          </p:nvSpPr>
          <p:spPr>
            <a:xfrm>
              <a:off x="2440009" y="1552849"/>
              <a:ext cx="916377" cy="914399"/>
            </a:xfrm>
            <a:custGeom>
              <a:avLst/>
              <a:pathLst>
                <a:path w="916377" h="914399">
                  <a:moveTo>
                    <a:pt x="914400" y="914399"/>
                  </a:moveTo>
                  <a:lnTo>
                    <a:pt x="914400" y="902244"/>
                  </a:lnTo>
                  <a:lnTo>
                    <a:pt x="915461" y="908190"/>
                  </a:lnTo>
                  <a:lnTo>
                    <a:pt x="916377" y="91439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h5288"/>
            <p:cNvSpPr/>
            <p:nvPr/>
          </p:nvSpPr>
          <p:spPr>
            <a:xfrm>
              <a:off x="3129147" y="153527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93" y="931969"/>
                  </a:lnTo>
                  <a:lnTo>
                    <a:pt x="909752" y="923293"/>
                  </a:lnTo>
                  <a:lnTo>
                    <a:pt x="908942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h5289"/>
            <p:cNvSpPr/>
            <p:nvPr/>
          </p:nvSpPr>
          <p:spPr>
            <a:xfrm>
              <a:off x="312914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h5290"/>
            <p:cNvSpPr/>
            <p:nvPr/>
          </p:nvSpPr>
          <p:spPr>
            <a:xfrm>
              <a:off x="313858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h5291"/>
            <p:cNvSpPr/>
            <p:nvPr/>
          </p:nvSpPr>
          <p:spPr>
            <a:xfrm>
              <a:off x="314802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h5292"/>
            <p:cNvSpPr/>
            <p:nvPr/>
          </p:nvSpPr>
          <p:spPr>
            <a:xfrm>
              <a:off x="315746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h5293"/>
            <p:cNvSpPr/>
            <p:nvPr/>
          </p:nvSpPr>
          <p:spPr>
            <a:xfrm>
              <a:off x="316690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h5294"/>
            <p:cNvSpPr/>
            <p:nvPr/>
          </p:nvSpPr>
          <p:spPr>
            <a:xfrm>
              <a:off x="317634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h5295"/>
            <p:cNvSpPr/>
            <p:nvPr/>
          </p:nvSpPr>
          <p:spPr>
            <a:xfrm>
              <a:off x="3185788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h5296"/>
            <p:cNvSpPr/>
            <p:nvPr/>
          </p:nvSpPr>
          <p:spPr>
            <a:xfrm>
              <a:off x="319522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h5297"/>
            <p:cNvSpPr/>
            <p:nvPr/>
          </p:nvSpPr>
          <p:spPr>
            <a:xfrm>
              <a:off x="320466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h5298"/>
            <p:cNvSpPr/>
            <p:nvPr/>
          </p:nvSpPr>
          <p:spPr>
            <a:xfrm>
              <a:off x="321410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h5299"/>
            <p:cNvSpPr/>
            <p:nvPr/>
          </p:nvSpPr>
          <p:spPr>
            <a:xfrm>
              <a:off x="322354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h5300"/>
            <p:cNvSpPr/>
            <p:nvPr/>
          </p:nvSpPr>
          <p:spPr>
            <a:xfrm>
              <a:off x="323298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h5301"/>
            <p:cNvSpPr/>
            <p:nvPr/>
          </p:nvSpPr>
          <p:spPr>
            <a:xfrm>
              <a:off x="3242429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h5302"/>
            <p:cNvSpPr/>
            <p:nvPr/>
          </p:nvSpPr>
          <p:spPr>
            <a:xfrm>
              <a:off x="325187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h5303"/>
            <p:cNvSpPr/>
            <p:nvPr/>
          </p:nvSpPr>
          <p:spPr>
            <a:xfrm>
              <a:off x="326131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h5304"/>
            <p:cNvSpPr/>
            <p:nvPr/>
          </p:nvSpPr>
          <p:spPr>
            <a:xfrm>
              <a:off x="327075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h5305"/>
            <p:cNvSpPr/>
            <p:nvPr/>
          </p:nvSpPr>
          <p:spPr>
            <a:xfrm>
              <a:off x="328019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h5306"/>
            <p:cNvSpPr/>
            <p:nvPr/>
          </p:nvSpPr>
          <p:spPr>
            <a:xfrm>
              <a:off x="328963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h5307"/>
            <p:cNvSpPr/>
            <p:nvPr/>
          </p:nvSpPr>
          <p:spPr>
            <a:xfrm>
              <a:off x="329907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h5308"/>
            <p:cNvSpPr/>
            <p:nvPr/>
          </p:nvSpPr>
          <p:spPr>
            <a:xfrm>
              <a:off x="330851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h5309"/>
            <p:cNvSpPr/>
            <p:nvPr/>
          </p:nvSpPr>
          <p:spPr>
            <a:xfrm>
              <a:off x="331795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h5310"/>
            <p:cNvSpPr/>
            <p:nvPr/>
          </p:nvSpPr>
          <p:spPr>
            <a:xfrm>
              <a:off x="332739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h5311"/>
            <p:cNvSpPr/>
            <p:nvPr/>
          </p:nvSpPr>
          <p:spPr>
            <a:xfrm>
              <a:off x="333683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h5312"/>
            <p:cNvSpPr/>
            <p:nvPr/>
          </p:nvSpPr>
          <p:spPr>
            <a:xfrm>
              <a:off x="334627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h5313"/>
            <p:cNvSpPr/>
            <p:nvPr/>
          </p:nvSpPr>
          <p:spPr>
            <a:xfrm>
              <a:off x="335571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h5314"/>
            <p:cNvSpPr/>
            <p:nvPr/>
          </p:nvSpPr>
          <p:spPr>
            <a:xfrm>
              <a:off x="336515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h5315"/>
            <p:cNvSpPr/>
            <p:nvPr/>
          </p:nvSpPr>
          <p:spPr>
            <a:xfrm>
              <a:off x="337459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h5316"/>
            <p:cNvSpPr/>
            <p:nvPr/>
          </p:nvSpPr>
          <p:spPr>
            <a:xfrm>
              <a:off x="338403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h5317"/>
            <p:cNvSpPr/>
            <p:nvPr/>
          </p:nvSpPr>
          <p:spPr>
            <a:xfrm>
              <a:off x="339347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h5318"/>
            <p:cNvSpPr/>
            <p:nvPr/>
          </p:nvSpPr>
          <p:spPr>
            <a:xfrm>
              <a:off x="340291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h5319"/>
            <p:cNvSpPr/>
            <p:nvPr/>
          </p:nvSpPr>
          <p:spPr>
            <a:xfrm>
              <a:off x="341235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h5320"/>
            <p:cNvSpPr/>
            <p:nvPr/>
          </p:nvSpPr>
          <p:spPr>
            <a:xfrm>
              <a:off x="342179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h5321"/>
            <p:cNvSpPr/>
            <p:nvPr/>
          </p:nvSpPr>
          <p:spPr>
            <a:xfrm>
              <a:off x="343123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h5322"/>
            <p:cNvSpPr/>
            <p:nvPr/>
          </p:nvSpPr>
          <p:spPr>
            <a:xfrm>
              <a:off x="344067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h5323"/>
            <p:cNvSpPr/>
            <p:nvPr/>
          </p:nvSpPr>
          <p:spPr>
            <a:xfrm>
              <a:off x="345011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h5324"/>
            <p:cNvSpPr/>
            <p:nvPr/>
          </p:nvSpPr>
          <p:spPr>
            <a:xfrm>
              <a:off x="345955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h5325"/>
            <p:cNvSpPr/>
            <p:nvPr/>
          </p:nvSpPr>
          <p:spPr>
            <a:xfrm>
              <a:off x="346899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h5326"/>
            <p:cNvSpPr/>
            <p:nvPr/>
          </p:nvSpPr>
          <p:spPr>
            <a:xfrm>
              <a:off x="347843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h5327"/>
            <p:cNvSpPr/>
            <p:nvPr/>
          </p:nvSpPr>
          <p:spPr>
            <a:xfrm>
              <a:off x="348787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h5328"/>
            <p:cNvSpPr/>
            <p:nvPr/>
          </p:nvSpPr>
          <p:spPr>
            <a:xfrm>
              <a:off x="349731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h5329"/>
            <p:cNvSpPr/>
            <p:nvPr/>
          </p:nvSpPr>
          <p:spPr>
            <a:xfrm>
              <a:off x="350675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h5330"/>
            <p:cNvSpPr/>
            <p:nvPr/>
          </p:nvSpPr>
          <p:spPr>
            <a:xfrm>
              <a:off x="351619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h5331"/>
            <p:cNvSpPr/>
            <p:nvPr/>
          </p:nvSpPr>
          <p:spPr>
            <a:xfrm>
              <a:off x="352563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h5332"/>
            <p:cNvSpPr/>
            <p:nvPr/>
          </p:nvSpPr>
          <p:spPr>
            <a:xfrm>
              <a:off x="353507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h5333"/>
            <p:cNvSpPr/>
            <p:nvPr/>
          </p:nvSpPr>
          <p:spPr>
            <a:xfrm>
              <a:off x="354451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h5334"/>
            <p:cNvSpPr/>
            <p:nvPr/>
          </p:nvSpPr>
          <p:spPr>
            <a:xfrm>
              <a:off x="355395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h5335"/>
            <p:cNvSpPr/>
            <p:nvPr/>
          </p:nvSpPr>
          <p:spPr>
            <a:xfrm>
              <a:off x="356339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h5336"/>
            <p:cNvSpPr/>
            <p:nvPr/>
          </p:nvSpPr>
          <p:spPr>
            <a:xfrm>
              <a:off x="357283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h5337"/>
            <p:cNvSpPr/>
            <p:nvPr/>
          </p:nvSpPr>
          <p:spPr>
            <a:xfrm>
              <a:off x="358227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h5338"/>
            <p:cNvSpPr/>
            <p:nvPr/>
          </p:nvSpPr>
          <p:spPr>
            <a:xfrm>
              <a:off x="359171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h5339"/>
            <p:cNvSpPr/>
            <p:nvPr/>
          </p:nvSpPr>
          <p:spPr>
            <a:xfrm>
              <a:off x="360115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h5340"/>
            <p:cNvSpPr/>
            <p:nvPr/>
          </p:nvSpPr>
          <p:spPr>
            <a:xfrm>
              <a:off x="361059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h5341"/>
            <p:cNvSpPr/>
            <p:nvPr/>
          </p:nvSpPr>
          <p:spPr>
            <a:xfrm>
              <a:off x="362003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h5342"/>
            <p:cNvSpPr/>
            <p:nvPr/>
          </p:nvSpPr>
          <p:spPr>
            <a:xfrm>
              <a:off x="3629479" y="155284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48" y="910713"/>
                  </a:lnTo>
                  <a:lnTo>
                    <a:pt x="922650" y="911226"/>
                  </a:lnTo>
                  <a:lnTo>
                    <a:pt x="921552" y="911740"/>
                  </a:lnTo>
                  <a:lnTo>
                    <a:pt x="920455" y="912254"/>
                  </a:lnTo>
                  <a:lnTo>
                    <a:pt x="919357" y="912768"/>
                  </a:lnTo>
                  <a:lnTo>
                    <a:pt x="918260" y="913281"/>
                  </a:lnTo>
                  <a:lnTo>
                    <a:pt x="917162" y="913795"/>
                  </a:lnTo>
                  <a:lnTo>
                    <a:pt x="916065" y="914310"/>
                  </a:lnTo>
                  <a:lnTo>
                    <a:pt x="915873" y="914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h5343"/>
            <p:cNvSpPr/>
            <p:nvPr/>
          </p:nvSpPr>
          <p:spPr>
            <a:xfrm>
              <a:off x="3638919" y="1535279"/>
              <a:ext cx="923840" cy="928240"/>
            </a:xfrm>
            <a:custGeom>
              <a:avLst/>
              <a:pathLst>
                <a:path w="923840" h="92824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829"/>
                  </a:lnTo>
                  <a:lnTo>
                    <a:pt x="923093" y="924178"/>
                  </a:lnTo>
                  <a:lnTo>
                    <a:pt x="921995" y="924691"/>
                  </a:lnTo>
                  <a:lnTo>
                    <a:pt x="920896" y="925203"/>
                  </a:lnTo>
                  <a:lnTo>
                    <a:pt x="919798" y="925716"/>
                  </a:lnTo>
                  <a:lnTo>
                    <a:pt x="918700" y="926229"/>
                  </a:lnTo>
                  <a:lnTo>
                    <a:pt x="917601" y="926743"/>
                  </a:lnTo>
                  <a:lnTo>
                    <a:pt x="916503" y="927256"/>
                  </a:lnTo>
                  <a:lnTo>
                    <a:pt x="915405" y="927769"/>
                  </a:lnTo>
                  <a:lnTo>
                    <a:pt x="914400" y="92824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h5344"/>
            <p:cNvSpPr/>
            <p:nvPr/>
          </p:nvSpPr>
          <p:spPr>
            <a:xfrm>
              <a:off x="3648360" y="1535279"/>
              <a:ext cx="923840" cy="923829"/>
            </a:xfrm>
            <a:custGeom>
              <a:avLst/>
              <a:pathLst>
                <a:path w="923840" h="9238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242"/>
                  </a:lnTo>
                  <a:lnTo>
                    <a:pt x="920250" y="921101"/>
                  </a:lnTo>
                  <a:lnTo>
                    <a:pt x="919147" y="921615"/>
                  </a:lnTo>
                  <a:lnTo>
                    <a:pt x="918048" y="922127"/>
                  </a:lnTo>
                  <a:lnTo>
                    <a:pt x="916949" y="922640"/>
                  </a:lnTo>
                  <a:lnTo>
                    <a:pt x="915851" y="923152"/>
                  </a:lnTo>
                  <a:lnTo>
                    <a:pt x="914752" y="923665"/>
                  </a:lnTo>
                  <a:lnTo>
                    <a:pt x="914400" y="92382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h5345"/>
            <p:cNvSpPr/>
            <p:nvPr/>
          </p:nvSpPr>
          <p:spPr>
            <a:xfrm>
              <a:off x="3657800" y="1535279"/>
              <a:ext cx="922453" cy="919242"/>
            </a:xfrm>
            <a:custGeom>
              <a:avLst/>
              <a:pathLst>
                <a:path w="922453" h="919242">
                  <a:moveTo>
                    <a:pt x="914400" y="914400"/>
                  </a:moveTo>
                  <a:lnTo>
                    <a:pt x="922453" y="914400"/>
                  </a:lnTo>
                  <a:lnTo>
                    <a:pt x="922098" y="914660"/>
                  </a:lnTo>
                  <a:lnTo>
                    <a:pt x="916499" y="918154"/>
                  </a:lnTo>
                  <a:lnTo>
                    <a:pt x="914400" y="919242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h5346"/>
            <p:cNvSpPr/>
            <p:nvPr/>
          </p:nvSpPr>
          <p:spPr>
            <a:xfrm>
              <a:off x="2185123" y="151771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294" y="931969"/>
                  </a:lnTo>
                  <a:lnTo>
                    <a:pt x="911312" y="923249"/>
                  </a:lnTo>
                  <a:lnTo>
                    <a:pt x="910556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h5347"/>
            <p:cNvSpPr/>
            <p:nvPr/>
          </p:nvSpPr>
          <p:spPr>
            <a:xfrm>
              <a:off x="218512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h5348"/>
            <p:cNvSpPr/>
            <p:nvPr/>
          </p:nvSpPr>
          <p:spPr>
            <a:xfrm>
              <a:off x="219456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h5349"/>
            <p:cNvSpPr/>
            <p:nvPr/>
          </p:nvSpPr>
          <p:spPr>
            <a:xfrm>
              <a:off x="220400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h5350"/>
            <p:cNvSpPr/>
            <p:nvPr/>
          </p:nvSpPr>
          <p:spPr>
            <a:xfrm>
              <a:off x="221344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h5351"/>
            <p:cNvSpPr/>
            <p:nvPr/>
          </p:nvSpPr>
          <p:spPr>
            <a:xfrm>
              <a:off x="222288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h5352"/>
            <p:cNvSpPr/>
            <p:nvPr/>
          </p:nvSpPr>
          <p:spPr>
            <a:xfrm>
              <a:off x="223232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h5353"/>
            <p:cNvSpPr/>
            <p:nvPr/>
          </p:nvSpPr>
          <p:spPr>
            <a:xfrm>
              <a:off x="224176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h5354"/>
            <p:cNvSpPr/>
            <p:nvPr/>
          </p:nvSpPr>
          <p:spPr>
            <a:xfrm>
              <a:off x="225120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h5355"/>
            <p:cNvSpPr/>
            <p:nvPr/>
          </p:nvSpPr>
          <p:spPr>
            <a:xfrm>
              <a:off x="226064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h5356"/>
            <p:cNvSpPr/>
            <p:nvPr/>
          </p:nvSpPr>
          <p:spPr>
            <a:xfrm>
              <a:off x="227008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h5357"/>
            <p:cNvSpPr/>
            <p:nvPr/>
          </p:nvSpPr>
          <p:spPr>
            <a:xfrm>
              <a:off x="227952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h5358"/>
            <p:cNvSpPr/>
            <p:nvPr/>
          </p:nvSpPr>
          <p:spPr>
            <a:xfrm>
              <a:off x="228896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h5359"/>
            <p:cNvSpPr/>
            <p:nvPr/>
          </p:nvSpPr>
          <p:spPr>
            <a:xfrm>
              <a:off x="229840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h5360"/>
            <p:cNvSpPr/>
            <p:nvPr/>
          </p:nvSpPr>
          <p:spPr>
            <a:xfrm>
              <a:off x="230784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h5361"/>
            <p:cNvSpPr/>
            <p:nvPr/>
          </p:nvSpPr>
          <p:spPr>
            <a:xfrm>
              <a:off x="231728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h5362"/>
            <p:cNvSpPr/>
            <p:nvPr/>
          </p:nvSpPr>
          <p:spPr>
            <a:xfrm>
              <a:off x="232672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h5363"/>
            <p:cNvSpPr/>
            <p:nvPr/>
          </p:nvSpPr>
          <p:spPr>
            <a:xfrm>
              <a:off x="233616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h5364"/>
            <p:cNvSpPr/>
            <p:nvPr/>
          </p:nvSpPr>
          <p:spPr>
            <a:xfrm>
              <a:off x="234560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h5365"/>
            <p:cNvSpPr/>
            <p:nvPr/>
          </p:nvSpPr>
          <p:spPr>
            <a:xfrm>
              <a:off x="235504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h5366"/>
            <p:cNvSpPr/>
            <p:nvPr/>
          </p:nvSpPr>
          <p:spPr>
            <a:xfrm>
              <a:off x="236448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h5367"/>
            <p:cNvSpPr/>
            <p:nvPr/>
          </p:nvSpPr>
          <p:spPr>
            <a:xfrm>
              <a:off x="237392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h5368"/>
            <p:cNvSpPr/>
            <p:nvPr/>
          </p:nvSpPr>
          <p:spPr>
            <a:xfrm>
              <a:off x="2383368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h5369"/>
            <p:cNvSpPr/>
            <p:nvPr/>
          </p:nvSpPr>
          <p:spPr>
            <a:xfrm>
              <a:off x="239280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h5370"/>
            <p:cNvSpPr/>
            <p:nvPr/>
          </p:nvSpPr>
          <p:spPr>
            <a:xfrm>
              <a:off x="2402248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h5371"/>
            <p:cNvSpPr/>
            <p:nvPr/>
          </p:nvSpPr>
          <p:spPr>
            <a:xfrm>
              <a:off x="241168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h5372"/>
            <p:cNvSpPr/>
            <p:nvPr/>
          </p:nvSpPr>
          <p:spPr>
            <a:xfrm>
              <a:off x="2421129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h5373"/>
            <p:cNvSpPr/>
            <p:nvPr/>
          </p:nvSpPr>
          <p:spPr>
            <a:xfrm>
              <a:off x="2430569" y="1535279"/>
              <a:ext cx="922848" cy="914400"/>
            </a:xfrm>
            <a:custGeom>
              <a:avLst/>
              <a:pathLst>
                <a:path w="9228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79" y="896830"/>
                  </a:lnTo>
                  <a:lnTo>
                    <a:pt x="920832" y="904832"/>
                  </a:lnTo>
                  <a:lnTo>
                    <a:pt x="922848" y="91440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h5374"/>
            <p:cNvSpPr/>
            <p:nvPr/>
          </p:nvSpPr>
          <p:spPr>
            <a:xfrm>
              <a:off x="3129147" y="151771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42" y="931969"/>
                  </a:lnTo>
                  <a:lnTo>
                    <a:pt x="908770" y="930078"/>
                  </a:lnTo>
                  <a:lnTo>
                    <a:pt x="908090" y="919214"/>
                  </a:lnTo>
                  <a:lnTo>
                    <a:pt x="907924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h5375"/>
            <p:cNvSpPr/>
            <p:nvPr/>
          </p:nvSpPr>
          <p:spPr>
            <a:xfrm>
              <a:off x="312914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h5376"/>
            <p:cNvSpPr/>
            <p:nvPr/>
          </p:nvSpPr>
          <p:spPr>
            <a:xfrm>
              <a:off x="313858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h5377"/>
            <p:cNvSpPr/>
            <p:nvPr/>
          </p:nvSpPr>
          <p:spPr>
            <a:xfrm>
              <a:off x="314802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h5378"/>
            <p:cNvSpPr/>
            <p:nvPr/>
          </p:nvSpPr>
          <p:spPr>
            <a:xfrm>
              <a:off x="315746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h5379"/>
            <p:cNvSpPr/>
            <p:nvPr/>
          </p:nvSpPr>
          <p:spPr>
            <a:xfrm>
              <a:off x="316690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h5380"/>
            <p:cNvSpPr/>
            <p:nvPr/>
          </p:nvSpPr>
          <p:spPr>
            <a:xfrm>
              <a:off x="317634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h5381"/>
            <p:cNvSpPr/>
            <p:nvPr/>
          </p:nvSpPr>
          <p:spPr>
            <a:xfrm>
              <a:off x="3185788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h5382"/>
            <p:cNvSpPr/>
            <p:nvPr/>
          </p:nvSpPr>
          <p:spPr>
            <a:xfrm>
              <a:off x="319522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h5383"/>
            <p:cNvSpPr/>
            <p:nvPr/>
          </p:nvSpPr>
          <p:spPr>
            <a:xfrm>
              <a:off x="320466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h5384"/>
            <p:cNvSpPr/>
            <p:nvPr/>
          </p:nvSpPr>
          <p:spPr>
            <a:xfrm>
              <a:off x="321410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h5385"/>
            <p:cNvSpPr/>
            <p:nvPr/>
          </p:nvSpPr>
          <p:spPr>
            <a:xfrm>
              <a:off x="322354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h5386"/>
            <p:cNvSpPr/>
            <p:nvPr/>
          </p:nvSpPr>
          <p:spPr>
            <a:xfrm>
              <a:off x="323298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h5387"/>
            <p:cNvSpPr/>
            <p:nvPr/>
          </p:nvSpPr>
          <p:spPr>
            <a:xfrm>
              <a:off x="3242429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h5388"/>
            <p:cNvSpPr/>
            <p:nvPr/>
          </p:nvSpPr>
          <p:spPr>
            <a:xfrm>
              <a:off x="325187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h5389"/>
            <p:cNvSpPr/>
            <p:nvPr/>
          </p:nvSpPr>
          <p:spPr>
            <a:xfrm>
              <a:off x="326131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h5390"/>
            <p:cNvSpPr/>
            <p:nvPr/>
          </p:nvSpPr>
          <p:spPr>
            <a:xfrm>
              <a:off x="327075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h5391"/>
            <p:cNvSpPr/>
            <p:nvPr/>
          </p:nvSpPr>
          <p:spPr>
            <a:xfrm>
              <a:off x="328019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h5392"/>
            <p:cNvSpPr/>
            <p:nvPr/>
          </p:nvSpPr>
          <p:spPr>
            <a:xfrm>
              <a:off x="328963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h5393"/>
            <p:cNvSpPr/>
            <p:nvPr/>
          </p:nvSpPr>
          <p:spPr>
            <a:xfrm>
              <a:off x="329907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h5394"/>
            <p:cNvSpPr/>
            <p:nvPr/>
          </p:nvSpPr>
          <p:spPr>
            <a:xfrm>
              <a:off x="330851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h5395"/>
            <p:cNvSpPr/>
            <p:nvPr/>
          </p:nvSpPr>
          <p:spPr>
            <a:xfrm>
              <a:off x="331795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h5396"/>
            <p:cNvSpPr/>
            <p:nvPr/>
          </p:nvSpPr>
          <p:spPr>
            <a:xfrm>
              <a:off x="332739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h5397"/>
            <p:cNvSpPr/>
            <p:nvPr/>
          </p:nvSpPr>
          <p:spPr>
            <a:xfrm>
              <a:off x="333683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h5398"/>
            <p:cNvSpPr/>
            <p:nvPr/>
          </p:nvSpPr>
          <p:spPr>
            <a:xfrm>
              <a:off x="334627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h5399"/>
            <p:cNvSpPr/>
            <p:nvPr/>
          </p:nvSpPr>
          <p:spPr>
            <a:xfrm>
              <a:off x="335571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h5400"/>
            <p:cNvSpPr/>
            <p:nvPr/>
          </p:nvSpPr>
          <p:spPr>
            <a:xfrm>
              <a:off x="336515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h5401"/>
            <p:cNvSpPr/>
            <p:nvPr/>
          </p:nvSpPr>
          <p:spPr>
            <a:xfrm>
              <a:off x="337459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h5402"/>
            <p:cNvSpPr/>
            <p:nvPr/>
          </p:nvSpPr>
          <p:spPr>
            <a:xfrm>
              <a:off x="338403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h5403"/>
            <p:cNvSpPr/>
            <p:nvPr/>
          </p:nvSpPr>
          <p:spPr>
            <a:xfrm>
              <a:off x="339347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h5404"/>
            <p:cNvSpPr/>
            <p:nvPr/>
          </p:nvSpPr>
          <p:spPr>
            <a:xfrm>
              <a:off x="340291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h5405"/>
            <p:cNvSpPr/>
            <p:nvPr/>
          </p:nvSpPr>
          <p:spPr>
            <a:xfrm>
              <a:off x="341235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h5406"/>
            <p:cNvSpPr/>
            <p:nvPr/>
          </p:nvSpPr>
          <p:spPr>
            <a:xfrm>
              <a:off x="342179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h5407"/>
            <p:cNvSpPr/>
            <p:nvPr/>
          </p:nvSpPr>
          <p:spPr>
            <a:xfrm>
              <a:off x="343123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h5408"/>
            <p:cNvSpPr/>
            <p:nvPr/>
          </p:nvSpPr>
          <p:spPr>
            <a:xfrm>
              <a:off x="344067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h5409"/>
            <p:cNvSpPr/>
            <p:nvPr/>
          </p:nvSpPr>
          <p:spPr>
            <a:xfrm>
              <a:off x="345011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h5410"/>
            <p:cNvSpPr/>
            <p:nvPr/>
          </p:nvSpPr>
          <p:spPr>
            <a:xfrm>
              <a:off x="345955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h5411"/>
            <p:cNvSpPr/>
            <p:nvPr/>
          </p:nvSpPr>
          <p:spPr>
            <a:xfrm>
              <a:off x="346899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h5412"/>
            <p:cNvSpPr/>
            <p:nvPr/>
          </p:nvSpPr>
          <p:spPr>
            <a:xfrm>
              <a:off x="347843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h5413"/>
            <p:cNvSpPr/>
            <p:nvPr/>
          </p:nvSpPr>
          <p:spPr>
            <a:xfrm>
              <a:off x="348787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h5414"/>
            <p:cNvSpPr/>
            <p:nvPr/>
          </p:nvSpPr>
          <p:spPr>
            <a:xfrm>
              <a:off x="349731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h5415"/>
            <p:cNvSpPr/>
            <p:nvPr/>
          </p:nvSpPr>
          <p:spPr>
            <a:xfrm>
              <a:off x="350675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h5416"/>
            <p:cNvSpPr/>
            <p:nvPr/>
          </p:nvSpPr>
          <p:spPr>
            <a:xfrm>
              <a:off x="351619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h5417"/>
            <p:cNvSpPr/>
            <p:nvPr/>
          </p:nvSpPr>
          <p:spPr>
            <a:xfrm>
              <a:off x="352563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h5418"/>
            <p:cNvSpPr/>
            <p:nvPr/>
          </p:nvSpPr>
          <p:spPr>
            <a:xfrm>
              <a:off x="353507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h5419"/>
            <p:cNvSpPr/>
            <p:nvPr/>
          </p:nvSpPr>
          <p:spPr>
            <a:xfrm>
              <a:off x="354451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h5420"/>
            <p:cNvSpPr/>
            <p:nvPr/>
          </p:nvSpPr>
          <p:spPr>
            <a:xfrm>
              <a:off x="355395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h5421"/>
            <p:cNvSpPr/>
            <p:nvPr/>
          </p:nvSpPr>
          <p:spPr>
            <a:xfrm>
              <a:off x="356339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h5422"/>
            <p:cNvSpPr/>
            <p:nvPr/>
          </p:nvSpPr>
          <p:spPr>
            <a:xfrm>
              <a:off x="357283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h5423"/>
            <p:cNvSpPr/>
            <p:nvPr/>
          </p:nvSpPr>
          <p:spPr>
            <a:xfrm>
              <a:off x="358227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h5424"/>
            <p:cNvSpPr/>
            <p:nvPr/>
          </p:nvSpPr>
          <p:spPr>
            <a:xfrm>
              <a:off x="359171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h5425"/>
            <p:cNvSpPr/>
            <p:nvPr/>
          </p:nvSpPr>
          <p:spPr>
            <a:xfrm>
              <a:off x="360115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h5426"/>
            <p:cNvSpPr/>
            <p:nvPr/>
          </p:nvSpPr>
          <p:spPr>
            <a:xfrm>
              <a:off x="361059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h5427"/>
            <p:cNvSpPr/>
            <p:nvPr/>
          </p:nvSpPr>
          <p:spPr>
            <a:xfrm>
              <a:off x="362003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h5428"/>
            <p:cNvSpPr/>
            <p:nvPr/>
          </p:nvSpPr>
          <p:spPr>
            <a:xfrm>
              <a:off x="362947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h5429"/>
            <p:cNvSpPr/>
            <p:nvPr/>
          </p:nvSpPr>
          <p:spPr>
            <a:xfrm>
              <a:off x="363891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h5430"/>
            <p:cNvSpPr/>
            <p:nvPr/>
          </p:nvSpPr>
          <p:spPr>
            <a:xfrm>
              <a:off x="364836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h5431"/>
            <p:cNvSpPr/>
            <p:nvPr/>
          </p:nvSpPr>
          <p:spPr>
            <a:xfrm>
              <a:off x="3657800" y="153527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381"/>
                  </a:lnTo>
                  <a:lnTo>
                    <a:pt x="922453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h5432"/>
            <p:cNvSpPr/>
            <p:nvPr/>
          </p:nvSpPr>
          <p:spPr>
            <a:xfrm>
              <a:off x="3667240" y="1517710"/>
              <a:ext cx="923840" cy="930951"/>
            </a:xfrm>
            <a:custGeom>
              <a:avLst/>
              <a:pathLst>
                <a:path w="923840" h="930951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331"/>
                  </a:lnTo>
                  <a:lnTo>
                    <a:pt x="923525" y="923636"/>
                  </a:lnTo>
                  <a:lnTo>
                    <a:pt x="918152" y="928197"/>
                  </a:lnTo>
                  <a:lnTo>
                    <a:pt x="914400" y="930951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h5433"/>
            <p:cNvSpPr/>
            <p:nvPr/>
          </p:nvSpPr>
          <p:spPr>
            <a:xfrm>
              <a:off x="3676680" y="1517710"/>
              <a:ext cx="923121" cy="923331"/>
            </a:xfrm>
            <a:custGeom>
              <a:avLst/>
              <a:pathLst>
                <a:path w="923121" h="923331">
                  <a:moveTo>
                    <a:pt x="914400" y="914400"/>
                  </a:moveTo>
                  <a:lnTo>
                    <a:pt x="923121" y="914400"/>
                  </a:lnTo>
                  <a:lnTo>
                    <a:pt x="919323" y="918561"/>
                  </a:lnTo>
                  <a:lnTo>
                    <a:pt x="914400" y="923331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h5434"/>
            <p:cNvSpPr/>
            <p:nvPr/>
          </p:nvSpPr>
          <p:spPr>
            <a:xfrm>
              <a:off x="2175682" y="1500140"/>
              <a:ext cx="914400" cy="919531"/>
            </a:xfrm>
            <a:custGeom>
              <a:avLst/>
              <a:pathLst>
                <a:path w="914400" h="919531">
                  <a:moveTo>
                    <a:pt x="914400" y="914400"/>
                  </a:moveTo>
                  <a:lnTo>
                    <a:pt x="914400" y="919531"/>
                  </a:lnTo>
                  <a:lnTo>
                    <a:pt x="911974" y="917627"/>
                  </a:lnTo>
                  <a:lnTo>
                    <a:pt x="908386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h5435"/>
            <p:cNvSpPr/>
            <p:nvPr/>
          </p:nvSpPr>
          <p:spPr>
            <a:xfrm>
              <a:off x="217568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996" y="931969"/>
                  </a:lnTo>
                  <a:lnTo>
                    <a:pt x="919885" y="930675"/>
                  </a:lnTo>
                  <a:lnTo>
                    <a:pt x="919449" y="923260"/>
                  </a:lnTo>
                  <a:lnTo>
                    <a:pt x="917319" y="921822"/>
                  </a:lnTo>
                  <a:lnTo>
                    <a:pt x="914400" y="919531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h5436"/>
            <p:cNvSpPr/>
            <p:nvPr/>
          </p:nvSpPr>
          <p:spPr>
            <a:xfrm>
              <a:off x="218512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h5437"/>
            <p:cNvSpPr/>
            <p:nvPr/>
          </p:nvSpPr>
          <p:spPr>
            <a:xfrm>
              <a:off x="219456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h5438"/>
            <p:cNvSpPr/>
            <p:nvPr/>
          </p:nvSpPr>
          <p:spPr>
            <a:xfrm>
              <a:off x="220400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h5439"/>
            <p:cNvSpPr/>
            <p:nvPr/>
          </p:nvSpPr>
          <p:spPr>
            <a:xfrm>
              <a:off x="221344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h5440"/>
            <p:cNvSpPr/>
            <p:nvPr/>
          </p:nvSpPr>
          <p:spPr>
            <a:xfrm>
              <a:off x="222288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h5441"/>
            <p:cNvSpPr/>
            <p:nvPr/>
          </p:nvSpPr>
          <p:spPr>
            <a:xfrm>
              <a:off x="223232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h5442"/>
            <p:cNvSpPr/>
            <p:nvPr/>
          </p:nvSpPr>
          <p:spPr>
            <a:xfrm>
              <a:off x="224176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h5443"/>
            <p:cNvSpPr/>
            <p:nvPr/>
          </p:nvSpPr>
          <p:spPr>
            <a:xfrm>
              <a:off x="225120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h5444"/>
            <p:cNvSpPr/>
            <p:nvPr/>
          </p:nvSpPr>
          <p:spPr>
            <a:xfrm>
              <a:off x="226064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h5445"/>
            <p:cNvSpPr/>
            <p:nvPr/>
          </p:nvSpPr>
          <p:spPr>
            <a:xfrm>
              <a:off x="227008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h5446"/>
            <p:cNvSpPr/>
            <p:nvPr/>
          </p:nvSpPr>
          <p:spPr>
            <a:xfrm>
              <a:off x="227952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h5447"/>
            <p:cNvSpPr/>
            <p:nvPr/>
          </p:nvSpPr>
          <p:spPr>
            <a:xfrm>
              <a:off x="228896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h5448"/>
            <p:cNvSpPr/>
            <p:nvPr/>
          </p:nvSpPr>
          <p:spPr>
            <a:xfrm>
              <a:off x="229840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h5449"/>
            <p:cNvSpPr/>
            <p:nvPr/>
          </p:nvSpPr>
          <p:spPr>
            <a:xfrm>
              <a:off x="230784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h5450"/>
            <p:cNvSpPr/>
            <p:nvPr/>
          </p:nvSpPr>
          <p:spPr>
            <a:xfrm>
              <a:off x="231728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h5451"/>
            <p:cNvSpPr/>
            <p:nvPr/>
          </p:nvSpPr>
          <p:spPr>
            <a:xfrm>
              <a:off x="232672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h5452"/>
            <p:cNvSpPr/>
            <p:nvPr/>
          </p:nvSpPr>
          <p:spPr>
            <a:xfrm>
              <a:off x="233616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h5453"/>
            <p:cNvSpPr/>
            <p:nvPr/>
          </p:nvSpPr>
          <p:spPr>
            <a:xfrm>
              <a:off x="234560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h5454"/>
            <p:cNvSpPr/>
            <p:nvPr/>
          </p:nvSpPr>
          <p:spPr>
            <a:xfrm>
              <a:off x="235504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h5455"/>
            <p:cNvSpPr/>
            <p:nvPr/>
          </p:nvSpPr>
          <p:spPr>
            <a:xfrm>
              <a:off x="236448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h5456"/>
            <p:cNvSpPr/>
            <p:nvPr/>
          </p:nvSpPr>
          <p:spPr>
            <a:xfrm>
              <a:off x="237392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h5457"/>
            <p:cNvSpPr/>
            <p:nvPr/>
          </p:nvSpPr>
          <p:spPr>
            <a:xfrm>
              <a:off x="2383368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h5458"/>
            <p:cNvSpPr/>
            <p:nvPr/>
          </p:nvSpPr>
          <p:spPr>
            <a:xfrm>
              <a:off x="239280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h5459"/>
            <p:cNvSpPr/>
            <p:nvPr/>
          </p:nvSpPr>
          <p:spPr>
            <a:xfrm>
              <a:off x="2402248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h5460"/>
            <p:cNvSpPr/>
            <p:nvPr/>
          </p:nvSpPr>
          <p:spPr>
            <a:xfrm>
              <a:off x="241168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h5461"/>
            <p:cNvSpPr/>
            <p:nvPr/>
          </p:nvSpPr>
          <p:spPr>
            <a:xfrm>
              <a:off x="2430569" y="15177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843" y="896830"/>
                  </a:lnTo>
                  <a:lnTo>
                    <a:pt x="914400" y="898590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h5462"/>
            <p:cNvSpPr/>
            <p:nvPr/>
          </p:nvSpPr>
          <p:spPr>
            <a:xfrm>
              <a:off x="2430569" y="1517710"/>
              <a:ext cx="918879" cy="914400"/>
            </a:xfrm>
            <a:custGeom>
              <a:avLst/>
              <a:pathLst>
                <a:path w="918879" h="914400">
                  <a:moveTo>
                    <a:pt x="914400" y="914400"/>
                  </a:moveTo>
                  <a:lnTo>
                    <a:pt x="914400" y="898590"/>
                  </a:lnTo>
                  <a:lnTo>
                    <a:pt x="915601" y="902389"/>
                  </a:lnTo>
                  <a:lnTo>
                    <a:pt x="918359" y="912267"/>
                  </a:lnTo>
                  <a:lnTo>
                    <a:pt x="918879" y="914400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h5463"/>
            <p:cNvSpPr/>
            <p:nvPr/>
          </p:nvSpPr>
          <p:spPr>
            <a:xfrm>
              <a:off x="3129147" y="150014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924" y="931969"/>
                  </a:lnTo>
                  <a:lnTo>
                    <a:pt x="907714" y="925868"/>
                  </a:lnTo>
                  <a:lnTo>
                    <a:pt x="907642" y="914931"/>
                  </a:lnTo>
                  <a:lnTo>
                    <a:pt x="907653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h5464"/>
            <p:cNvSpPr/>
            <p:nvPr/>
          </p:nvSpPr>
          <p:spPr>
            <a:xfrm>
              <a:off x="312914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h5465"/>
            <p:cNvSpPr/>
            <p:nvPr/>
          </p:nvSpPr>
          <p:spPr>
            <a:xfrm>
              <a:off x="313858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h5466"/>
            <p:cNvSpPr/>
            <p:nvPr/>
          </p:nvSpPr>
          <p:spPr>
            <a:xfrm>
              <a:off x="314802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h5467"/>
            <p:cNvSpPr/>
            <p:nvPr/>
          </p:nvSpPr>
          <p:spPr>
            <a:xfrm>
              <a:off x="315746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h5468"/>
            <p:cNvSpPr/>
            <p:nvPr/>
          </p:nvSpPr>
          <p:spPr>
            <a:xfrm>
              <a:off x="316690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h5469"/>
            <p:cNvSpPr/>
            <p:nvPr/>
          </p:nvSpPr>
          <p:spPr>
            <a:xfrm>
              <a:off x="317634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h5470"/>
            <p:cNvSpPr/>
            <p:nvPr/>
          </p:nvSpPr>
          <p:spPr>
            <a:xfrm>
              <a:off x="3185788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h5471"/>
            <p:cNvSpPr/>
            <p:nvPr/>
          </p:nvSpPr>
          <p:spPr>
            <a:xfrm>
              <a:off x="319522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h5472"/>
            <p:cNvSpPr/>
            <p:nvPr/>
          </p:nvSpPr>
          <p:spPr>
            <a:xfrm>
              <a:off x="320466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h5473"/>
            <p:cNvSpPr/>
            <p:nvPr/>
          </p:nvSpPr>
          <p:spPr>
            <a:xfrm>
              <a:off x="321410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h5474"/>
            <p:cNvSpPr/>
            <p:nvPr/>
          </p:nvSpPr>
          <p:spPr>
            <a:xfrm>
              <a:off x="322354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h5475"/>
            <p:cNvSpPr/>
            <p:nvPr/>
          </p:nvSpPr>
          <p:spPr>
            <a:xfrm>
              <a:off x="323298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h5476"/>
            <p:cNvSpPr/>
            <p:nvPr/>
          </p:nvSpPr>
          <p:spPr>
            <a:xfrm>
              <a:off x="3242429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h5477"/>
            <p:cNvSpPr/>
            <p:nvPr/>
          </p:nvSpPr>
          <p:spPr>
            <a:xfrm>
              <a:off x="325187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h5478"/>
            <p:cNvSpPr/>
            <p:nvPr/>
          </p:nvSpPr>
          <p:spPr>
            <a:xfrm>
              <a:off x="326131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h5479"/>
            <p:cNvSpPr/>
            <p:nvPr/>
          </p:nvSpPr>
          <p:spPr>
            <a:xfrm>
              <a:off x="327075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h5480"/>
            <p:cNvSpPr/>
            <p:nvPr/>
          </p:nvSpPr>
          <p:spPr>
            <a:xfrm>
              <a:off x="328019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h5481"/>
            <p:cNvSpPr/>
            <p:nvPr/>
          </p:nvSpPr>
          <p:spPr>
            <a:xfrm>
              <a:off x="328963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h5482"/>
            <p:cNvSpPr/>
            <p:nvPr/>
          </p:nvSpPr>
          <p:spPr>
            <a:xfrm>
              <a:off x="329907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h5483"/>
            <p:cNvSpPr/>
            <p:nvPr/>
          </p:nvSpPr>
          <p:spPr>
            <a:xfrm>
              <a:off x="330851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h5484"/>
            <p:cNvSpPr/>
            <p:nvPr/>
          </p:nvSpPr>
          <p:spPr>
            <a:xfrm>
              <a:off x="331795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h5485"/>
            <p:cNvSpPr/>
            <p:nvPr/>
          </p:nvSpPr>
          <p:spPr>
            <a:xfrm>
              <a:off x="332739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h5486"/>
            <p:cNvSpPr/>
            <p:nvPr/>
          </p:nvSpPr>
          <p:spPr>
            <a:xfrm>
              <a:off x="333683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h5487"/>
            <p:cNvSpPr/>
            <p:nvPr/>
          </p:nvSpPr>
          <p:spPr>
            <a:xfrm>
              <a:off x="334627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h5488"/>
            <p:cNvSpPr/>
            <p:nvPr/>
          </p:nvSpPr>
          <p:spPr>
            <a:xfrm>
              <a:off x="335571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h5489"/>
            <p:cNvSpPr/>
            <p:nvPr/>
          </p:nvSpPr>
          <p:spPr>
            <a:xfrm>
              <a:off x="336515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h5490"/>
            <p:cNvSpPr/>
            <p:nvPr/>
          </p:nvSpPr>
          <p:spPr>
            <a:xfrm>
              <a:off x="337459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h5491"/>
            <p:cNvSpPr/>
            <p:nvPr/>
          </p:nvSpPr>
          <p:spPr>
            <a:xfrm>
              <a:off x="338403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h5492"/>
            <p:cNvSpPr/>
            <p:nvPr/>
          </p:nvSpPr>
          <p:spPr>
            <a:xfrm>
              <a:off x="339347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h5493"/>
            <p:cNvSpPr/>
            <p:nvPr/>
          </p:nvSpPr>
          <p:spPr>
            <a:xfrm>
              <a:off x="340291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h5494"/>
            <p:cNvSpPr/>
            <p:nvPr/>
          </p:nvSpPr>
          <p:spPr>
            <a:xfrm>
              <a:off x="341235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h5495"/>
            <p:cNvSpPr/>
            <p:nvPr/>
          </p:nvSpPr>
          <p:spPr>
            <a:xfrm>
              <a:off x="342179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h5496"/>
            <p:cNvSpPr/>
            <p:nvPr/>
          </p:nvSpPr>
          <p:spPr>
            <a:xfrm>
              <a:off x="343123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h5497"/>
            <p:cNvSpPr/>
            <p:nvPr/>
          </p:nvSpPr>
          <p:spPr>
            <a:xfrm>
              <a:off x="344067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h5498"/>
            <p:cNvSpPr/>
            <p:nvPr/>
          </p:nvSpPr>
          <p:spPr>
            <a:xfrm>
              <a:off x="345011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h5499"/>
            <p:cNvSpPr/>
            <p:nvPr/>
          </p:nvSpPr>
          <p:spPr>
            <a:xfrm>
              <a:off x="345955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h5500"/>
            <p:cNvSpPr/>
            <p:nvPr/>
          </p:nvSpPr>
          <p:spPr>
            <a:xfrm>
              <a:off x="346899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h5501"/>
            <p:cNvSpPr/>
            <p:nvPr/>
          </p:nvSpPr>
          <p:spPr>
            <a:xfrm>
              <a:off x="347843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h5502"/>
            <p:cNvSpPr/>
            <p:nvPr/>
          </p:nvSpPr>
          <p:spPr>
            <a:xfrm>
              <a:off x="348787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h5503"/>
            <p:cNvSpPr/>
            <p:nvPr/>
          </p:nvSpPr>
          <p:spPr>
            <a:xfrm>
              <a:off x="349731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h5504"/>
            <p:cNvSpPr/>
            <p:nvPr/>
          </p:nvSpPr>
          <p:spPr>
            <a:xfrm>
              <a:off x="350675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h5505"/>
            <p:cNvSpPr/>
            <p:nvPr/>
          </p:nvSpPr>
          <p:spPr>
            <a:xfrm>
              <a:off x="351619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h5506"/>
            <p:cNvSpPr/>
            <p:nvPr/>
          </p:nvSpPr>
          <p:spPr>
            <a:xfrm>
              <a:off x="352563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h5507"/>
            <p:cNvSpPr/>
            <p:nvPr/>
          </p:nvSpPr>
          <p:spPr>
            <a:xfrm>
              <a:off x="353507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h5508"/>
            <p:cNvSpPr/>
            <p:nvPr/>
          </p:nvSpPr>
          <p:spPr>
            <a:xfrm>
              <a:off x="354451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h5509"/>
            <p:cNvSpPr/>
            <p:nvPr/>
          </p:nvSpPr>
          <p:spPr>
            <a:xfrm>
              <a:off x="355395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h5510"/>
            <p:cNvSpPr/>
            <p:nvPr/>
          </p:nvSpPr>
          <p:spPr>
            <a:xfrm>
              <a:off x="356339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h5511"/>
            <p:cNvSpPr/>
            <p:nvPr/>
          </p:nvSpPr>
          <p:spPr>
            <a:xfrm>
              <a:off x="357283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h5512"/>
            <p:cNvSpPr/>
            <p:nvPr/>
          </p:nvSpPr>
          <p:spPr>
            <a:xfrm>
              <a:off x="358227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h5513"/>
            <p:cNvSpPr/>
            <p:nvPr/>
          </p:nvSpPr>
          <p:spPr>
            <a:xfrm>
              <a:off x="359171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h5514"/>
            <p:cNvSpPr/>
            <p:nvPr/>
          </p:nvSpPr>
          <p:spPr>
            <a:xfrm>
              <a:off x="360115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h5515"/>
            <p:cNvSpPr/>
            <p:nvPr/>
          </p:nvSpPr>
          <p:spPr>
            <a:xfrm>
              <a:off x="361059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h5516"/>
            <p:cNvSpPr/>
            <p:nvPr/>
          </p:nvSpPr>
          <p:spPr>
            <a:xfrm>
              <a:off x="362003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h5517"/>
            <p:cNvSpPr/>
            <p:nvPr/>
          </p:nvSpPr>
          <p:spPr>
            <a:xfrm>
              <a:off x="362947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h5518"/>
            <p:cNvSpPr/>
            <p:nvPr/>
          </p:nvSpPr>
          <p:spPr>
            <a:xfrm>
              <a:off x="363891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h5519"/>
            <p:cNvSpPr/>
            <p:nvPr/>
          </p:nvSpPr>
          <p:spPr>
            <a:xfrm>
              <a:off x="364836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h5520"/>
            <p:cNvSpPr/>
            <p:nvPr/>
          </p:nvSpPr>
          <p:spPr>
            <a:xfrm>
              <a:off x="365780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h5521"/>
            <p:cNvSpPr/>
            <p:nvPr/>
          </p:nvSpPr>
          <p:spPr>
            <a:xfrm>
              <a:off x="366724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h5522"/>
            <p:cNvSpPr/>
            <p:nvPr/>
          </p:nvSpPr>
          <p:spPr>
            <a:xfrm>
              <a:off x="3676680" y="151771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612"/>
                  </a:lnTo>
                  <a:lnTo>
                    <a:pt x="923121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h5523"/>
            <p:cNvSpPr/>
            <p:nvPr/>
          </p:nvSpPr>
          <p:spPr>
            <a:xfrm>
              <a:off x="3686121" y="1500140"/>
              <a:ext cx="923840" cy="931182"/>
            </a:xfrm>
            <a:custGeom>
              <a:avLst/>
              <a:pathLst>
                <a:path w="923840" h="93118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130"/>
                  </a:lnTo>
                  <a:lnTo>
                    <a:pt x="921828" y="922592"/>
                  </a:lnTo>
                  <a:lnTo>
                    <a:pt x="920108" y="924588"/>
                  </a:lnTo>
                  <a:lnTo>
                    <a:pt x="918399" y="926573"/>
                  </a:lnTo>
                  <a:lnTo>
                    <a:pt x="916690" y="928558"/>
                  </a:lnTo>
                  <a:lnTo>
                    <a:pt x="914972" y="930554"/>
                  </a:lnTo>
                  <a:lnTo>
                    <a:pt x="914400" y="931182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h5524"/>
            <p:cNvSpPr/>
            <p:nvPr/>
          </p:nvSpPr>
          <p:spPr>
            <a:xfrm>
              <a:off x="3695561" y="1500140"/>
              <a:ext cx="918873" cy="920130"/>
            </a:xfrm>
            <a:custGeom>
              <a:avLst/>
              <a:pathLst>
                <a:path w="918873" h="920130">
                  <a:moveTo>
                    <a:pt x="914400" y="914400"/>
                  </a:moveTo>
                  <a:lnTo>
                    <a:pt x="918873" y="914400"/>
                  </a:lnTo>
                  <a:lnTo>
                    <a:pt x="916940" y="917021"/>
                  </a:lnTo>
                  <a:lnTo>
                    <a:pt x="914400" y="92013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h5525"/>
            <p:cNvSpPr/>
            <p:nvPr/>
          </p:nvSpPr>
          <p:spPr>
            <a:xfrm>
              <a:off x="2156802" y="1482570"/>
              <a:ext cx="914400" cy="918089"/>
            </a:xfrm>
            <a:custGeom>
              <a:avLst/>
              <a:pathLst>
                <a:path w="914400" h="918089">
                  <a:moveTo>
                    <a:pt x="914400" y="914400"/>
                  </a:moveTo>
                  <a:lnTo>
                    <a:pt x="914400" y="918089"/>
                  </a:lnTo>
                  <a:lnTo>
                    <a:pt x="911526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h5526"/>
            <p:cNvSpPr/>
            <p:nvPr/>
          </p:nvSpPr>
          <p:spPr>
            <a:xfrm>
              <a:off x="2156802" y="1482570"/>
              <a:ext cx="923840" cy="928670"/>
            </a:xfrm>
            <a:custGeom>
              <a:avLst/>
              <a:pathLst>
                <a:path w="923840" h="92867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670"/>
                  </a:lnTo>
                  <a:lnTo>
                    <a:pt x="920545" y="925308"/>
                  </a:lnTo>
                  <a:lnTo>
                    <a:pt x="915608" y="919640"/>
                  </a:lnTo>
                  <a:lnTo>
                    <a:pt x="914400" y="91808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h5527"/>
            <p:cNvSpPr/>
            <p:nvPr/>
          </p:nvSpPr>
          <p:spPr>
            <a:xfrm>
              <a:off x="216624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26" y="931969"/>
                  </a:lnTo>
                  <a:lnTo>
                    <a:pt x="916191" y="930498"/>
                  </a:lnTo>
                  <a:lnTo>
                    <a:pt x="914400" y="92867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h5528"/>
            <p:cNvSpPr/>
            <p:nvPr/>
          </p:nvSpPr>
          <p:spPr>
            <a:xfrm>
              <a:off x="217568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h5529"/>
            <p:cNvSpPr/>
            <p:nvPr/>
          </p:nvSpPr>
          <p:spPr>
            <a:xfrm>
              <a:off x="218512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h5530"/>
            <p:cNvSpPr/>
            <p:nvPr/>
          </p:nvSpPr>
          <p:spPr>
            <a:xfrm>
              <a:off x="219456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h5531"/>
            <p:cNvSpPr/>
            <p:nvPr/>
          </p:nvSpPr>
          <p:spPr>
            <a:xfrm>
              <a:off x="220400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h5532"/>
            <p:cNvSpPr/>
            <p:nvPr/>
          </p:nvSpPr>
          <p:spPr>
            <a:xfrm>
              <a:off x="221344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h5533"/>
            <p:cNvSpPr/>
            <p:nvPr/>
          </p:nvSpPr>
          <p:spPr>
            <a:xfrm>
              <a:off x="222288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h5534"/>
            <p:cNvSpPr/>
            <p:nvPr/>
          </p:nvSpPr>
          <p:spPr>
            <a:xfrm>
              <a:off x="223232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h5535"/>
            <p:cNvSpPr/>
            <p:nvPr/>
          </p:nvSpPr>
          <p:spPr>
            <a:xfrm>
              <a:off x="224176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h5536"/>
            <p:cNvSpPr/>
            <p:nvPr/>
          </p:nvSpPr>
          <p:spPr>
            <a:xfrm>
              <a:off x="225120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h5537"/>
            <p:cNvSpPr/>
            <p:nvPr/>
          </p:nvSpPr>
          <p:spPr>
            <a:xfrm>
              <a:off x="226064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h5538"/>
            <p:cNvSpPr/>
            <p:nvPr/>
          </p:nvSpPr>
          <p:spPr>
            <a:xfrm>
              <a:off x="227008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h5539"/>
            <p:cNvSpPr/>
            <p:nvPr/>
          </p:nvSpPr>
          <p:spPr>
            <a:xfrm>
              <a:off x="227952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h5540"/>
            <p:cNvSpPr/>
            <p:nvPr/>
          </p:nvSpPr>
          <p:spPr>
            <a:xfrm>
              <a:off x="228896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h5541"/>
            <p:cNvSpPr/>
            <p:nvPr/>
          </p:nvSpPr>
          <p:spPr>
            <a:xfrm>
              <a:off x="229840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h5542"/>
            <p:cNvSpPr/>
            <p:nvPr/>
          </p:nvSpPr>
          <p:spPr>
            <a:xfrm>
              <a:off x="230784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h5543"/>
            <p:cNvSpPr/>
            <p:nvPr/>
          </p:nvSpPr>
          <p:spPr>
            <a:xfrm>
              <a:off x="231728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h5544"/>
            <p:cNvSpPr/>
            <p:nvPr/>
          </p:nvSpPr>
          <p:spPr>
            <a:xfrm>
              <a:off x="232672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h5545"/>
            <p:cNvSpPr/>
            <p:nvPr/>
          </p:nvSpPr>
          <p:spPr>
            <a:xfrm>
              <a:off x="233616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h5546"/>
            <p:cNvSpPr/>
            <p:nvPr/>
          </p:nvSpPr>
          <p:spPr>
            <a:xfrm>
              <a:off x="234560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h5547"/>
            <p:cNvSpPr/>
            <p:nvPr/>
          </p:nvSpPr>
          <p:spPr>
            <a:xfrm>
              <a:off x="235504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h5548"/>
            <p:cNvSpPr/>
            <p:nvPr/>
          </p:nvSpPr>
          <p:spPr>
            <a:xfrm>
              <a:off x="236448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h5549"/>
            <p:cNvSpPr/>
            <p:nvPr/>
          </p:nvSpPr>
          <p:spPr>
            <a:xfrm>
              <a:off x="237392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h5550"/>
            <p:cNvSpPr/>
            <p:nvPr/>
          </p:nvSpPr>
          <p:spPr>
            <a:xfrm>
              <a:off x="2383368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h5551"/>
            <p:cNvSpPr/>
            <p:nvPr/>
          </p:nvSpPr>
          <p:spPr>
            <a:xfrm>
              <a:off x="239280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h5552"/>
            <p:cNvSpPr/>
            <p:nvPr/>
          </p:nvSpPr>
          <p:spPr>
            <a:xfrm>
              <a:off x="2402248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h5553"/>
            <p:cNvSpPr/>
            <p:nvPr/>
          </p:nvSpPr>
          <p:spPr>
            <a:xfrm>
              <a:off x="241168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h5554"/>
            <p:cNvSpPr/>
            <p:nvPr/>
          </p:nvSpPr>
          <p:spPr>
            <a:xfrm>
              <a:off x="2421129" y="1500140"/>
              <a:ext cx="923283" cy="914400"/>
            </a:xfrm>
            <a:custGeom>
              <a:avLst/>
              <a:pathLst>
                <a:path w="923283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12" y="896830"/>
                  </a:lnTo>
                  <a:lnTo>
                    <a:pt x="918705" y="901084"/>
                  </a:lnTo>
                  <a:lnTo>
                    <a:pt x="922007" y="910366"/>
                  </a:lnTo>
                  <a:lnTo>
                    <a:pt x="923283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h5555"/>
            <p:cNvSpPr/>
            <p:nvPr/>
          </p:nvSpPr>
          <p:spPr>
            <a:xfrm>
              <a:off x="3129147" y="148257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653" y="931969"/>
                  </a:lnTo>
                  <a:lnTo>
                    <a:pt x="907875" y="921571"/>
                  </a:lnTo>
                  <a:lnTo>
                    <a:pt x="908229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h5556"/>
            <p:cNvSpPr/>
            <p:nvPr/>
          </p:nvSpPr>
          <p:spPr>
            <a:xfrm>
              <a:off x="312914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h5557"/>
            <p:cNvSpPr/>
            <p:nvPr/>
          </p:nvSpPr>
          <p:spPr>
            <a:xfrm>
              <a:off x="313858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h5558"/>
            <p:cNvSpPr/>
            <p:nvPr/>
          </p:nvSpPr>
          <p:spPr>
            <a:xfrm>
              <a:off x="314802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h5559"/>
            <p:cNvSpPr/>
            <p:nvPr/>
          </p:nvSpPr>
          <p:spPr>
            <a:xfrm>
              <a:off x="315746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h5560"/>
            <p:cNvSpPr/>
            <p:nvPr/>
          </p:nvSpPr>
          <p:spPr>
            <a:xfrm>
              <a:off x="316690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h5561"/>
            <p:cNvSpPr/>
            <p:nvPr/>
          </p:nvSpPr>
          <p:spPr>
            <a:xfrm>
              <a:off x="317634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h5562"/>
            <p:cNvSpPr/>
            <p:nvPr/>
          </p:nvSpPr>
          <p:spPr>
            <a:xfrm>
              <a:off x="3185788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h5563"/>
            <p:cNvSpPr/>
            <p:nvPr/>
          </p:nvSpPr>
          <p:spPr>
            <a:xfrm>
              <a:off x="319522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h5564"/>
            <p:cNvSpPr/>
            <p:nvPr/>
          </p:nvSpPr>
          <p:spPr>
            <a:xfrm>
              <a:off x="320466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h5565"/>
            <p:cNvSpPr/>
            <p:nvPr/>
          </p:nvSpPr>
          <p:spPr>
            <a:xfrm>
              <a:off x="321410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h5566"/>
            <p:cNvSpPr/>
            <p:nvPr/>
          </p:nvSpPr>
          <p:spPr>
            <a:xfrm>
              <a:off x="322354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h5567"/>
            <p:cNvSpPr/>
            <p:nvPr/>
          </p:nvSpPr>
          <p:spPr>
            <a:xfrm>
              <a:off x="323298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h5568"/>
            <p:cNvSpPr/>
            <p:nvPr/>
          </p:nvSpPr>
          <p:spPr>
            <a:xfrm>
              <a:off x="3242429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h5569"/>
            <p:cNvSpPr/>
            <p:nvPr/>
          </p:nvSpPr>
          <p:spPr>
            <a:xfrm>
              <a:off x="325187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h5570"/>
            <p:cNvSpPr/>
            <p:nvPr/>
          </p:nvSpPr>
          <p:spPr>
            <a:xfrm>
              <a:off x="326131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h5571"/>
            <p:cNvSpPr/>
            <p:nvPr/>
          </p:nvSpPr>
          <p:spPr>
            <a:xfrm>
              <a:off x="327075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h5572"/>
            <p:cNvSpPr/>
            <p:nvPr/>
          </p:nvSpPr>
          <p:spPr>
            <a:xfrm>
              <a:off x="328019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h5573"/>
            <p:cNvSpPr/>
            <p:nvPr/>
          </p:nvSpPr>
          <p:spPr>
            <a:xfrm>
              <a:off x="328963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h5574"/>
            <p:cNvSpPr/>
            <p:nvPr/>
          </p:nvSpPr>
          <p:spPr>
            <a:xfrm>
              <a:off x="329907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h5575"/>
            <p:cNvSpPr/>
            <p:nvPr/>
          </p:nvSpPr>
          <p:spPr>
            <a:xfrm>
              <a:off x="330851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h5576"/>
            <p:cNvSpPr/>
            <p:nvPr/>
          </p:nvSpPr>
          <p:spPr>
            <a:xfrm>
              <a:off x="331795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h5577"/>
            <p:cNvSpPr/>
            <p:nvPr/>
          </p:nvSpPr>
          <p:spPr>
            <a:xfrm>
              <a:off x="332739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h5578"/>
            <p:cNvSpPr/>
            <p:nvPr/>
          </p:nvSpPr>
          <p:spPr>
            <a:xfrm>
              <a:off x="333683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h5579"/>
            <p:cNvSpPr/>
            <p:nvPr/>
          </p:nvSpPr>
          <p:spPr>
            <a:xfrm>
              <a:off x="334627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h5580"/>
            <p:cNvSpPr/>
            <p:nvPr/>
          </p:nvSpPr>
          <p:spPr>
            <a:xfrm>
              <a:off x="335571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h5581"/>
            <p:cNvSpPr/>
            <p:nvPr/>
          </p:nvSpPr>
          <p:spPr>
            <a:xfrm>
              <a:off x="336515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h5582"/>
            <p:cNvSpPr/>
            <p:nvPr/>
          </p:nvSpPr>
          <p:spPr>
            <a:xfrm>
              <a:off x="337459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h5583"/>
            <p:cNvSpPr/>
            <p:nvPr/>
          </p:nvSpPr>
          <p:spPr>
            <a:xfrm>
              <a:off x="338403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h5584"/>
            <p:cNvSpPr/>
            <p:nvPr/>
          </p:nvSpPr>
          <p:spPr>
            <a:xfrm>
              <a:off x="339347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h5585"/>
            <p:cNvSpPr/>
            <p:nvPr/>
          </p:nvSpPr>
          <p:spPr>
            <a:xfrm>
              <a:off x="340291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h5586"/>
            <p:cNvSpPr/>
            <p:nvPr/>
          </p:nvSpPr>
          <p:spPr>
            <a:xfrm>
              <a:off x="341235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h5587"/>
            <p:cNvSpPr/>
            <p:nvPr/>
          </p:nvSpPr>
          <p:spPr>
            <a:xfrm>
              <a:off x="342179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h5588"/>
            <p:cNvSpPr/>
            <p:nvPr/>
          </p:nvSpPr>
          <p:spPr>
            <a:xfrm>
              <a:off x="343123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h5589"/>
            <p:cNvSpPr/>
            <p:nvPr/>
          </p:nvSpPr>
          <p:spPr>
            <a:xfrm>
              <a:off x="344067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h5590"/>
            <p:cNvSpPr/>
            <p:nvPr/>
          </p:nvSpPr>
          <p:spPr>
            <a:xfrm>
              <a:off x="345011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h5591"/>
            <p:cNvSpPr/>
            <p:nvPr/>
          </p:nvSpPr>
          <p:spPr>
            <a:xfrm>
              <a:off x="345955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h5592"/>
            <p:cNvSpPr/>
            <p:nvPr/>
          </p:nvSpPr>
          <p:spPr>
            <a:xfrm>
              <a:off x="346899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h5593"/>
            <p:cNvSpPr/>
            <p:nvPr/>
          </p:nvSpPr>
          <p:spPr>
            <a:xfrm>
              <a:off x="347843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h5594"/>
            <p:cNvSpPr/>
            <p:nvPr/>
          </p:nvSpPr>
          <p:spPr>
            <a:xfrm>
              <a:off x="348787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h5595"/>
            <p:cNvSpPr/>
            <p:nvPr/>
          </p:nvSpPr>
          <p:spPr>
            <a:xfrm>
              <a:off x="349731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h5596"/>
            <p:cNvSpPr/>
            <p:nvPr/>
          </p:nvSpPr>
          <p:spPr>
            <a:xfrm>
              <a:off x="350675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h5597"/>
            <p:cNvSpPr/>
            <p:nvPr/>
          </p:nvSpPr>
          <p:spPr>
            <a:xfrm>
              <a:off x="351619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h5598"/>
            <p:cNvSpPr/>
            <p:nvPr/>
          </p:nvSpPr>
          <p:spPr>
            <a:xfrm>
              <a:off x="352563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h5599"/>
            <p:cNvSpPr/>
            <p:nvPr/>
          </p:nvSpPr>
          <p:spPr>
            <a:xfrm>
              <a:off x="353507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h5600"/>
            <p:cNvSpPr/>
            <p:nvPr/>
          </p:nvSpPr>
          <p:spPr>
            <a:xfrm>
              <a:off x="354451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h5601"/>
            <p:cNvSpPr/>
            <p:nvPr/>
          </p:nvSpPr>
          <p:spPr>
            <a:xfrm>
              <a:off x="355395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h5602"/>
            <p:cNvSpPr/>
            <p:nvPr/>
          </p:nvSpPr>
          <p:spPr>
            <a:xfrm>
              <a:off x="356339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h5603"/>
            <p:cNvSpPr/>
            <p:nvPr/>
          </p:nvSpPr>
          <p:spPr>
            <a:xfrm>
              <a:off x="357283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h5604"/>
            <p:cNvSpPr/>
            <p:nvPr/>
          </p:nvSpPr>
          <p:spPr>
            <a:xfrm>
              <a:off x="358227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h5605"/>
            <p:cNvSpPr/>
            <p:nvPr/>
          </p:nvSpPr>
          <p:spPr>
            <a:xfrm>
              <a:off x="359171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h5606"/>
            <p:cNvSpPr/>
            <p:nvPr/>
          </p:nvSpPr>
          <p:spPr>
            <a:xfrm>
              <a:off x="360115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h5607"/>
            <p:cNvSpPr/>
            <p:nvPr/>
          </p:nvSpPr>
          <p:spPr>
            <a:xfrm>
              <a:off x="361059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h5608"/>
            <p:cNvSpPr/>
            <p:nvPr/>
          </p:nvSpPr>
          <p:spPr>
            <a:xfrm>
              <a:off x="362003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h5609"/>
            <p:cNvSpPr/>
            <p:nvPr/>
          </p:nvSpPr>
          <p:spPr>
            <a:xfrm>
              <a:off x="362947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h5610"/>
            <p:cNvSpPr/>
            <p:nvPr/>
          </p:nvSpPr>
          <p:spPr>
            <a:xfrm>
              <a:off x="363891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h5611"/>
            <p:cNvSpPr/>
            <p:nvPr/>
          </p:nvSpPr>
          <p:spPr>
            <a:xfrm>
              <a:off x="364836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h5612"/>
            <p:cNvSpPr/>
            <p:nvPr/>
          </p:nvSpPr>
          <p:spPr>
            <a:xfrm>
              <a:off x="365780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h5613"/>
            <p:cNvSpPr/>
            <p:nvPr/>
          </p:nvSpPr>
          <p:spPr>
            <a:xfrm>
              <a:off x="366724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h5614"/>
            <p:cNvSpPr/>
            <p:nvPr/>
          </p:nvSpPr>
          <p:spPr>
            <a:xfrm>
              <a:off x="367668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h5615"/>
            <p:cNvSpPr/>
            <p:nvPr/>
          </p:nvSpPr>
          <p:spPr>
            <a:xfrm>
              <a:off x="368612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h5616"/>
            <p:cNvSpPr/>
            <p:nvPr/>
          </p:nvSpPr>
          <p:spPr>
            <a:xfrm>
              <a:off x="3695561" y="150014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09"/>
                  </a:lnTo>
                  <a:lnTo>
                    <a:pt x="921343" y="911050"/>
                  </a:lnTo>
                  <a:lnTo>
                    <a:pt x="918873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h5617"/>
            <p:cNvSpPr/>
            <p:nvPr/>
          </p:nvSpPr>
          <p:spPr>
            <a:xfrm>
              <a:off x="3705001" y="1482570"/>
              <a:ext cx="920873" cy="924879"/>
            </a:xfrm>
            <a:custGeom>
              <a:avLst/>
              <a:pathLst>
                <a:path w="920873" h="924879">
                  <a:moveTo>
                    <a:pt x="914400" y="914400"/>
                  </a:moveTo>
                  <a:lnTo>
                    <a:pt x="920873" y="914400"/>
                  </a:lnTo>
                  <a:lnTo>
                    <a:pt x="920220" y="915532"/>
                  </a:lnTo>
                  <a:lnTo>
                    <a:pt x="916146" y="922262"/>
                  </a:lnTo>
                  <a:lnTo>
                    <a:pt x="914400" y="92487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h5618"/>
            <p:cNvSpPr/>
            <p:nvPr/>
          </p:nvSpPr>
          <p:spPr>
            <a:xfrm>
              <a:off x="2147362" y="1465000"/>
              <a:ext cx="914400" cy="922478"/>
            </a:xfrm>
            <a:custGeom>
              <a:avLst/>
              <a:pathLst>
                <a:path w="914400" h="922478">
                  <a:moveTo>
                    <a:pt x="914400" y="914400"/>
                  </a:moveTo>
                  <a:lnTo>
                    <a:pt x="914400" y="922478"/>
                  </a:lnTo>
                  <a:lnTo>
                    <a:pt x="911260" y="917493"/>
                  </a:lnTo>
                  <a:lnTo>
                    <a:pt x="909503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h5619"/>
            <p:cNvSpPr/>
            <p:nvPr/>
          </p:nvSpPr>
          <p:spPr>
            <a:xfrm>
              <a:off x="214736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967" y="931969"/>
                  </a:lnTo>
                  <a:lnTo>
                    <a:pt x="920273" y="931078"/>
                  </a:lnTo>
                  <a:lnTo>
                    <a:pt x="915673" y="924500"/>
                  </a:lnTo>
                  <a:lnTo>
                    <a:pt x="914400" y="92247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h5620"/>
            <p:cNvSpPr/>
            <p:nvPr/>
          </p:nvSpPr>
          <p:spPr>
            <a:xfrm>
              <a:off x="215680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h5621"/>
            <p:cNvSpPr/>
            <p:nvPr/>
          </p:nvSpPr>
          <p:spPr>
            <a:xfrm>
              <a:off x="216624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h5622"/>
            <p:cNvSpPr/>
            <p:nvPr/>
          </p:nvSpPr>
          <p:spPr>
            <a:xfrm>
              <a:off x="217568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h5623"/>
            <p:cNvSpPr/>
            <p:nvPr/>
          </p:nvSpPr>
          <p:spPr>
            <a:xfrm>
              <a:off x="218512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h5624"/>
            <p:cNvSpPr/>
            <p:nvPr/>
          </p:nvSpPr>
          <p:spPr>
            <a:xfrm>
              <a:off x="219456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h5625"/>
            <p:cNvSpPr/>
            <p:nvPr/>
          </p:nvSpPr>
          <p:spPr>
            <a:xfrm>
              <a:off x="220400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h5626"/>
            <p:cNvSpPr/>
            <p:nvPr/>
          </p:nvSpPr>
          <p:spPr>
            <a:xfrm>
              <a:off x="221344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h5627"/>
            <p:cNvSpPr/>
            <p:nvPr/>
          </p:nvSpPr>
          <p:spPr>
            <a:xfrm>
              <a:off x="222288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h5628"/>
            <p:cNvSpPr/>
            <p:nvPr/>
          </p:nvSpPr>
          <p:spPr>
            <a:xfrm>
              <a:off x="223232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h5629"/>
            <p:cNvSpPr/>
            <p:nvPr/>
          </p:nvSpPr>
          <p:spPr>
            <a:xfrm>
              <a:off x="224176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h5630"/>
            <p:cNvSpPr/>
            <p:nvPr/>
          </p:nvSpPr>
          <p:spPr>
            <a:xfrm>
              <a:off x="225120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h5631"/>
            <p:cNvSpPr/>
            <p:nvPr/>
          </p:nvSpPr>
          <p:spPr>
            <a:xfrm>
              <a:off x="226064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h5632"/>
            <p:cNvSpPr/>
            <p:nvPr/>
          </p:nvSpPr>
          <p:spPr>
            <a:xfrm>
              <a:off x="227008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h5633"/>
            <p:cNvSpPr/>
            <p:nvPr/>
          </p:nvSpPr>
          <p:spPr>
            <a:xfrm>
              <a:off x="227952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h5634"/>
            <p:cNvSpPr/>
            <p:nvPr/>
          </p:nvSpPr>
          <p:spPr>
            <a:xfrm>
              <a:off x="228896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h5635"/>
            <p:cNvSpPr/>
            <p:nvPr/>
          </p:nvSpPr>
          <p:spPr>
            <a:xfrm>
              <a:off x="229840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h5636"/>
            <p:cNvSpPr/>
            <p:nvPr/>
          </p:nvSpPr>
          <p:spPr>
            <a:xfrm>
              <a:off x="230784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h5637"/>
            <p:cNvSpPr/>
            <p:nvPr/>
          </p:nvSpPr>
          <p:spPr>
            <a:xfrm>
              <a:off x="231728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h5638"/>
            <p:cNvSpPr/>
            <p:nvPr/>
          </p:nvSpPr>
          <p:spPr>
            <a:xfrm>
              <a:off x="232672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h5639"/>
            <p:cNvSpPr/>
            <p:nvPr/>
          </p:nvSpPr>
          <p:spPr>
            <a:xfrm>
              <a:off x="233616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h5640"/>
            <p:cNvSpPr/>
            <p:nvPr/>
          </p:nvSpPr>
          <p:spPr>
            <a:xfrm>
              <a:off x="234560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h5641"/>
            <p:cNvSpPr/>
            <p:nvPr/>
          </p:nvSpPr>
          <p:spPr>
            <a:xfrm>
              <a:off x="235504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h5642"/>
            <p:cNvSpPr/>
            <p:nvPr/>
          </p:nvSpPr>
          <p:spPr>
            <a:xfrm>
              <a:off x="236448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h5643"/>
            <p:cNvSpPr/>
            <p:nvPr/>
          </p:nvSpPr>
          <p:spPr>
            <a:xfrm>
              <a:off x="237392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h5644"/>
            <p:cNvSpPr/>
            <p:nvPr/>
          </p:nvSpPr>
          <p:spPr>
            <a:xfrm>
              <a:off x="2383368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h5645"/>
            <p:cNvSpPr/>
            <p:nvPr/>
          </p:nvSpPr>
          <p:spPr>
            <a:xfrm>
              <a:off x="239280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h5646"/>
            <p:cNvSpPr/>
            <p:nvPr/>
          </p:nvSpPr>
          <p:spPr>
            <a:xfrm>
              <a:off x="2402248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h5647"/>
            <p:cNvSpPr/>
            <p:nvPr/>
          </p:nvSpPr>
          <p:spPr>
            <a:xfrm>
              <a:off x="2421129" y="148257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399" y="896830"/>
                  </a:lnTo>
                  <a:lnTo>
                    <a:pt x="914399" y="904815"/>
                  </a:lnTo>
                  <a:lnTo>
                    <a:pt x="913804" y="906688"/>
                  </a:lnTo>
                  <a:lnTo>
                    <a:pt x="914399" y="90803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h5648"/>
            <p:cNvSpPr/>
            <p:nvPr/>
          </p:nvSpPr>
          <p:spPr>
            <a:xfrm>
              <a:off x="2421129" y="1482570"/>
              <a:ext cx="917012" cy="914400"/>
            </a:xfrm>
            <a:custGeom>
              <a:avLst/>
              <a:pathLst>
                <a:path w="917012" h="914400">
                  <a:moveTo>
                    <a:pt x="914399" y="914400"/>
                  </a:moveTo>
                  <a:lnTo>
                    <a:pt x="914399" y="908030"/>
                  </a:lnTo>
                  <a:lnTo>
                    <a:pt x="915145" y="909709"/>
                  </a:lnTo>
                  <a:lnTo>
                    <a:pt x="917012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h5649"/>
            <p:cNvSpPr/>
            <p:nvPr/>
          </p:nvSpPr>
          <p:spPr>
            <a:xfrm>
              <a:off x="2421129" y="1465000"/>
              <a:ext cx="916914" cy="922385"/>
            </a:xfrm>
            <a:custGeom>
              <a:avLst/>
              <a:pathLst>
                <a:path w="916914" h="922385">
                  <a:moveTo>
                    <a:pt x="914399" y="914400"/>
                  </a:moveTo>
                  <a:lnTo>
                    <a:pt x="916914" y="914400"/>
                  </a:lnTo>
                  <a:lnTo>
                    <a:pt x="916719" y="915091"/>
                  </a:lnTo>
                  <a:lnTo>
                    <a:pt x="914399" y="922385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h5650"/>
            <p:cNvSpPr/>
            <p:nvPr/>
          </p:nvSpPr>
          <p:spPr>
            <a:xfrm>
              <a:off x="3129147" y="146500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229" y="931969"/>
                  </a:lnTo>
                  <a:lnTo>
                    <a:pt x="908412" y="928249"/>
                  </a:lnTo>
                  <a:lnTo>
                    <a:pt x="909252" y="917423"/>
                  </a:lnTo>
                  <a:lnTo>
                    <a:pt x="909574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h5651"/>
            <p:cNvSpPr/>
            <p:nvPr/>
          </p:nvSpPr>
          <p:spPr>
            <a:xfrm>
              <a:off x="312914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h5652"/>
            <p:cNvSpPr/>
            <p:nvPr/>
          </p:nvSpPr>
          <p:spPr>
            <a:xfrm>
              <a:off x="313858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h5653"/>
            <p:cNvSpPr/>
            <p:nvPr/>
          </p:nvSpPr>
          <p:spPr>
            <a:xfrm>
              <a:off x="314802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h5654"/>
            <p:cNvSpPr/>
            <p:nvPr/>
          </p:nvSpPr>
          <p:spPr>
            <a:xfrm>
              <a:off x="315746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h5655"/>
            <p:cNvSpPr/>
            <p:nvPr/>
          </p:nvSpPr>
          <p:spPr>
            <a:xfrm>
              <a:off x="316690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h5656"/>
            <p:cNvSpPr/>
            <p:nvPr/>
          </p:nvSpPr>
          <p:spPr>
            <a:xfrm>
              <a:off x="317634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h5657"/>
            <p:cNvSpPr/>
            <p:nvPr/>
          </p:nvSpPr>
          <p:spPr>
            <a:xfrm>
              <a:off x="3185788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h5658"/>
            <p:cNvSpPr/>
            <p:nvPr/>
          </p:nvSpPr>
          <p:spPr>
            <a:xfrm>
              <a:off x="319522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h5659"/>
            <p:cNvSpPr/>
            <p:nvPr/>
          </p:nvSpPr>
          <p:spPr>
            <a:xfrm>
              <a:off x="320466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h5660"/>
            <p:cNvSpPr/>
            <p:nvPr/>
          </p:nvSpPr>
          <p:spPr>
            <a:xfrm>
              <a:off x="321410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h5661"/>
            <p:cNvSpPr/>
            <p:nvPr/>
          </p:nvSpPr>
          <p:spPr>
            <a:xfrm>
              <a:off x="322354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h5662"/>
            <p:cNvSpPr/>
            <p:nvPr/>
          </p:nvSpPr>
          <p:spPr>
            <a:xfrm>
              <a:off x="323298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h5663"/>
            <p:cNvSpPr/>
            <p:nvPr/>
          </p:nvSpPr>
          <p:spPr>
            <a:xfrm>
              <a:off x="3242429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h5664"/>
            <p:cNvSpPr/>
            <p:nvPr/>
          </p:nvSpPr>
          <p:spPr>
            <a:xfrm>
              <a:off x="325187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h5665"/>
            <p:cNvSpPr/>
            <p:nvPr/>
          </p:nvSpPr>
          <p:spPr>
            <a:xfrm>
              <a:off x="326131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h5666"/>
            <p:cNvSpPr/>
            <p:nvPr/>
          </p:nvSpPr>
          <p:spPr>
            <a:xfrm>
              <a:off x="327075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h5667"/>
            <p:cNvSpPr/>
            <p:nvPr/>
          </p:nvSpPr>
          <p:spPr>
            <a:xfrm>
              <a:off x="328019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h5668"/>
            <p:cNvSpPr/>
            <p:nvPr/>
          </p:nvSpPr>
          <p:spPr>
            <a:xfrm>
              <a:off x="328963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h5669"/>
            <p:cNvSpPr/>
            <p:nvPr/>
          </p:nvSpPr>
          <p:spPr>
            <a:xfrm>
              <a:off x="329907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h5670"/>
            <p:cNvSpPr/>
            <p:nvPr/>
          </p:nvSpPr>
          <p:spPr>
            <a:xfrm>
              <a:off x="330851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h5671"/>
            <p:cNvSpPr/>
            <p:nvPr/>
          </p:nvSpPr>
          <p:spPr>
            <a:xfrm>
              <a:off x="331795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h5672"/>
            <p:cNvSpPr/>
            <p:nvPr/>
          </p:nvSpPr>
          <p:spPr>
            <a:xfrm>
              <a:off x="332739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h5673"/>
            <p:cNvSpPr/>
            <p:nvPr/>
          </p:nvSpPr>
          <p:spPr>
            <a:xfrm>
              <a:off x="333683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h5674"/>
            <p:cNvSpPr/>
            <p:nvPr/>
          </p:nvSpPr>
          <p:spPr>
            <a:xfrm>
              <a:off x="334627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h5675"/>
            <p:cNvSpPr/>
            <p:nvPr/>
          </p:nvSpPr>
          <p:spPr>
            <a:xfrm>
              <a:off x="335571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h5676"/>
            <p:cNvSpPr/>
            <p:nvPr/>
          </p:nvSpPr>
          <p:spPr>
            <a:xfrm>
              <a:off x="336515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h5677"/>
            <p:cNvSpPr/>
            <p:nvPr/>
          </p:nvSpPr>
          <p:spPr>
            <a:xfrm>
              <a:off x="337459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h5678"/>
            <p:cNvSpPr/>
            <p:nvPr/>
          </p:nvSpPr>
          <p:spPr>
            <a:xfrm>
              <a:off x="338403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h5679"/>
            <p:cNvSpPr/>
            <p:nvPr/>
          </p:nvSpPr>
          <p:spPr>
            <a:xfrm>
              <a:off x="339347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h5680"/>
            <p:cNvSpPr/>
            <p:nvPr/>
          </p:nvSpPr>
          <p:spPr>
            <a:xfrm>
              <a:off x="340291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h5681"/>
            <p:cNvSpPr/>
            <p:nvPr/>
          </p:nvSpPr>
          <p:spPr>
            <a:xfrm>
              <a:off x="341235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h5682"/>
            <p:cNvSpPr/>
            <p:nvPr/>
          </p:nvSpPr>
          <p:spPr>
            <a:xfrm>
              <a:off x="342179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h5683"/>
            <p:cNvSpPr/>
            <p:nvPr/>
          </p:nvSpPr>
          <p:spPr>
            <a:xfrm>
              <a:off x="343123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h5684"/>
            <p:cNvSpPr/>
            <p:nvPr/>
          </p:nvSpPr>
          <p:spPr>
            <a:xfrm>
              <a:off x="344067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h5685"/>
            <p:cNvSpPr/>
            <p:nvPr/>
          </p:nvSpPr>
          <p:spPr>
            <a:xfrm>
              <a:off x="345011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h5686"/>
            <p:cNvSpPr/>
            <p:nvPr/>
          </p:nvSpPr>
          <p:spPr>
            <a:xfrm>
              <a:off x="345955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h5687"/>
            <p:cNvSpPr/>
            <p:nvPr/>
          </p:nvSpPr>
          <p:spPr>
            <a:xfrm>
              <a:off x="346899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h5688"/>
            <p:cNvSpPr/>
            <p:nvPr/>
          </p:nvSpPr>
          <p:spPr>
            <a:xfrm>
              <a:off x="347843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h5689"/>
            <p:cNvSpPr/>
            <p:nvPr/>
          </p:nvSpPr>
          <p:spPr>
            <a:xfrm>
              <a:off x="348787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h5690"/>
            <p:cNvSpPr/>
            <p:nvPr/>
          </p:nvSpPr>
          <p:spPr>
            <a:xfrm>
              <a:off x="349731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h5691"/>
            <p:cNvSpPr/>
            <p:nvPr/>
          </p:nvSpPr>
          <p:spPr>
            <a:xfrm>
              <a:off x="350675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h5692"/>
            <p:cNvSpPr/>
            <p:nvPr/>
          </p:nvSpPr>
          <p:spPr>
            <a:xfrm>
              <a:off x="351619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h5693"/>
            <p:cNvSpPr/>
            <p:nvPr/>
          </p:nvSpPr>
          <p:spPr>
            <a:xfrm>
              <a:off x="352563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h5694"/>
            <p:cNvSpPr/>
            <p:nvPr/>
          </p:nvSpPr>
          <p:spPr>
            <a:xfrm>
              <a:off x="353507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h5695"/>
            <p:cNvSpPr/>
            <p:nvPr/>
          </p:nvSpPr>
          <p:spPr>
            <a:xfrm>
              <a:off x="354451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h5696"/>
            <p:cNvSpPr/>
            <p:nvPr/>
          </p:nvSpPr>
          <p:spPr>
            <a:xfrm>
              <a:off x="355395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h5697"/>
            <p:cNvSpPr/>
            <p:nvPr/>
          </p:nvSpPr>
          <p:spPr>
            <a:xfrm>
              <a:off x="356339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h5698"/>
            <p:cNvSpPr/>
            <p:nvPr/>
          </p:nvSpPr>
          <p:spPr>
            <a:xfrm>
              <a:off x="357283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h5699"/>
            <p:cNvSpPr/>
            <p:nvPr/>
          </p:nvSpPr>
          <p:spPr>
            <a:xfrm>
              <a:off x="358227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h5700"/>
            <p:cNvSpPr/>
            <p:nvPr/>
          </p:nvSpPr>
          <p:spPr>
            <a:xfrm>
              <a:off x="359171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h5701"/>
            <p:cNvSpPr/>
            <p:nvPr/>
          </p:nvSpPr>
          <p:spPr>
            <a:xfrm>
              <a:off x="360115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h5702"/>
            <p:cNvSpPr/>
            <p:nvPr/>
          </p:nvSpPr>
          <p:spPr>
            <a:xfrm>
              <a:off x="361059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h5703"/>
            <p:cNvSpPr/>
            <p:nvPr/>
          </p:nvSpPr>
          <p:spPr>
            <a:xfrm>
              <a:off x="362003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h5704"/>
            <p:cNvSpPr/>
            <p:nvPr/>
          </p:nvSpPr>
          <p:spPr>
            <a:xfrm>
              <a:off x="362947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h5705"/>
            <p:cNvSpPr/>
            <p:nvPr/>
          </p:nvSpPr>
          <p:spPr>
            <a:xfrm>
              <a:off x="363891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h5706"/>
            <p:cNvSpPr/>
            <p:nvPr/>
          </p:nvSpPr>
          <p:spPr>
            <a:xfrm>
              <a:off x="364836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h5707"/>
            <p:cNvSpPr/>
            <p:nvPr/>
          </p:nvSpPr>
          <p:spPr>
            <a:xfrm>
              <a:off x="365780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h5708"/>
            <p:cNvSpPr/>
            <p:nvPr/>
          </p:nvSpPr>
          <p:spPr>
            <a:xfrm>
              <a:off x="366724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h5709"/>
            <p:cNvSpPr/>
            <p:nvPr/>
          </p:nvSpPr>
          <p:spPr>
            <a:xfrm>
              <a:off x="367668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h5710"/>
            <p:cNvSpPr/>
            <p:nvPr/>
          </p:nvSpPr>
          <p:spPr>
            <a:xfrm>
              <a:off x="368612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h5711"/>
            <p:cNvSpPr/>
            <p:nvPr/>
          </p:nvSpPr>
          <p:spPr>
            <a:xfrm>
              <a:off x="369556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h5712"/>
            <p:cNvSpPr/>
            <p:nvPr/>
          </p:nvSpPr>
          <p:spPr>
            <a:xfrm>
              <a:off x="3705001" y="148257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9342"/>
                  </a:lnTo>
                  <a:lnTo>
                    <a:pt x="922604" y="911400"/>
                  </a:lnTo>
                  <a:lnTo>
                    <a:pt x="921416" y="913459"/>
                  </a:lnTo>
                  <a:lnTo>
                    <a:pt x="920873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h5713"/>
            <p:cNvSpPr/>
            <p:nvPr/>
          </p:nvSpPr>
          <p:spPr>
            <a:xfrm>
              <a:off x="3714441" y="1465000"/>
              <a:ext cx="921520" cy="926829"/>
            </a:xfrm>
            <a:custGeom>
              <a:avLst/>
              <a:pathLst>
                <a:path w="921520" h="926829">
                  <a:moveTo>
                    <a:pt x="914400" y="914400"/>
                  </a:moveTo>
                  <a:lnTo>
                    <a:pt x="921520" y="914400"/>
                  </a:lnTo>
                  <a:lnTo>
                    <a:pt x="920307" y="916607"/>
                  </a:lnTo>
                  <a:lnTo>
                    <a:pt x="919109" y="918679"/>
                  </a:lnTo>
                  <a:lnTo>
                    <a:pt x="917919" y="920737"/>
                  </a:lnTo>
                  <a:lnTo>
                    <a:pt x="916729" y="922795"/>
                  </a:lnTo>
                  <a:lnTo>
                    <a:pt x="915540" y="924853"/>
                  </a:lnTo>
                  <a:lnTo>
                    <a:pt x="914400" y="92682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h5714"/>
            <p:cNvSpPr/>
            <p:nvPr/>
          </p:nvSpPr>
          <p:spPr>
            <a:xfrm>
              <a:off x="2137921" y="1447430"/>
              <a:ext cx="914400" cy="923575"/>
            </a:xfrm>
            <a:custGeom>
              <a:avLst/>
              <a:pathLst>
                <a:path w="914400" h="923575">
                  <a:moveTo>
                    <a:pt x="914400" y="914400"/>
                  </a:moveTo>
                  <a:lnTo>
                    <a:pt x="914400" y="923575"/>
                  </a:lnTo>
                  <a:lnTo>
                    <a:pt x="912481" y="919833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h5715"/>
            <p:cNvSpPr/>
            <p:nvPr/>
          </p:nvSpPr>
          <p:spPr>
            <a:xfrm>
              <a:off x="213792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943" y="931969"/>
                  </a:lnTo>
                  <a:lnTo>
                    <a:pt x="916486" y="927644"/>
                  </a:lnTo>
                  <a:lnTo>
                    <a:pt x="914400" y="923575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h5716"/>
            <p:cNvSpPr/>
            <p:nvPr/>
          </p:nvSpPr>
          <p:spPr>
            <a:xfrm>
              <a:off x="214736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h5717"/>
            <p:cNvSpPr/>
            <p:nvPr/>
          </p:nvSpPr>
          <p:spPr>
            <a:xfrm>
              <a:off x="215680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h5718"/>
            <p:cNvSpPr/>
            <p:nvPr/>
          </p:nvSpPr>
          <p:spPr>
            <a:xfrm>
              <a:off x="216624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h5719"/>
            <p:cNvSpPr/>
            <p:nvPr/>
          </p:nvSpPr>
          <p:spPr>
            <a:xfrm>
              <a:off x="217568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h5720"/>
            <p:cNvSpPr/>
            <p:nvPr/>
          </p:nvSpPr>
          <p:spPr>
            <a:xfrm>
              <a:off x="218512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h5721"/>
            <p:cNvSpPr/>
            <p:nvPr/>
          </p:nvSpPr>
          <p:spPr>
            <a:xfrm>
              <a:off x="219456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h5722"/>
            <p:cNvSpPr/>
            <p:nvPr/>
          </p:nvSpPr>
          <p:spPr>
            <a:xfrm>
              <a:off x="220400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h5723"/>
            <p:cNvSpPr/>
            <p:nvPr/>
          </p:nvSpPr>
          <p:spPr>
            <a:xfrm>
              <a:off x="221344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h5724"/>
            <p:cNvSpPr/>
            <p:nvPr/>
          </p:nvSpPr>
          <p:spPr>
            <a:xfrm>
              <a:off x="222288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h5725"/>
            <p:cNvSpPr/>
            <p:nvPr/>
          </p:nvSpPr>
          <p:spPr>
            <a:xfrm>
              <a:off x="223232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h5726"/>
            <p:cNvSpPr/>
            <p:nvPr/>
          </p:nvSpPr>
          <p:spPr>
            <a:xfrm>
              <a:off x="224176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h5727"/>
            <p:cNvSpPr/>
            <p:nvPr/>
          </p:nvSpPr>
          <p:spPr>
            <a:xfrm>
              <a:off x="225120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h5728"/>
            <p:cNvSpPr/>
            <p:nvPr/>
          </p:nvSpPr>
          <p:spPr>
            <a:xfrm>
              <a:off x="226064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h5729"/>
            <p:cNvSpPr/>
            <p:nvPr/>
          </p:nvSpPr>
          <p:spPr>
            <a:xfrm>
              <a:off x="227008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h5730"/>
            <p:cNvSpPr/>
            <p:nvPr/>
          </p:nvSpPr>
          <p:spPr>
            <a:xfrm>
              <a:off x="227952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h5731"/>
            <p:cNvSpPr/>
            <p:nvPr/>
          </p:nvSpPr>
          <p:spPr>
            <a:xfrm>
              <a:off x="228896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h5732"/>
            <p:cNvSpPr/>
            <p:nvPr/>
          </p:nvSpPr>
          <p:spPr>
            <a:xfrm>
              <a:off x="229840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h5733"/>
            <p:cNvSpPr/>
            <p:nvPr/>
          </p:nvSpPr>
          <p:spPr>
            <a:xfrm>
              <a:off x="230784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h5734"/>
            <p:cNvSpPr/>
            <p:nvPr/>
          </p:nvSpPr>
          <p:spPr>
            <a:xfrm>
              <a:off x="231728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h5735"/>
            <p:cNvSpPr/>
            <p:nvPr/>
          </p:nvSpPr>
          <p:spPr>
            <a:xfrm>
              <a:off x="232672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h5736"/>
            <p:cNvSpPr/>
            <p:nvPr/>
          </p:nvSpPr>
          <p:spPr>
            <a:xfrm>
              <a:off x="233616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h5737"/>
            <p:cNvSpPr/>
            <p:nvPr/>
          </p:nvSpPr>
          <p:spPr>
            <a:xfrm>
              <a:off x="234560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h5738"/>
            <p:cNvSpPr/>
            <p:nvPr/>
          </p:nvSpPr>
          <p:spPr>
            <a:xfrm>
              <a:off x="235504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h5739"/>
            <p:cNvSpPr/>
            <p:nvPr/>
          </p:nvSpPr>
          <p:spPr>
            <a:xfrm>
              <a:off x="236448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h5740"/>
            <p:cNvSpPr/>
            <p:nvPr/>
          </p:nvSpPr>
          <p:spPr>
            <a:xfrm>
              <a:off x="237392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h5741"/>
            <p:cNvSpPr/>
            <p:nvPr/>
          </p:nvSpPr>
          <p:spPr>
            <a:xfrm>
              <a:off x="2383368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h5742"/>
            <p:cNvSpPr/>
            <p:nvPr/>
          </p:nvSpPr>
          <p:spPr>
            <a:xfrm>
              <a:off x="239280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h5743"/>
            <p:cNvSpPr/>
            <p:nvPr/>
          </p:nvSpPr>
          <p:spPr>
            <a:xfrm>
              <a:off x="2402248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h5744"/>
            <p:cNvSpPr/>
            <p:nvPr/>
          </p:nvSpPr>
          <p:spPr>
            <a:xfrm>
              <a:off x="241168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h5745"/>
            <p:cNvSpPr/>
            <p:nvPr/>
          </p:nvSpPr>
          <p:spPr>
            <a:xfrm>
              <a:off x="2421129" y="1465000"/>
              <a:ext cx="921561" cy="914400"/>
            </a:xfrm>
            <a:custGeom>
              <a:avLst/>
              <a:pathLst>
                <a:path w="92156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1561" y="896830"/>
                  </a:lnTo>
                  <a:lnTo>
                    <a:pt x="919451" y="905383"/>
                  </a:lnTo>
                  <a:lnTo>
                    <a:pt x="916914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h5746"/>
            <p:cNvSpPr/>
            <p:nvPr/>
          </p:nvSpPr>
          <p:spPr>
            <a:xfrm>
              <a:off x="3129147" y="144743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574" y="931969"/>
                  </a:lnTo>
                  <a:lnTo>
                    <a:pt x="910393" y="924263"/>
                  </a:lnTo>
                  <a:lnTo>
                    <a:pt x="911730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h5747"/>
            <p:cNvSpPr/>
            <p:nvPr/>
          </p:nvSpPr>
          <p:spPr>
            <a:xfrm>
              <a:off x="312914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h5748"/>
            <p:cNvSpPr/>
            <p:nvPr/>
          </p:nvSpPr>
          <p:spPr>
            <a:xfrm>
              <a:off x="313858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h5749"/>
            <p:cNvSpPr/>
            <p:nvPr/>
          </p:nvSpPr>
          <p:spPr>
            <a:xfrm>
              <a:off x="314802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h5750"/>
            <p:cNvSpPr/>
            <p:nvPr/>
          </p:nvSpPr>
          <p:spPr>
            <a:xfrm>
              <a:off x="315746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h5751"/>
            <p:cNvSpPr/>
            <p:nvPr/>
          </p:nvSpPr>
          <p:spPr>
            <a:xfrm>
              <a:off x="316690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h5752"/>
            <p:cNvSpPr/>
            <p:nvPr/>
          </p:nvSpPr>
          <p:spPr>
            <a:xfrm>
              <a:off x="317634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h5753"/>
            <p:cNvSpPr/>
            <p:nvPr/>
          </p:nvSpPr>
          <p:spPr>
            <a:xfrm>
              <a:off x="3185788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h5754"/>
            <p:cNvSpPr/>
            <p:nvPr/>
          </p:nvSpPr>
          <p:spPr>
            <a:xfrm>
              <a:off x="319522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h5755"/>
            <p:cNvSpPr/>
            <p:nvPr/>
          </p:nvSpPr>
          <p:spPr>
            <a:xfrm>
              <a:off x="320466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h5756"/>
            <p:cNvSpPr/>
            <p:nvPr/>
          </p:nvSpPr>
          <p:spPr>
            <a:xfrm>
              <a:off x="321410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h5757"/>
            <p:cNvSpPr/>
            <p:nvPr/>
          </p:nvSpPr>
          <p:spPr>
            <a:xfrm>
              <a:off x="322354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h5758"/>
            <p:cNvSpPr/>
            <p:nvPr/>
          </p:nvSpPr>
          <p:spPr>
            <a:xfrm>
              <a:off x="323298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h5759"/>
            <p:cNvSpPr/>
            <p:nvPr/>
          </p:nvSpPr>
          <p:spPr>
            <a:xfrm>
              <a:off x="3242429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h5760"/>
            <p:cNvSpPr/>
            <p:nvPr/>
          </p:nvSpPr>
          <p:spPr>
            <a:xfrm>
              <a:off x="325187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h5761"/>
            <p:cNvSpPr/>
            <p:nvPr/>
          </p:nvSpPr>
          <p:spPr>
            <a:xfrm>
              <a:off x="326131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h5762"/>
            <p:cNvSpPr/>
            <p:nvPr/>
          </p:nvSpPr>
          <p:spPr>
            <a:xfrm>
              <a:off x="327075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h5763"/>
            <p:cNvSpPr/>
            <p:nvPr/>
          </p:nvSpPr>
          <p:spPr>
            <a:xfrm>
              <a:off x="328019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h5764"/>
            <p:cNvSpPr/>
            <p:nvPr/>
          </p:nvSpPr>
          <p:spPr>
            <a:xfrm>
              <a:off x="328963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h5765"/>
            <p:cNvSpPr/>
            <p:nvPr/>
          </p:nvSpPr>
          <p:spPr>
            <a:xfrm>
              <a:off x="329907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h5766"/>
            <p:cNvSpPr/>
            <p:nvPr/>
          </p:nvSpPr>
          <p:spPr>
            <a:xfrm>
              <a:off x="330851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h5767"/>
            <p:cNvSpPr/>
            <p:nvPr/>
          </p:nvSpPr>
          <p:spPr>
            <a:xfrm>
              <a:off x="331795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h5768"/>
            <p:cNvSpPr/>
            <p:nvPr/>
          </p:nvSpPr>
          <p:spPr>
            <a:xfrm>
              <a:off x="332739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h5769"/>
            <p:cNvSpPr/>
            <p:nvPr/>
          </p:nvSpPr>
          <p:spPr>
            <a:xfrm>
              <a:off x="333683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h5770"/>
            <p:cNvSpPr/>
            <p:nvPr/>
          </p:nvSpPr>
          <p:spPr>
            <a:xfrm>
              <a:off x="334627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h5771"/>
            <p:cNvSpPr/>
            <p:nvPr/>
          </p:nvSpPr>
          <p:spPr>
            <a:xfrm>
              <a:off x="335571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h5772"/>
            <p:cNvSpPr/>
            <p:nvPr/>
          </p:nvSpPr>
          <p:spPr>
            <a:xfrm>
              <a:off x="336515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h5773"/>
            <p:cNvSpPr/>
            <p:nvPr/>
          </p:nvSpPr>
          <p:spPr>
            <a:xfrm>
              <a:off x="337459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h5774"/>
            <p:cNvSpPr/>
            <p:nvPr/>
          </p:nvSpPr>
          <p:spPr>
            <a:xfrm>
              <a:off x="338403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h5775"/>
            <p:cNvSpPr/>
            <p:nvPr/>
          </p:nvSpPr>
          <p:spPr>
            <a:xfrm>
              <a:off x="339347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h5776"/>
            <p:cNvSpPr/>
            <p:nvPr/>
          </p:nvSpPr>
          <p:spPr>
            <a:xfrm>
              <a:off x="340291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h5777"/>
            <p:cNvSpPr/>
            <p:nvPr/>
          </p:nvSpPr>
          <p:spPr>
            <a:xfrm>
              <a:off x="341235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h5778"/>
            <p:cNvSpPr/>
            <p:nvPr/>
          </p:nvSpPr>
          <p:spPr>
            <a:xfrm>
              <a:off x="342179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h5779"/>
            <p:cNvSpPr/>
            <p:nvPr/>
          </p:nvSpPr>
          <p:spPr>
            <a:xfrm>
              <a:off x="343123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h5780"/>
            <p:cNvSpPr/>
            <p:nvPr/>
          </p:nvSpPr>
          <p:spPr>
            <a:xfrm>
              <a:off x="344067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h5781"/>
            <p:cNvSpPr/>
            <p:nvPr/>
          </p:nvSpPr>
          <p:spPr>
            <a:xfrm>
              <a:off x="345011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h5782"/>
            <p:cNvSpPr/>
            <p:nvPr/>
          </p:nvSpPr>
          <p:spPr>
            <a:xfrm>
              <a:off x="345955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h5783"/>
            <p:cNvSpPr/>
            <p:nvPr/>
          </p:nvSpPr>
          <p:spPr>
            <a:xfrm>
              <a:off x="346899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h5784"/>
            <p:cNvSpPr/>
            <p:nvPr/>
          </p:nvSpPr>
          <p:spPr>
            <a:xfrm>
              <a:off x="347843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h5785"/>
            <p:cNvSpPr/>
            <p:nvPr/>
          </p:nvSpPr>
          <p:spPr>
            <a:xfrm>
              <a:off x="348787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h5786"/>
            <p:cNvSpPr/>
            <p:nvPr/>
          </p:nvSpPr>
          <p:spPr>
            <a:xfrm>
              <a:off x="349731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h5787"/>
            <p:cNvSpPr/>
            <p:nvPr/>
          </p:nvSpPr>
          <p:spPr>
            <a:xfrm>
              <a:off x="350675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h5788"/>
            <p:cNvSpPr/>
            <p:nvPr/>
          </p:nvSpPr>
          <p:spPr>
            <a:xfrm>
              <a:off x="351619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h5789"/>
            <p:cNvSpPr/>
            <p:nvPr/>
          </p:nvSpPr>
          <p:spPr>
            <a:xfrm>
              <a:off x="352563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h5790"/>
            <p:cNvSpPr/>
            <p:nvPr/>
          </p:nvSpPr>
          <p:spPr>
            <a:xfrm>
              <a:off x="353507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h5791"/>
            <p:cNvSpPr/>
            <p:nvPr/>
          </p:nvSpPr>
          <p:spPr>
            <a:xfrm>
              <a:off x="354451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h5792"/>
            <p:cNvSpPr/>
            <p:nvPr/>
          </p:nvSpPr>
          <p:spPr>
            <a:xfrm>
              <a:off x="355395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h5793"/>
            <p:cNvSpPr/>
            <p:nvPr/>
          </p:nvSpPr>
          <p:spPr>
            <a:xfrm>
              <a:off x="356339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h5794"/>
            <p:cNvSpPr/>
            <p:nvPr/>
          </p:nvSpPr>
          <p:spPr>
            <a:xfrm>
              <a:off x="357283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h5795"/>
            <p:cNvSpPr/>
            <p:nvPr/>
          </p:nvSpPr>
          <p:spPr>
            <a:xfrm>
              <a:off x="358227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h5796"/>
            <p:cNvSpPr/>
            <p:nvPr/>
          </p:nvSpPr>
          <p:spPr>
            <a:xfrm>
              <a:off x="359171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h5797"/>
            <p:cNvSpPr/>
            <p:nvPr/>
          </p:nvSpPr>
          <p:spPr>
            <a:xfrm>
              <a:off x="360115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h5798"/>
            <p:cNvSpPr/>
            <p:nvPr/>
          </p:nvSpPr>
          <p:spPr>
            <a:xfrm>
              <a:off x="361059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h5799"/>
            <p:cNvSpPr/>
            <p:nvPr/>
          </p:nvSpPr>
          <p:spPr>
            <a:xfrm>
              <a:off x="362003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h5800"/>
            <p:cNvSpPr/>
            <p:nvPr/>
          </p:nvSpPr>
          <p:spPr>
            <a:xfrm>
              <a:off x="362947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h5801"/>
            <p:cNvSpPr/>
            <p:nvPr/>
          </p:nvSpPr>
          <p:spPr>
            <a:xfrm>
              <a:off x="363891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h5802"/>
            <p:cNvSpPr/>
            <p:nvPr/>
          </p:nvSpPr>
          <p:spPr>
            <a:xfrm>
              <a:off x="364836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h5803"/>
            <p:cNvSpPr/>
            <p:nvPr/>
          </p:nvSpPr>
          <p:spPr>
            <a:xfrm>
              <a:off x="365780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h5804"/>
            <p:cNvSpPr/>
            <p:nvPr/>
          </p:nvSpPr>
          <p:spPr>
            <a:xfrm>
              <a:off x="366724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h5805"/>
            <p:cNvSpPr/>
            <p:nvPr/>
          </p:nvSpPr>
          <p:spPr>
            <a:xfrm>
              <a:off x="367668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h5806"/>
            <p:cNvSpPr/>
            <p:nvPr/>
          </p:nvSpPr>
          <p:spPr>
            <a:xfrm>
              <a:off x="368612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h5807"/>
            <p:cNvSpPr/>
            <p:nvPr/>
          </p:nvSpPr>
          <p:spPr>
            <a:xfrm>
              <a:off x="369556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h5808"/>
            <p:cNvSpPr/>
            <p:nvPr/>
          </p:nvSpPr>
          <p:spPr>
            <a:xfrm>
              <a:off x="370500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h5809"/>
            <p:cNvSpPr/>
            <p:nvPr/>
          </p:nvSpPr>
          <p:spPr>
            <a:xfrm>
              <a:off x="3714441" y="146500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137"/>
                  </a:lnTo>
                  <a:lnTo>
                    <a:pt x="923051" y="911612"/>
                  </a:lnTo>
                  <a:lnTo>
                    <a:pt x="921520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h5810"/>
            <p:cNvSpPr/>
            <p:nvPr/>
          </p:nvSpPr>
          <p:spPr>
            <a:xfrm>
              <a:off x="3723882" y="1447430"/>
              <a:ext cx="923840" cy="928707"/>
            </a:xfrm>
            <a:custGeom>
              <a:avLst/>
              <a:pathLst>
                <a:path w="923840" h="92870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261"/>
                  </a:lnTo>
                  <a:lnTo>
                    <a:pt x="923109" y="922864"/>
                  </a:lnTo>
                  <a:lnTo>
                    <a:pt x="917573" y="926799"/>
                  </a:lnTo>
                  <a:lnTo>
                    <a:pt x="914400" y="928707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h5811"/>
            <p:cNvSpPr/>
            <p:nvPr/>
          </p:nvSpPr>
          <p:spPr>
            <a:xfrm>
              <a:off x="3733322" y="1447430"/>
              <a:ext cx="923319" cy="922261"/>
            </a:xfrm>
            <a:custGeom>
              <a:avLst/>
              <a:pathLst>
                <a:path w="923319" h="922261">
                  <a:moveTo>
                    <a:pt x="914400" y="914400"/>
                  </a:moveTo>
                  <a:lnTo>
                    <a:pt x="923319" y="914400"/>
                  </a:lnTo>
                  <a:lnTo>
                    <a:pt x="919086" y="918396"/>
                  </a:lnTo>
                  <a:lnTo>
                    <a:pt x="914400" y="922261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h5812"/>
            <p:cNvSpPr/>
            <p:nvPr/>
          </p:nvSpPr>
          <p:spPr>
            <a:xfrm>
              <a:off x="2128481" y="1429861"/>
              <a:ext cx="914400" cy="920717"/>
            </a:xfrm>
            <a:custGeom>
              <a:avLst/>
              <a:pathLst>
                <a:path w="914400" h="920717">
                  <a:moveTo>
                    <a:pt x="914400" y="914400"/>
                  </a:moveTo>
                  <a:lnTo>
                    <a:pt x="914400" y="920717"/>
                  </a:lnTo>
                  <a:lnTo>
                    <a:pt x="913864" y="919499"/>
                  </a:lnTo>
                  <a:lnTo>
                    <a:pt x="912797" y="917073"/>
                  </a:lnTo>
                  <a:lnTo>
                    <a:pt x="911729" y="914648"/>
                  </a:lnTo>
                  <a:lnTo>
                    <a:pt x="911620" y="914400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h5813"/>
            <p:cNvSpPr/>
            <p:nvPr/>
          </p:nvSpPr>
          <p:spPr>
            <a:xfrm>
              <a:off x="212848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407" y="931969"/>
                  </a:lnTo>
                  <a:lnTo>
                    <a:pt x="918136" y="929221"/>
                  </a:lnTo>
                  <a:lnTo>
                    <a:pt x="917063" y="926777"/>
                  </a:lnTo>
                  <a:lnTo>
                    <a:pt x="915997" y="924351"/>
                  </a:lnTo>
                  <a:lnTo>
                    <a:pt x="914931" y="921925"/>
                  </a:lnTo>
                  <a:lnTo>
                    <a:pt x="914400" y="920717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h5814"/>
            <p:cNvSpPr/>
            <p:nvPr/>
          </p:nvSpPr>
          <p:spPr>
            <a:xfrm>
              <a:off x="213792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h5815"/>
            <p:cNvSpPr/>
            <p:nvPr/>
          </p:nvSpPr>
          <p:spPr>
            <a:xfrm>
              <a:off x="214736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h5816"/>
            <p:cNvSpPr/>
            <p:nvPr/>
          </p:nvSpPr>
          <p:spPr>
            <a:xfrm>
              <a:off x="215680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h5817"/>
            <p:cNvSpPr/>
            <p:nvPr/>
          </p:nvSpPr>
          <p:spPr>
            <a:xfrm>
              <a:off x="216624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h5818"/>
            <p:cNvSpPr/>
            <p:nvPr/>
          </p:nvSpPr>
          <p:spPr>
            <a:xfrm>
              <a:off x="217568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h5819"/>
            <p:cNvSpPr/>
            <p:nvPr/>
          </p:nvSpPr>
          <p:spPr>
            <a:xfrm>
              <a:off x="218512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h5820"/>
            <p:cNvSpPr/>
            <p:nvPr/>
          </p:nvSpPr>
          <p:spPr>
            <a:xfrm>
              <a:off x="219456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h5821"/>
            <p:cNvSpPr/>
            <p:nvPr/>
          </p:nvSpPr>
          <p:spPr>
            <a:xfrm>
              <a:off x="220400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h5822"/>
            <p:cNvSpPr/>
            <p:nvPr/>
          </p:nvSpPr>
          <p:spPr>
            <a:xfrm>
              <a:off x="221344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h5823"/>
            <p:cNvSpPr/>
            <p:nvPr/>
          </p:nvSpPr>
          <p:spPr>
            <a:xfrm>
              <a:off x="222288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h5824"/>
            <p:cNvSpPr/>
            <p:nvPr/>
          </p:nvSpPr>
          <p:spPr>
            <a:xfrm>
              <a:off x="223232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h5825"/>
            <p:cNvSpPr/>
            <p:nvPr/>
          </p:nvSpPr>
          <p:spPr>
            <a:xfrm>
              <a:off x="224176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h5826"/>
            <p:cNvSpPr/>
            <p:nvPr/>
          </p:nvSpPr>
          <p:spPr>
            <a:xfrm>
              <a:off x="225120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h5827"/>
            <p:cNvSpPr/>
            <p:nvPr/>
          </p:nvSpPr>
          <p:spPr>
            <a:xfrm>
              <a:off x="226064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h5828"/>
            <p:cNvSpPr/>
            <p:nvPr/>
          </p:nvSpPr>
          <p:spPr>
            <a:xfrm>
              <a:off x="227008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h5829"/>
            <p:cNvSpPr/>
            <p:nvPr/>
          </p:nvSpPr>
          <p:spPr>
            <a:xfrm>
              <a:off x="227952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h5830"/>
            <p:cNvSpPr/>
            <p:nvPr/>
          </p:nvSpPr>
          <p:spPr>
            <a:xfrm>
              <a:off x="228896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h5831"/>
            <p:cNvSpPr/>
            <p:nvPr/>
          </p:nvSpPr>
          <p:spPr>
            <a:xfrm>
              <a:off x="229840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h5832"/>
            <p:cNvSpPr/>
            <p:nvPr/>
          </p:nvSpPr>
          <p:spPr>
            <a:xfrm>
              <a:off x="230784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h5833"/>
            <p:cNvSpPr/>
            <p:nvPr/>
          </p:nvSpPr>
          <p:spPr>
            <a:xfrm>
              <a:off x="231728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h5834"/>
            <p:cNvSpPr/>
            <p:nvPr/>
          </p:nvSpPr>
          <p:spPr>
            <a:xfrm>
              <a:off x="232672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h5835"/>
            <p:cNvSpPr/>
            <p:nvPr/>
          </p:nvSpPr>
          <p:spPr>
            <a:xfrm>
              <a:off x="233616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h5836"/>
            <p:cNvSpPr/>
            <p:nvPr/>
          </p:nvSpPr>
          <p:spPr>
            <a:xfrm>
              <a:off x="234560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h5837"/>
            <p:cNvSpPr/>
            <p:nvPr/>
          </p:nvSpPr>
          <p:spPr>
            <a:xfrm>
              <a:off x="235504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h5838"/>
            <p:cNvSpPr/>
            <p:nvPr/>
          </p:nvSpPr>
          <p:spPr>
            <a:xfrm>
              <a:off x="236448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h5839"/>
            <p:cNvSpPr/>
            <p:nvPr/>
          </p:nvSpPr>
          <p:spPr>
            <a:xfrm>
              <a:off x="237392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h5840"/>
            <p:cNvSpPr/>
            <p:nvPr/>
          </p:nvSpPr>
          <p:spPr>
            <a:xfrm>
              <a:off x="2383368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h5841"/>
            <p:cNvSpPr/>
            <p:nvPr/>
          </p:nvSpPr>
          <p:spPr>
            <a:xfrm>
              <a:off x="239280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h5842"/>
            <p:cNvSpPr/>
            <p:nvPr/>
          </p:nvSpPr>
          <p:spPr>
            <a:xfrm>
              <a:off x="2402248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h5843"/>
            <p:cNvSpPr/>
            <p:nvPr/>
          </p:nvSpPr>
          <p:spPr>
            <a:xfrm>
              <a:off x="241168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h5844"/>
            <p:cNvSpPr/>
            <p:nvPr/>
          </p:nvSpPr>
          <p:spPr>
            <a:xfrm>
              <a:off x="2421129" y="1447430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3950"/>
                  </a:lnTo>
                  <a:lnTo>
                    <a:pt x="921908" y="912993"/>
                  </a:lnTo>
                  <a:lnTo>
                    <a:pt x="921561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h5845"/>
            <p:cNvSpPr/>
            <p:nvPr/>
          </p:nvSpPr>
          <p:spPr>
            <a:xfrm>
              <a:off x="2430569" y="1429861"/>
              <a:ext cx="915731" cy="921520"/>
            </a:xfrm>
            <a:custGeom>
              <a:avLst/>
              <a:pathLst>
                <a:path w="915731" h="921520">
                  <a:moveTo>
                    <a:pt x="914400" y="914400"/>
                  </a:moveTo>
                  <a:lnTo>
                    <a:pt x="915731" y="914400"/>
                  </a:lnTo>
                  <a:lnTo>
                    <a:pt x="914643" y="920380"/>
                  </a:lnTo>
                  <a:lnTo>
                    <a:pt x="914400" y="92152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h5846"/>
            <p:cNvSpPr/>
            <p:nvPr/>
          </p:nvSpPr>
          <p:spPr>
            <a:xfrm>
              <a:off x="3129147" y="144743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730" y="914400"/>
                  </a:lnTo>
                  <a:lnTo>
                    <a:pt x="911831" y="913657"/>
                  </a:lnTo>
                  <a:lnTo>
                    <a:pt x="913562" y="903205"/>
                  </a:lnTo>
                  <a:lnTo>
                    <a:pt x="914400" y="89895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h5847"/>
            <p:cNvSpPr/>
            <p:nvPr/>
          </p:nvSpPr>
          <p:spPr>
            <a:xfrm>
              <a:off x="3138587" y="142986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20"/>
                  </a:lnTo>
                  <a:lnTo>
                    <a:pt x="905376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h5848"/>
            <p:cNvSpPr/>
            <p:nvPr/>
          </p:nvSpPr>
          <p:spPr>
            <a:xfrm>
              <a:off x="313858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h5849"/>
            <p:cNvSpPr/>
            <p:nvPr/>
          </p:nvSpPr>
          <p:spPr>
            <a:xfrm>
              <a:off x="314802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h5850"/>
            <p:cNvSpPr/>
            <p:nvPr/>
          </p:nvSpPr>
          <p:spPr>
            <a:xfrm>
              <a:off x="315746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h5851"/>
            <p:cNvSpPr/>
            <p:nvPr/>
          </p:nvSpPr>
          <p:spPr>
            <a:xfrm>
              <a:off x="316690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h5852"/>
            <p:cNvSpPr/>
            <p:nvPr/>
          </p:nvSpPr>
          <p:spPr>
            <a:xfrm>
              <a:off x="317634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h5853"/>
            <p:cNvSpPr/>
            <p:nvPr/>
          </p:nvSpPr>
          <p:spPr>
            <a:xfrm>
              <a:off x="3185788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h5854"/>
            <p:cNvSpPr/>
            <p:nvPr/>
          </p:nvSpPr>
          <p:spPr>
            <a:xfrm>
              <a:off x="319522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h5855"/>
            <p:cNvSpPr/>
            <p:nvPr/>
          </p:nvSpPr>
          <p:spPr>
            <a:xfrm>
              <a:off x="320466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h5856"/>
            <p:cNvSpPr/>
            <p:nvPr/>
          </p:nvSpPr>
          <p:spPr>
            <a:xfrm>
              <a:off x="321410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h5857"/>
            <p:cNvSpPr/>
            <p:nvPr/>
          </p:nvSpPr>
          <p:spPr>
            <a:xfrm>
              <a:off x="322354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h5858"/>
            <p:cNvSpPr/>
            <p:nvPr/>
          </p:nvSpPr>
          <p:spPr>
            <a:xfrm>
              <a:off x="323298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h5859"/>
            <p:cNvSpPr/>
            <p:nvPr/>
          </p:nvSpPr>
          <p:spPr>
            <a:xfrm>
              <a:off x="3242429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h5860"/>
            <p:cNvSpPr/>
            <p:nvPr/>
          </p:nvSpPr>
          <p:spPr>
            <a:xfrm>
              <a:off x="325187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h5861"/>
            <p:cNvSpPr/>
            <p:nvPr/>
          </p:nvSpPr>
          <p:spPr>
            <a:xfrm>
              <a:off x="326131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h5862"/>
            <p:cNvSpPr/>
            <p:nvPr/>
          </p:nvSpPr>
          <p:spPr>
            <a:xfrm>
              <a:off x="327075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h5863"/>
            <p:cNvSpPr/>
            <p:nvPr/>
          </p:nvSpPr>
          <p:spPr>
            <a:xfrm>
              <a:off x="328019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h5864"/>
            <p:cNvSpPr/>
            <p:nvPr/>
          </p:nvSpPr>
          <p:spPr>
            <a:xfrm>
              <a:off x="328963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h5865"/>
            <p:cNvSpPr/>
            <p:nvPr/>
          </p:nvSpPr>
          <p:spPr>
            <a:xfrm>
              <a:off x="329907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h5866"/>
            <p:cNvSpPr/>
            <p:nvPr/>
          </p:nvSpPr>
          <p:spPr>
            <a:xfrm>
              <a:off x="330851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h5867"/>
            <p:cNvSpPr/>
            <p:nvPr/>
          </p:nvSpPr>
          <p:spPr>
            <a:xfrm>
              <a:off x="331795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h5868"/>
            <p:cNvSpPr/>
            <p:nvPr/>
          </p:nvSpPr>
          <p:spPr>
            <a:xfrm>
              <a:off x="332739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h5869"/>
            <p:cNvSpPr/>
            <p:nvPr/>
          </p:nvSpPr>
          <p:spPr>
            <a:xfrm>
              <a:off x="333683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h5870"/>
            <p:cNvSpPr/>
            <p:nvPr/>
          </p:nvSpPr>
          <p:spPr>
            <a:xfrm>
              <a:off x="334627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h5871"/>
            <p:cNvSpPr/>
            <p:nvPr/>
          </p:nvSpPr>
          <p:spPr>
            <a:xfrm>
              <a:off x="335571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h5872"/>
            <p:cNvSpPr/>
            <p:nvPr/>
          </p:nvSpPr>
          <p:spPr>
            <a:xfrm>
              <a:off x="336515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h5873"/>
            <p:cNvSpPr/>
            <p:nvPr/>
          </p:nvSpPr>
          <p:spPr>
            <a:xfrm>
              <a:off x="337459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h5874"/>
            <p:cNvSpPr/>
            <p:nvPr/>
          </p:nvSpPr>
          <p:spPr>
            <a:xfrm>
              <a:off x="338403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h5875"/>
            <p:cNvSpPr/>
            <p:nvPr/>
          </p:nvSpPr>
          <p:spPr>
            <a:xfrm>
              <a:off x="339347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h5876"/>
            <p:cNvSpPr/>
            <p:nvPr/>
          </p:nvSpPr>
          <p:spPr>
            <a:xfrm>
              <a:off x="340291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h5877"/>
            <p:cNvSpPr/>
            <p:nvPr/>
          </p:nvSpPr>
          <p:spPr>
            <a:xfrm>
              <a:off x="341235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h5878"/>
            <p:cNvSpPr/>
            <p:nvPr/>
          </p:nvSpPr>
          <p:spPr>
            <a:xfrm>
              <a:off x="342179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h5879"/>
            <p:cNvSpPr/>
            <p:nvPr/>
          </p:nvSpPr>
          <p:spPr>
            <a:xfrm>
              <a:off x="343123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h5880"/>
            <p:cNvSpPr/>
            <p:nvPr/>
          </p:nvSpPr>
          <p:spPr>
            <a:xfrm>
              <a:off x="344067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h5881"/>
            <p:cNvSpPr/>
            <p:nvPr/>
          </p:nvSpPr>
          <p:spPr>
            <a:xfrm>
              <a:off x="345011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h5882"/>
            <p:cNvSpPr/>
            <p:nvPr/>
          </p:nvSpPr>
          <p:spPr>
            <a:xfrm>
              <a:off x="345955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h5883"/>
            <p:cNvSpPr/>
            <p:nvPr/>
          </p:nvSpPr>
          <p:spPr>
            <a:xfrm>
              <a:off x="346899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h5884"/>
            <p:cNvSpPr/>
            <p:nvPr/>
          </p:nvSpPr>
          <p:spPr>
            <a:xfrm>
              <a:off x="347843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h5885"/>
            <p:cNvSpPr/>
            <p:nvPr/>
          </p:nvSpPr>
          <p:spPr>
            <a:xfrm>
              <a:off x="348787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h5886"/>
            <p:cNvSpPr/>
            <p:nvPr/>
          </p:nvSpPr>
          <p:spPr>
            <a:xfrm>
              <a:off x="349731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h5887"/>
            <p:cNvSpPr/>
            <p:nvPr/>
          </p:nvSpPr>
          <p:spPr>
            <a:xfrm>
              <a:off x="350675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h5888"/>
            <p:cNvSpPr/>
            <p:nvPr/>
          </p:nvSpPr>
          <p:spPr>
            <a:xfrm>
              <a:off x="351619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h5889"/>
            <p:cNvSpPr/>
            <p:nvPr/>
          </p:nvSpPr>
          <p:spPr>
            <a:xfrm>
              <a:off x="352563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h5890"/>
            <p:cNvSpPr/>
            <p:nvPr/>
          </p:nvSpPr>
          <p:spPr>
            <a:xfrm>
              <a:off x="353507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h5891"/>
            <p:cNvSpPr/>
            <p:nvPr/>
          </p:nvSpPr>
          <p:spPr>
            <a:xfrm>
              <a:off x="354451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h5892"/>
            <p:cNvSpPr/>
            <p:nvPr/>
          </p:nvSpPr>
          <p:spPr>
            <a:xfrm>
              <a:off x="355395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h5893"/>
            <p:cNvSpPr/>
            <p:nvPr/>
          </p:nvSpPr>
          <p:spPr>
            <a:xfrm>
              <a:off x="356339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h5894"/>
            <p:cNvSpPr/>
            <p:nvPr/>
          </p:nvSpPr>
          <p:spPr>
            <a:xfrm>
              <a:off x="357283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h5895"/>
            <p:cNvSpPr/>
            <p:nvPr/>
          </p:nvSpPr>
          <p:spPr>
            <a:xfrm>
              <a:off x="358227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h5896"/>
            <p:cNvSpPr/>
            <p:nvPr/>
          </p:nvSpPr>
          <p:spPr>
            <a:xfrm>
              <a:off x="359171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h5897"/>
            <p:cNvSpPr/>
            <p:nvPr/>
          </p:nvSpPr>
          <p:spPr>
            <a:xfrm>
              <a:off x="360115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h5898"/>
            <p:cNvSpPr/>
            <p:nvPr/>
          </p:nvSpPr>
          <p:spPr>
            <a:xfrm>
              <a:off x="361059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h5899"/>
            <p:cNvSpPr/>
            <p:nvPr/>
          </p:nvSpPr>
          <p:spPr>
            <a:xfrm>
              <a:off x="362003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h5900"/>
            <p:cNvSpPr/>
            <p:nvPr/>
          </p:nvSpPr>
          <p:spPr>
            <a:xfrm>
              <a:off x="362947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h5901"/>
            <p:cNvSpPr/>
            <p:nvPr/>
          </p:nvSpPr>
          <p:spPr>
            <a:xfrm>
              <a:off x="363891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h5902"/>
            <p:cNvSpPr/>
            <p:nvPr/>
          </p:nvSpPr>
          <p:spPr>
            <a:xfrm>
              <a:off x="364836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h5903"/>
            <p:cNvSpPr/>
            <p:nvPr/>
          </p:nvSpPr>
          <p:spPr>
            <a:xfrm>
              <a:off x="365780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h5904"/>
            <p:cNvSpPr/>
            <p:nvPr/>
          </p:nvSpPr>
          <p:spPr>
            <a:xfrm>
              <a:off x="366724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h5905"/>
            <p:cNvSpPr/>
            <p:nvPr/>
          </p:nvSpPr>
          <p:spPr>
            <a:xfrm>
              <a:off x="367668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h5906"/>
            <p:cNvSpPr/>
            <p:nvPr/>
          </p:nvSpPr>
          <p:spPr>
            <a:xfrm>
              <a:off x="368612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h5907"/>
            <p:cNvSpPr/>
            <p:nvPr/>
          </p:nvSpPr>
          <p:spPr>
            <a:xfrm>
              <a:off x="369556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h5908"/>
            <p:cNvSpPr/>
            <p:nvPr/>
          </p:nvSpPr>
          <p:spPr>
            <a:xfrm>
              <a:off x="370500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h5909"/>
            <p:cNvSpPr/>
            <p:nvPr/>
          </p:nvSpPr>
          <p:spPr>
            <a:xfrm>
              <a:off x="371444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h5910"/>
            <p:cNvSpPr/>
            <p:nvPr/>
          </p:nvSpPr>
          <p:spPr>
            <a:xfrm>
              <a:off x="372388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h5911"/>
            <p:cNvSpPr/>
            <p:nvPr/>
          </p:nvSpPr>
          <p:spPr>
            <a:xfrm>
              <a:off x="3733322" y="144743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907"/>
                  </a:lnTo>
                  <a:lnTo>
                    <a:pt x="923319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h5912"/>
            <p:cNvSpPr/>
            <p:nvPr/>
          </p:nvSpPr>
          <p:spPr>
            <a:xfrm>
              <a:off x="3742762" y="1429861"/>
              <a:ext cx="923840" cy="931477"/>
            </a:xfrm>
            <a:custGeom>
              <a:avLst/>
              <a:pathLst>
                <a:path w="923840" h="9314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939"/>
                  </a:lnTo>
                  <a:lnTo>
                    <a:pt x="920068" y="925479"/>
                  </a:lnTo>
                  <a:lnTo>
                    <a:pt x="914930" y="930976"/>
                  </a:lnTo>
                  <a:lnTo>
                    <a:pt x="914400" y="931477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h5913"/>
            <p:cNvSpPr/>
            <p:nvPr/>
          </p:nvSpPr>
          <p:spPr>
            <a:xfrm>
              <a:off x="3752202" y="1429861"/>
              <a:ext cx="919383" cy="920939"/>
            </a:xfrm>
            <a:custGeom>
              <a:avLst/>
              <a:pathLst>
                <a:path w="919383" h="920939">
                  <a:moveTo>
                    <a:pt x="914400" y="914400"/>
                  </a:moveTo>
                  <a:lnTo>
                    <a:pt x="919383" y="914400"/>
                  </a:lnTo>
                  <a:lnTo>
                    <a:pt x="915603" y="919490"/>
                  </a:lnTo>
                  <a:lnTo>
                    <a:pt x="914400" y="92093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h5914"/>
            <p:cNvSpPr/>
            <p:nvPr/>
          </p:nvSpPr>
          <p:spPr>
            <a:xfrm>
              <a:off x="2119041" y="1412291"/>
              <a:ext cx="914400" cy="917025"/>
            </a:xfrm>
            <a:custGeom>
              <a:avLst/>
              <a:pathLst>
                <a:path w="914400" h="917025">
                  <a:moveTo>
                    <a:pt x="914400" y="914399"/>
                  </a:moveTo>
                  <a:lnTo>
                    <a:pt x="914400" y="917025"/>
                  </a:lnTo>
                  <a:lnTo>
                    <a:pt x="913924" y="916179"/>
                  </a:lnTo>
                  <a:lnTo>
                    <a:pt x="912923" y="91439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h5915"/>
            <p:cNvSpPr/>
            <p:nvPr/>
          </p:nvSpPr>
          <p:spPr>
            <a:xfrm>
              <a:off x="211904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1060" y="931969"/>
                  </a:lnTo>
                  <a:lnTo>
                    <a:pt x="920102" y="929792"/>
                  </a:lnTo>
                  <a:lnTo>
                    <a:pt x="919033" y="927367"/>
                  </a:lnTo>
                  <a:lnTo>
                    <a:pt x="917964" y="924941"/>
                  </a:lnTo>
                  <a:lnTo>
                    <a:pt x="916895" y="922516"/>
                  </a:lnTo>
                  <a:lnTo>
                    <a:pt x="915825" y="920091"/>
                  </a:lnTo>
                  <a:lnTo>
                    <a:pt x="914738" y="917627"/>
                  </a:lnTo>
                  <a:lnTo>
                    <a:pt x="914400" y="917025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h5916"/>
            <p:cNvSpPr/>
            <p:nvPr/>
          </p:nvSpPr>
          <p:spPr>
            <a:xfrm>
              <a:off x="212848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h5917"/>
            <p:cNvSpPr/>
            <p:nvPr/>
          </p:nvSpPr>
          <p:spPr>
            <a:xfrm>
              <a:off x="213792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h5918"/>
            <p:cNvSpPr/>
            <p:nvPr/>
          </p:nvSpPr>
          <p:spPr>
            <a:xfrm>
              <a:off x="214736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h5919"/>
            <p:cNvSpPr/>
            <p:nvPr/>
          </p:nvSpPr>
          <p:spPr>
            <a:xfrm>
              <a:off x="215680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h5920"/>
            <p:cNvSpPr/>
            <p:nvPr/>
          </p:nvSpPr>
          <p:spPr>
            <a:xfrm>
              <a:off x="216624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h5921"/>
            <p:cNvSpPr/>
            <p:nvPr/>
          </p:nvSpPr>
          <p:spPr>
            <a:xfrm>
              <a:off x="217568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h5922"/>
            <p:cNvSpPr/>
            <p:nvPr/>
          </p:nvSpPr>
          <p:spPr>
            <a:xfrm>
              <a:off x="218512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h5923"/>
            <p:cNvSpPr/>
            <p:nvPr/>
          </p:nvSpPr>
          <p:spPr>
            <a:xfrm>
              <a:off x="219456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h5924"/>
            <p:cNvSpPr/>
            <p:nvPr/>
          </p:nvSpPr>
          <p:spPr>
            <a:xfrm>
              <a:off x="220400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h5925"/>
            <p:cNvSpPr/>
            <p:nvPr/>
          </p:nvSpPr>
          <p:spPr>
            <a:xfrm>
              <a:off x="221344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h5926"/>
            <p:cNvSpPr/>
            <p:nvPr/>
          </p:nvSpPr>
          <p:spPr>
            <a:xfrm>
              <a:off x="222288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h5927"/>
            <p:cNvSpPr/>
            <p:nvPr/>
          </p:nvSpPr>
          <p:spPr>
            <a:xfrm>
              <a:off x="223232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h5928"/>
            <p:cNvSpPr/>
            <p:nvPr/>
          </p:nvSpPr>
          <p:spPr>
            <a:xfrm>
              <a:off x="224176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h5929"/>
            <p:cNvSpPr/>
            <p:nvPr/>
          </p:nvSpPr>
          <p:spPr>
            <a:xfrm>
              <a:off x="225120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h5930"/>
            <p:cNvSpPr/>
            <p:nvPr/>
          </p:nvSpPr>
          <p:spPr>
            <a:xfrm>
              <a:off x="226064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h5931"/>
            <p:cNvSpPr/>
            <p:nvPr/>
          </p:nvSpPr>
          <p:spPr>
            <a:xfrm>
              <a:off x="227008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h5932"/>
            <p:cNvSpPr/>
            <p:nvPr/>
          </p:nvSpPr>
          <p:spPr>
            <a:xfrm>
              <a:off x="227952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h5933"/>
            <p:cNvSpPr/>
            <p:nvPr/>
          </p:nvSpPr>
          <p:spPr>
            <a:xfrm>
              <a:off x="228896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h5934"/>
            <p:cNvSpPr/>
            <p:nvPr/>
          </p:nvSpPr>
          <p:spPr>
            <a:xfrm>
              <a:off x="229840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h5935"/>
            <p:cNvSpPr/>
            <p:nvPr/>
          </p:nvSpPr>
          <p:spPr>
            <a:xfrm>
              <a:off x="230784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h5936"/>
            <p:cNvSpPr/>
            <p:nvPr/>
          </p:nvSpPr>
          <p:spPr>
            <a:xfrm>
              <a:off x="231728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h5937"/>
            <p:cNvSpPr/>
            <p:nvPr/>
          </p:nvSpPr>
          <p:spPr>
            <a:xfrm>
              <a:off x="232672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h5938"/>
            <p:cNvSpPr/>
            <p:nvPr/>
          </p:nvSpPr>
          <p:spPr>
            <a:xfrm>
              <a:off x="233616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h5939"/>
            <p:cNvSpPr/>
            <p:nvPr/>
          </p:nvSpPr>
          <p:spPr>
            <a:xfrm>
              <a:off x="234560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h5940"/>
            <p:cNvSpPr/>
            <p:nvPr/>
          </p:nvSpPr>
          <p:spPr>
            <a:xfrm>
              <a:off x="235504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h5941"/>
            <p:cNvSpPr/>
            <p:nvPr/>
          </p:nvSpPr>
          <p:spPr>
            <a:xfrm>
              <a:off x="236448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h5942"/>
            <p:cNvSpPr/>
            <p:nvPr/>
          </p:nvSpPr>
          <p:spPr>
            <a:xfrm>
              <a:off x="237392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h5943"/>
            <p:cNvSpPr/>
            <p:nvPr/>
          </p:nvSpPr>
          <p:spPr>
            <a:xfrm>
              <a:off x="2383368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h5944"/>
            <p:cNvSpPr/>
            <p:nvPr/>
          </p:nvSpPr>
          <p:spPr>
            <a:xfrm>
              <a:off x="239280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h5945"/>
            <p:cNvSpPr/>
            <p:nvPr/>
          </p:nvSpPr>
          <p:spPr>
            <a:xfrm>
              <a:off x="2402248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h5946"/>
            <p:cNvSpPr/>
            <p:nvPr/>
          </p:nvSpPr>
          <p:spPr>
            <a:xfrm>
              <a:off x="241168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h5947"/>
            <p:cNvSpPr/>
            <p:nvPr/>
          </p:nvSpPr>
          <p:spPr>
            <a:xfrm>
              <a:off x="2421129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h5948"/>
            <p:cNvSpPr/>
            <p:nvPr/>
          </p:nvSpPr>
          <p:spPr>
            <a:xfrm>
              <a:off x="2430569" y="1429861"/>
              <a:ext cx="918446" cy="914400"/>
            </a:xfrm>
            <a:custGeom>
              <a:avLst/>
              <a:pathLst>
                <a:path w="91844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446" y="896830"/>
                  </a:lnTo>
                  <a:lnTo>
                    <a:pt x="918127" y="899451"/>
                  </a:lnTo>
                  <a:lnTo>
                    <a:pt x="916531" y="910000"/>
                  </a:lnTo>
                  <a:lnTo>
                    <a:pt x="915731" y="914400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h5949"/>
            <p:cNvSpPr/>
            <p:nvPr/>
          </p:nvSpPr>
          <p:spPr>
            <a:xfrm>
              <a:off x="3138587" y="1412291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76" y="931969"/>
                  </a:lnTo>
                  <a:lnTo>
                    <a:pt x="906143" y="928073"/>
                  </a:lnTo>
                  <a:lnTo>
                    <a:pt x="908447" y="918011"/>
                  </a:lnTo>
                  <a:lnTo>
                    <a:pt x="909396" y="914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h5950"/>
            <p:cNvSpPr/>
            <p:nvPr/>
          </p:nvSpPr>
          <p:spPr>
            <a:xfrm>
              <a:off x="313858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h5951"/>
            <p:cNvSpPr/>
            <p:nvPr/>
          </p:nvSpPr>
          <p:spPr>
            <a:xfrm>
              <a:off x="314802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h5952"/>
            <p:cNvSpPr/>
            <p:nvPr/>
          </p:nvSpPr>
          <p:spPr>
            <a:xfrm>
              <a:off x="315746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h5953"/>
            <p:cNvSpPr/>
            <p:nvPr/>
          </p:nvSpPr>
          <p:spPr>
            <a:xfrm>
              <a:off x="316690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h5954"/>
            <p:cNvSpPr/>
            <p:nvPr/>
          </p:nvSpPr>
          <p:spPr>
            <a:xfrm>
              <a:off x="317634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h5955"/>
            <p:cNvSpPr/>
            <p:nvPr/>
          </p:nvSpPr>
          <p:spPr>
            <a:xfrm>
              <a:off x="3185788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h5956"/>
            <p:cNvSpPr/>
            <p:nvPr/>
          </p:nvSpPr>
          <p:spPr>
            <a:xfrm>
              <a:off x="319522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h5957"/>
            <p:cNvSpPr/>
            <p:nvPr/>
          </p:nvSpPr>
          <p:spPr>
            <a:xfrm>
              <a:off x="320466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h5958"/>
            <p:cNvSpPr/>
            <p:nvPr/>
          </p:nvSpPr>
          <p:spPr>
            <a:xfrm>
              <a:off x="321410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h5959"/>
            <p:cNvSpPr/>
            <p:nvPr/>
          </p:nvSpPr>
          <p:spPr>
            <a:xfrm>
              <a:off x="322354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h5960"/>
            <p:cNvSpPr/>
            <p:nvPr/>
          </p:nvSpPr>
          <p:spPr>
            <a:xfrm>
              <a:off x="323298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h5961"/>
            <p:cNvSpPr/>
            <p:nvPr/>
          </p:nvSpPr>
          <p:spPr>
            <a:xfrm>
              <a:off x="3242429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h5962"/>
            <p:cNvSpPr/>
            <p:nvPr/>
          </p:nvSpPr>
          <p:spPr>
            <a:xfrm>
              <a:off x="325187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h5963"/>
            <p:cNvSpPr/>
            <p:nvPr/>
          </p:nvSpPr>
          <p:spPr>
            <a:xfrm>
              <a:off x="326131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h5964"/>
            <p:cNvSpPr/>
            <p:nvPr/>
          </p:nvSpPr>
          <p:spPr>
            <a:xfrm>
              <a:off x="327075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h5965"/>
            <p:cNvSpPr/>
            <p:nvPr/>
          </p:nvSpPr>
          <p:spPr>
            <a:xfrm>
              <a:off x="328019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h5966"/>
            <p:cNvSpPr/>
            <p:nvPr/>
          </p:nvSpPr>
          <p:spPr>
            <a:xfrm>
              <a:off x="328963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h5967"/>
            <p:cNvSpPr/>
            <p:nvPr/>
          </p:nvSpPr>
          <p:spPr>
            <a:xfrm>
              <a:off x="329907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h5968"/>
            <p:cNvSpPr/>
            <p:nvPr/>
          </p:nvSpPr>
          <p:spPr>
            <a:xfrm>
              <a:off x="330851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h5969"/>
            <p:cNvSpPr/>
            <p:nvPr/>
          </p:nvSpPr>
          <p:spPr>
            <a:xfrm>
              <a:off x="331795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h5970"/>
            <p:cNvSpPr/>
            <p:nvPr/>
          </p:nvSpPr>
          <p:spPr>
            <a:xfrm>
              <a:off x="332739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h5971"/>
            <p:cNvSpPr/>
            <p:nvPr/>
          </p:nvSpPr>
          <p:spPr>
            <a:xfrm>
              <a:off x="333683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h5972"/>
            <p:cNvSpPr/>
            <p:nvPr/>
          </p:nvSpPr>
          <p:spPr>
            <a:xfrm>
              <a:off x="334627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h5973"/>
            <p:cNvSpPr/>
            <p:nvPr/>
          </p:nvSpPr>
          <p:spPr>
            <a:xfrm>
              <a:off x="335571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h5974"/>
            <p:cNvSpPr/>
            <p:nvPr/>
          </p:nvSpPr>
          <p:spPr>
            <a:xfrm>
              <a:off x="336515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h5975"/>
            <p:cNvSpPr/>
            <p:nvPr/>
          </p:nvSpPr>
          <p:spPr>
            <a:xfrm>
              <a:off x="337459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h5976"/>
            <p:cNvSpPr/>
            <p:nvPr/>
          </p:nvSpPr>
          <p:spPr>
            <a:xfrm>
              <a:off x="338403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h5977"/>
            <p:cNvSpPr/>
            <p:nvPr/>
          </p:nvSpPr>
          <p:spPr>
            <a:xfrm>
              <a:off x="339347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h5978"/>
            <p:cNvSpPr/>
            <p:nvPr/>
          </p:nvSpPr>
          <p:spPr>
            <a:xfrm>
              <a:off x="340291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h5979"/>
            <p:cNvSpPr/>
            <p:nvPr/>
          </p:nvSpPr>
          <p:spPr>
            <a:xfrm>
              <a:off x="341235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h5980"/>
            <p:cNvSpPr/>
            <p:nvPr/>
          </p:nvSpPr>
          <p:spPr>
            <a:xfrm>
              <a:off x="342179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h5981"/>
            <p:cNvSpPr/>
            <p:nvPr/>
          </p:nvSpPr>
          <p:spPr>
            <a:xfrm>
              <a:off x="343123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h5982"/>
            <p:cNvSpPr/>
            <p:nvPr/>
          </p:nvSpPr>
          <p:spPr>
            <a:xfrm>
              <a:off x="344067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h5983"/>
            <p:cNvSpPr/>
            <p:nvPr/>
          </p:nvSpPr>
          <p:spPr>
            <a:xfrm>
              <a:off x="345011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h5984"/>
            <p:cNvSpPr/>
            <p:nvPr/>
          </p:nvSpPr>
          <p:spPr>
            <a:xfrm>
              <a:off x="345955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h5985"/>
            <p:cNvSpPr/>
            <p:nvPr/>
          </p:nvSpPr>
          <p:spPr>
            <a:xfrm>
              <a:off x="346899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h5986"/>
            <p:cNvSpPr/>
            <p:nvPr/>
          </p:nvSpPr>
          <p:spPr>
            <a:xfrm>
              <a:off x="347843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h5987"/>
            <p:cNvSpPr/>
            <p:nvPr/>
          </p:nvSpPr>
          <p:spPr>
            <a:xfrm>
              <a:off x="348787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h5988"/>
            <p:cNvSpPr/>
            <p:nvPr/>
          </p:nvSpPr>
          <p:spPr>
            <a:xfrm>
              <a:off x="349731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h5989"/>
            <p:cNvSpPr/>
            <p:nvPr/>
          </p:nvSpPr>
          <p:spPr>
            <a:xfrm>
              <a:off x="350675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h5990"/>
            <p:cNvSpPr/>
            <p:nvPr/>
          </p:nvSpPr>
          <p:spPr>
            <a:xfrm>
              <a:off x="351619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h5991"/>
            <p:cNvSpPr/>
            <p:nvPr/>
          </p:nvSpPr>
          <p:spPr>
            <a:xfrm>
              <a:off x="352563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h5992"/>
            <p:cNvSpPr/>
            <p:nvPr/>
          </p:nvSpPr>
          <p:spPr>
            <a:xfrm>
              <a:off x="353507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h5993"/>
            <p:cNvSpPr/>
            <p:nvPr/>
          </p:nvSpPr>
          <p:spPr>
            <a:xfrm>
              <a:off x="354451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h5994"/>
            <p:cNvSpPr/>
            <p:nvPr/>
          </p:nvSpPr>
          <p:spPr>
            <a:xfrm>
              <a:off x="355395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h5995"/>
            <p:cNvSpPr/>
            <p:nvPr/>
          </p:nvSpPr>
          <p:spPr>
            <a:xfrm>
              <a:off x="356339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h5996"/>
            <p:cNvSpPr/>
            <p:nvPr/>
          </p:nvSpPr>
          <p:spPr>
            <a:xfrm>
              <a:off x="357283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h5997"/>
            <p:cNvSpPr/>
            <p:nvPr/>
          </p:nvSpPr>
          <p:spPr>
            <a:xfrm>
              <a:off x="358227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h5998"/>
            <p:cNvSpPr/>
            <p:nvPr/>
          </p:nvSpPr>
          <p:spPr>
            <a:xfrm>
              <a:off x="359171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h5999"/>
            <p:cNvSpPr/>
            <p:nvPr/>
          </p:nvSpPr>
          <p:spPr>
            <a:xfrm>
              <a:off x="360115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h6000"/>
            <p:cNvSpPr/>
            <p:nvPr/>
          </p:nvSpPr>
          <p:spPr>
            <a:xfrm>
              <a:off x="361059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h6001"/>
            <p:cNvSpPr/>
            <p:nvPr/>
          </p:nvSpPr>
          <p:spPr>
            <a:xfrm>
              <a:off x="362003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h6002"/>
            <p:cNvSpPr/>
            <p:nvPr/>
          </p:nvSpPr>
          <p:spPr>
            <a:xfrm>
              <a:off x="362947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h6003"/>
            <p:cNvSpPr/>
            <p:nvPr/>
          </p:nvSpPr>
          <p:spPr>
            <a:xfrm>
              <a:off x="363891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h6004"/>
            <p:cNvSpPr/>
            <p:nvPr/>
          </p:nvSpPr>
          <p:spPr>
            <a:xfrm>
              <a:off x="364836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h6005"/>
            <p:cNvSpPr/>
            <p:nvPr/>
          </p:nvSpPr>
          <p:spPr>
            <a:xfrm>
              <a:off x="365780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h6006"/>
            <p:cNvSpPr/>
            <p:nvPr/>
          </p:nvSpPr>
          <p:spPr>
            <a:xfrm>
              <a:off x="366724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h6007"/>
            <p:cNvSpPr/>
            <p:nvPr/>
          </p:nvSpPr>
          <p:spPr>
            <a:xfrm>
              <a:off x="367668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h6008"/>
            <p:cNvSpPr/>
            <p:nvPr/>
          </p:nvSpPr>
          <p:spPr>
            <a:xfrm>
              <a:off x="368612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h6009"/>
            <p:cNvSpPr/>
            <p:nvPr/>
          </p:nvSpPr>
          <p:spPr>
            <a:xfrm>
              <a:off x="369556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h6010"/>
            <p:cNvSpPr/>
            <p:nvPr/>
          </p:nvSpPr>
          <p:spPr>
            <a:xfrm>
              <a:off x="370500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h6011"/>
            <p:cNvSpPr/>
            <p:nvPr/>
          </p:nvSpPr>
          <p:spPr>
            <a:xfrm>
              <a:off x="371444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h6012"/>
            <p:cNvSpPr/>
            <p:nvPr/>
          </p:nvSpPr>
          <p:spPr>
            <a:xfrm>
              <a:off x="372388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h6013"/>
            <p:cNvSpPr/>
            <p:nvPr/>
          </p:nvSpPr>
          <p:spPr>
            <a:xfrm>
              <a:off x="373332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h6014"/>
            <p:cNvSpPr/>
            <p:nvPr/>
          </p:nvSpPr>
          <p:spPr>
            <a:xfrm>
              <a:off x="374276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h6015"/>
            <p:cNvSpPr/>
            <p:nvPr/>
          </p:nvSpPr>
          <p:spPr>
            <a:xfrm>
              <a:off x="3752202" y="142986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867"/>
                  </a:lnTo>
                  <a:lnTo>
                    <a:pt x="920404" y="913025"/>
                  </a:lnTo>
                  <a:lnTo>
                    <a:pt x="919383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h6016"/>
            <p:cNvSpPr/>
            <p:nvPr/>
          </p:nvSpPr>
          <p:spPr>
            <a:xfrm>
              <a:off x="3761643" y="1412291"/>
              <a:ext cx="921017" cy="925437"/>
            </a:xfrm>
            <a:custGeom>
              <a:avLst/>
              <a:pathLst>
                <a:path w="921017" h="925437">
                  <a:moveTo>
                    <a:pt x="914400" y="914399"/>
                  </a:moveTo>
                  <a:lnTo>
                    <a:pt x="921017" y="914399"/>
                  </a:lnTo>
                  <a:lnTo>
                    <a:pt x="919987" y="916308"/>
                  </a:lnTo>
                  <a:lnTo>
                    <a:pt x="915576" y="923671"/>
                  </a:lnTo>
                  <a:lnTo>
                    <a:pt x="914400" y="925437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h6017"/>
            <p:cNvSpPr/>
            <p:nvPr/>
          </p:nvSpPr>
          <p:spPr>
            <a:xfrm>
              <a:off x="2109601" y="1394721"/>
              <a:ext cx="914400" cy="917829"/>
            </a:xfrm>
            <a:custGeom>
              <a:avLst/>
              <a:pathLst>
                <a:path w="914400" h="917829">
                  <a:moveTo>
                    <a:pt x="914400" y="914400"/>
                  </a:moveTo>
                  <a:lnTo>
                    <a:pt x="914400" y="917829"/>
                  </a:lnTo>
                  <a:lnTo>
                    <a:pt x="914270" y="917600"/>
                  </a:lnTo>
                  <a:lnTo>
                    <a:pt x="913132" y="915582"/>
                  </a:lnTo>
                  <a:lnTo>
                    <a:pt x="912465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h6018"/>
            <p:cNvSpPr/>
            <p:nvPr/>
          </p:nvSpPr>
          <p:spPr>
            <a:xfrm>
              <a:off x="210960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364" y="931969"/>
                  </a:lnTo>
                  <a:lnTo>
                    <a:pt x="922229" y="931730"/>
                  </a:lnTo>
                  <a:lnTo>
                    <a:pt x="921093" y="929711"/>
                  </a:lnTo>
                  <a:lnTo>
                    <a:pt x="919957" y="927692"/>
                  </a:lnTo>
                  <a:lnTo>
                    <a:pt x="918820" y="925673"/>
                  </a:lnTo>
                  <a:lnTo>
                    <a:pt x="917683" y="923655"/>
                  </a:lnTo>
                  <a:lnTo>
                    <a:pt x="916546" y="921636"/>
                  </a:lnTo>
                  <a:lnTo>
                    <a:pt x="915408" y="919618"/>
                  </a:lnTo>
                  <a:lnTo>
                    <a:pt x="914400" y="91782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h6019"/>
            <p:cNvSpPr/>
            <p:nvPr/>
          </p:nvSpPr>
          <p:spPr>
            <a:xfrm>
              <a:off x="211904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h6020"/>
            <p:cNvSpPr/>
            <p:nvPr/>
          </p:nvSpPr>
          <p:spPr>
            <a:xfrm>
              <a:off x="212848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h6021"/>
            <p:cNvSpPr/>
            <p:nvPr/>
          </p:nvSpPr>
          <p:spPr>
            <a:xfrm>
              <a:off x="213792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h6022"/>
            <p:cNvSpPr/>
            <p:nvPr/>
          </p:nvSpPr>
          <p:spPr>
            <a:xfrm>
              <a:off x="214736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h6023"/>
            <p:cNvSpPr/>
            <p:nvPr/>
          </p:nvSpPr>
          <p:spPr>
            <a:xfrm>
              <a:off x="215680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h6024"/>
            <p:cNvSpPr/>
            <p:nvPr/>
          </p:nvSpPr>
          <p:spPr>
            <a:xfrm>
              <a:off x="216624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h6025"/>
            <p:cNvSpPr/>
            <p:nvPr/>
          </p:nvSpPr>
          <p:spPr>
            <a:xfrm>
              <a:off x="217568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h6026"/>
            <p:cNvSpPr/>
            <p:nvPr/>
          </p:nvSpPr>
          <p:spPr>
            <a:xfrm>
              <a:off x="218512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h6027"/>
            <p:cNvSpPr/>
            <p:nvPr/>
          </p:nvSpPr>
          <p:spPr>
            <a:xfrm>
              <a:off x="219456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h6028"/>
            <p:cNvSpPr/>
            <p:nvPr/>
          </p:nvSpPr>
          <p:spPr>
            <a:xfrm>
              <a:off x="220400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h6029"/>
            <p:cNvSpPr/>
            <p:nvPr/>
          </p:nvSpPr>
          <p:spPr>
            <a:xfrm>
              <a:off x="221344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h6030"/>
            <p:cNvSpPr/>
            <p:nvPr/>
          </p:nvSpPr>
          <p:spPr>
            <a:xfrm>
              <a:off x="222288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h6031"/>
            <p:cNvSpPr/>
            <p:nvPr/>
          </p:nvSpPr>
          <p:spPr>
            <a:xfrm>
              <a:off x="223232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h6032"/>
            <p:cNvSpPr/>
            <p:nvPr/>
          </p:nvSpPr>
          <p:spPr>
            <a:xfrm>
              <a:off x="224176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h6033"/>
            <p:cNvSpPr/>
            <p:nvPr/>
          </p:nvSpPr>
          <p:spPr>
            <a:xfrm>
              <a:off x="225120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h6034"/>
            <p:cNvSpPr/>
            <p:nvPr/>
          </p:nvSpPr>
          <p:spPr>
            <a:xfrm>
              <a:off x="226064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h6035"/>
            <p:cNvSpPr/>
            <p:nvPr/>
          </p:nvSpPr>
          <p:spPr>
            <a:xfrm>
              <a:off x="227008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h6036"/>
            <p:cNvSpPr/>
            <p:nvPr/>
          </p:nvSpPr>
          <p:spPr>
            <a:xfrm>
              <a:off x="227952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h6037"/>
            <p:cNvSpPr/>
            <p:nvPr/>
          </p:nvSpPr>
          <p:spPr>
            <a:xfrm>
              <a:off x="228896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h6038"/>
            <p:cNvSpPr/>
            <p:nvPr/>
          </p:nvSpPr>
          <p:spPr>
            <a:xfrm>
              <a:off x="229840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h6039"/>
            <p:cNvSpPr/>
            <p:nvPr/>
          </p:nvSpPr>
          <p:spPr>
            <a:xfrm>
              <a:off x="230784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h6040"/>
            <p:cNvSpPr/>
            <p:nvPr/>
          </p:nvSpPr>
          <p:spPr>
            <a:xfrm>
              <a:off x="231728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h6041"/>
            <p:cNvSpPr/>
            <p:nvPr/>
          </p:nvSpPr>
          <p:spPr>
            <a:xfrm>
              <a:off x="232672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h6042"/>
            <p:cNvSpPr/>
            <p:nvPr/>
          </p:nvSpPr>
          <p:spPr>
            <a:xfrm>
              <a:off x="233616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h6043"/>
            <p:cNvSpPr/>
            <p:nvPr/>
          </p:nvSpPr>
          <p:spPr>
            <a:xfrm>
              <a:off x="234560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h6044"/>
            <p:cNvSpPr/>
            <p:nvPr/>
          </p:nvSpPr>
          <p:spPr>
            <a:xfrm>
              <a:off x="235504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h6045"/>
            <p:cNvSpPr/>
            <p:nvPr/>
          </p:nvSpPr>
          <p:spPr>
            <a:xfrm>
              <a:off x="236448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h6046"/>
            <p:cNvSpPr/>
            <p:nvPr/>
          </p:nvSpPr>
          <p:spPr>
            <a:xfrm>
              <a:off x="237392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h6047"/>
            <p:cNvSpPr/>
            <p:nvPr/>
          </p:nvSpPr>
          <p:spPr>
            <a:xfrm>
              <a:off x="2383368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h6048"/>
            <p:cNvSpPr/>
            <p:nvPr/>
          </p:nvSpPr>
          <p:spPr>
            <a:xfrm>
              <a:off x="239280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h6049"/>
            <p:cNvSpPr/>
            <p:nvPr/>
          </p:nvSpPr>
          <p:spPr>
            <a:xfrm>
              <a:off x="2402248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h6050"/>
            <p:cNvSpPr/>
            <p:nvPr/>
          </p:nvSpPr>
          <p:spPr>
            <a:xfrm>
              <a:off x="241168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h6051"/>
            <p:cNvSpPr/>
            <p:nvPr/>
          </p:nvSpPr>
          <p:spPr>
            <a:xfrm>
              <a:off x="2421129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h6052"/>
            <p:cNvSpPr/>
            <p:nvPr/>
          </p:nvSpPr>
          <p:spPr>
            <a:xfrm>
              <a:off x="2430569" y="1412291"/>
              <a:ext cx="920306" cy="914399"/>
            </a:xfrm>
            <a:custGeom>
              <a:avLst/>
              <a:pathLst>
                <a:path w="920306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306" y="896830"/>
                  </a:lnTo>
                  <a:lnTo>
                    <a:pt x="919427" y="906332"/>
                  </a:lnTo>
                  <a:lnTo>
                    <a:pt x="918446" y="91439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h6053"/>
            <p:cNvSpPr/>
            <p:nvPr/>
          </p:nvSpPr>
          <p:spPr>
            <a:xfrm>
              <a:off x="3138587" y="141229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9396" y="914399"/>
                  </a:lnTo>
                  <a:lnTo>
                    <a:pt x="911028" y="908185"/>
                  </a:lnTo>
                  <a:lnTo>
                    <a:pt x="913880" y="898621"/>
                  </a:lnTo>
                  <a:lnTo>
                    <a:pt x="914400" y="897073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h6054"/>
            <p:cNvSpPr/>
            <p:nvPr/>
          </p:nvSpPr>
          <p:spPr>
            <a:xfrm>
              <a:off x="3148027" y="139472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643"/>
                  </a:lnTo>
                  <a:lnTo>
                    <a:pt x="905041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h6055"/>
            <p:cNvSpPr/>
            <p:nvPr/>
          </p:nvSpPr>
          <p:spPr>
            <a:xfrm>
              <a:off x="314802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h6056"/>
            <p:cNvSpPr/>
            <p:nvPr/>
          </p:nvSpPr>
          <p:spPr>
            <a:xfrm>
              <a:off x="315746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h6057"/>
            <p:cNvSpPr/>
            <p:nvPr/>
          </p:nvSpPr>
          <p:spPr>
            <a:xfrm>
              <a:off x="316690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h6058"/>
            <p:cNvSpPr/>
            <p:nvPr/>
          </p:nvSpPr>
          <p:spPr>
            <a:xfrm>
              <a:off x="317634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h6059"/>
            <p:cNvSpPr/>
            <p:nvPr/>
          </p:nvSpPr>
          <p:spPr>
            <a:xfrm>
              <a:off x="3185788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h6060"/>
            <p:cNvSpPr/>
            <p:nvPr/>
          </p:nvSpPr>
          <p:spPr>
            <a:xfrm>
              <a:off x="319522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h6061"/>
            <p:cNvSpPr/>
            <p:nvPr/>
          </p:nvSpPr>
          <p:spPr>
            <a:xfrm>
              <a:off x="320466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h6062"/>
            <p:cNvSpPr/>
            <p:nvPr/>
          </p:nvSpPr>
          <p:spPr>
            <a:xfrm>
              <a:off x="321410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h6063"/>
            <p:cNvSpPr/>
            <p:nvPr/>
          </p:nvSpPr>
          <p:spPr>
            <a:xfrm>
              <a:off x="322354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h6064"/>
            <p:cNvSpPr/>
            <p:nvPr/>
          </p:nvSpPr>
          <p:spPr>
            <a:xfrm>
              <a:off x="323298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h6065"/>
            <p:cNvSpPr/>
            <p:nvPr/>
          </p:nvSpPr>
          <p:spPr>
            <a:xfrm>
              <a:off x="3242429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h6066"/>
            <p:cNvSpPr/>
            <p:nvPr/>
          </p:nvSpPr>
          <p:spPr>
            <a:xfrm>
              <a:off x="325187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h6067"/>
            <p:cNvSpPr/>
            <p:nvPr/>
          </p:nvSpPr>
          <p:spPr>
            <a:xfrm>
              <a:off x="326131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h6068"/>
            <p:cNvSpPr/>
            <p:nvPr/>
          </p:nvSpPr>
          <p:spPr>
            <a:xfrm>
              <a:off x="327075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h6069"/>
            <p:cNvSpPr/>
            <p:nvPr/>
          </p:nvSpPr>
          <p:spPr>
            <a:xfrm>
              <a:off x="328019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h6070"/>
            <p:cNvSpPr/>
            <p:nvPr/>
          </p:nvSpPr>
          <p:spPr>
            <a:xfrm>
              <a:off x="328963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h6071"/>
            <p:cNvSpPr/>
            <p:nvPr/>
          </p:nvSpPr>
          <p:spPr>
            <a:xfrm>
              <a:off x="329907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h6072"/>
            <p:cNvSpPr/>
            <p:nvPr/>
          </p:nvSpPr>
          <p:spPr>
            <a:xfrm>
              <a:off x="330851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h6073"/>
            <p:cNvSpPr/>
            <p:nvPr/>
          </p:nvSpPr>
          <p:spPr>
            <a:xfrm>
              <a:off x="331795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h6074"/>
            <p:cNvSpPr/>
            <p:nvPr/>
          </p:nvSpPr>
          <p:spPr>
            <a:xfrm>
              <a:off x="332739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h6075"/>
            <p:cNvSpPr/>
            <p:nvPr/>
          </p:nvSpPr>
          <p:spPr>
            <a:xfrm>
              <a:off x="333683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h6076"/>
            <p:cNvSpPr/>
            <p:nvPr/>
          </p:nvSpPr>
          <p:spPr>
            <a:xfrm>
              <a:off x="334627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h6077"/>
            <p:cNvSpPr/>
            <p:nvPr/>
          </p:nvSpPr>
          <p:spPr>
            <a:xfrm>
              <a:off x="335571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h6078"/>
            <p:cNvSpPr/>
            <p:nvPr/>
          </p:nvSpPr>
          <p:spPr>
            <a:xfrm>
              <a:off x="336515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h6079"/>
            <p:cNvSpPr/>
            <p:nvPr/>
          </p:nvSpPr>
          <p:spPr>
            <a:xfrm>
              <a:off x="337459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h6080"/>
            <p:cNvSpPr/>
            <p:nvPr/>
          </p:nvSpPr>
          <p:spPr>
            <a:xfrm>
              <a:off x="338403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h6081"/>
            <p:cNvSpPr/>
            <p:nvPr/>
          </p:nvSpPr>
          <p:spPr>
            <a:xfrm>
              <a:off x="339347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h6082"/>
            <p:cNvSpPr/>
            <p:nvPr/>
          </p:nvSpPr>
          <p:spPr>
            <a:xfrm>
              <a:off x="340291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h6083"/>
            <p:cNvSpPr/>
            <p:nvPr/>
          </p:nvSpPr>
          <p:spPr>
            <a:xfrm>
              <a:off x="341235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h6084"/>
            <p:cNvSpPr/>
            <p:nvPr/>
          </p:nvSpPr>
          <p:spPr>
            <a:xfrm>
              <a:off x="342179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h6085"/>
            <p:cNvSpPr/>
            <p:nvPr/>
          </p:nvSpPr>
          <p:spPr>
            <a:xfrm>
              <a:off x="343123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h6086"/>
            <p:cNvSpPr/>
            <p:nvPr/>
          </p:nvSpPr>
          <p:spPr>
            <a:xfrm>
              <a:off x="344067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h6087"/>
            <p:cNvSpPr/>
            <p:nvPr/>
          </p:nvSpPr>
          <p:spPr>
            <a:xfrm>
              <a:off x="345011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h6088"/>
            <p:cNvSpPr/>
            <p:nvPr/>
          </p:nvSpPr>
          <p:spPr>
            <a:xfrm>
              <a:off x="345955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h6089"/>
            <p:cNvSpPr/>
            <p:nvPr/>
          </p:nvSpPr>
          <p:spPr>
            <a:xfrm>
              <a:off x="346899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h6090"/>
            <p:cNvSpPr/>
            <p:nvPr/>
          </p:nvSpPr>
          <p:spPr>
            <a:xfrm>
              <a:off x="347843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h6091"/>
            <p:cNvSpPr/>
            <p:nvPr/>
          </p:nvSpPr>
          <p:spPr>
            <a:xfrm>
              <a:off x="348787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h6092"/>
            <p:cNvSpPr/>
            <p:nvPr/>
          </p:nvSpPr>
          <p:spPr>
            <a:xfrm>
              <a:off x="349731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h6093"/>
            <p:cNvSpPr/>
            <p:nvPr/>
          </p:nvSpPr>
          <p:spPr>
            <a:xfrm>
              <a:off x="350675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h6094"/>
            <p:cNvSpPr/>
            <p:nvPr/>
          </p:nvSpPr>
          <p:spPr>
            <a:xfrm>
              <a:off x="351619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h6095"/>
            <p:cNvSpPr/>
            <p:nvPr/>
          </p:nvSpPr>
          <p:spPr>
            <a:xfrm>
              <a:off x="352563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h6096"/>
            <p:cNvSpPr/>
            <p:nvPr/>
          </p:nvSpPr>
          <p:spPr>
            <a:xfrm>
              <a:off x="353507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h6097"/>
            <p:cNvSpPr/>
            <p:nvPr/>
          </p:nvSpPr>
          <p:spPr>
            <a:xfrm>
              <a:off x="354451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h6098"/>
            <p:cNvSpPr/>
            <p:nvPr/>
          </p:nvSpPr>
          <p:spPr>
            <a:xfrm>
              <a:off x="355395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h6099"/>
            <p:cNvSpPr/>
            <p:nvPr/>
          </p:nvSpPr>
          <p:spPr>
            <a:xfrm>
              <a:off x="356339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h6100"/>
            <p:cNvSpPr/>
            <p:nvPr/>
          </p:nvSpPr>
          <p:spPr>
            <a:xfrm>
              <a:off x="357283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h6101"/>
            <p:cNvSpPr/>
            <p:nvPr/>
          </p:nvSpPr>
          <p:spPr>
            <a:xfrm>
              <a:off x="358227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h6102"/>
            <p:cNvSpPr/>
            <p:nvPr/>
          </p:nvSpPr>
          <p:spPr>
            <a:xfrm>
              <a:off x="359171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h6103"/>
            <p:cNvSpPr/>
            <p:nvPr/>
          </p:nvSpPr>
          <p:spPr>
            <a:xfrm>
              <a:off x="360115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h6104"/>
            <p:cNvSpPr/>
            <p:nvPr/>
          </p:nvSpPr>
          <p:spPr>
            <a:xfrm>
              <a:off x="361059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h6105"/>
            <p:cNvSpPr/>
            <p:nvPr/>
          </p:nvSpPr>
          <p:spPr>
            <a:xfrm>
              <a:off x="362003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h6106"/>
            <p:cNvSpPr/>
            <p:nvPr/>
          </p:nvSpPr>
          <p:spPr>
            <a:xfrm>
              <a:off x="362947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h6107"/>
            <p:cNvSpPr/>
            <p:nvPr/>
          </p:nvSpPr>
          <p:spPr>
            <a:xfrm>
              <a:off x="363891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h6108"/>
            <p:cNvSpPr/>
            <p:nvPr/>
          </p:nvSpPr>
          <p:spPr>
            <a:xfrm>
              <a:off x="364836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h6109"/>
            <p:cNvSpPr/>
            <p:nvPr/>
          </p:nvSpPr>
          <p:spPr>
            <a:xfrm>
              <a:off x="365780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h6110"/>
            <p:cNvSpPr/>
            <p:nvPr/>
          </p:nvSpPr>
          <p:spPr>
            <a:xfrm>
              <a:off x="366724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h6111"/>
            <p:cNvSpPr/>
            <p:nvPr/>
          </p:nvSpPr>
          <p:spPr>
            <a:xfrm>
              <a:off x="367668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h6112"/>
            <p:cNvSpPr/>
            <p:nvPr/>
          </p:nvSpPr>
          <p:spPr>
            <a:xfrm>
              <a:off x="368612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h6113"/>
            <p:cNvSpPr/>
            <p:nvPr/>
          </p:nvSpPr>
          <p:spPr>
            <a:xfrm>
              <a:off x="369556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h6114"/>
            <p:cNvSpPr/>
            <p:nvPr/>
          </p:nvSpPr>
          <p:spPr>
            <a:xfrm>
              <a:off x="370500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h6115"/>
            <p:cNvSpPr/>
            <p:nvPr/>
          </p:nvSpPr>
          <p:spPr>
            <a:xfrm>
              <a:off x="371444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h6116"/>
            <p:cNvSpPr/>
            <p:nvPr/>
          </p:nvSpPr>
          <p:spPr>
            <a:xfrm>
              <a:off x="372388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h6117"/>
            <p:cNvSpPr/>
            <p:nvPr/>
          </p:nvSpPr>
          <p:spPr>
            <a:xfrm>
              <a:off x="373332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h6118"/>
            <p:cNvSpPr/>
            <p:nvPr/>
          </p:nvSpPr>
          <p:spPr>
            <a:xfrm>
              <a:off x="374276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h6119"/>
            <p:cNvSpPr/>
            <p:nvPr/>
          </p:nvSpPr>
          <p:spPr>
            <a:xfrm>
              <a:off x="375220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h6120"/>
            <p:cNvSpPr/>
            <p:nvPr/>
          </p:nvSpPr>
          <p:spPr>
            <a:xfrm>
              <a:off x="3761643" y="1412291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168"/>
                  </a:lnTo>
                  <a:lnTo>
                    <a:pt x="921017" y="91439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h6121"/>
            <p:cNvSpPr/>
            <p:nvPr/>
          </p:nvSpPr>
          <p:spPr>
            <a:xfrm>
              <a:off x="3771083" y="1394721"/>
              <a:ext cx="920257" cy="926738"/>
            </a:xfrm>
            <a:custGeom>
              <a:avLst/>
              <a:pathLst>
                <a:path w="920257" h="926738">
                  <a:moveTo>
                    <a:pt x="914400" y="914400"/>
                  </a:moveTo>
                  <a:lnTo>
                    <a:pt x="920257" y="914400"/>
                  </a:lnTo>
                  <a:lnTo>
                    <a:pt x="918720" y="917915"/>
                  </a:lnTo>
                  <a:lnTo>
                    <a:pt x="914746" y="926095"/>
                  </a:lnTo>
                  <a:lnTo>
                    <a:pt x="914400" y="9267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h6122"/>
            <p:cNvSpPr/>
            <p:nvPr/>
          </p:nvSpPr>
          <p:spPr>
            <a:xfrm>
              <a:off x="2100160" y="1377151"/>
              <a:ext cx="914400" cy="917764"/>
            </a:xfrm>
            <a:custGeom>
              <a:avLst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2775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h6123"/>
            <p:cNvSpPr/>
            <p:nvPr/>
          </p:nvSpPr>
          <p:spPr>
            <a:xfrm>
              <a:off x="210016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905" y="931969"/>
                  </a:lnTo>
                  <a:lnTo>
                    <a:pt x="921433" y="931134"/>
                  </a:lnTo>
                  <a:lnTo>
                    <a:pt x="920286" y="929101"/>
                  </a:lnTo>
                  <a:lnTo>
                    <a:pt x="916122" y="921332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h6124"/>
            <p:cNvSpPr/>
            <p:nvPr/>
          </p:nvSpPr>
          <p:spPr>
            <a:xfrm>
              <a:off x="210960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h6125"/>
            <p:cNvSpPr/>
            <p:nvPr/>
          </p:nvSpPr>
          <p:spPr>
            <a:xfrm>
              <a:off x="211904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h6126"/>
            <p:cNvSpPr/>
            <p:nvPr/>
          </p:nvSpPr>
          <p:spPr>
            <a:xfrm>
              <a:off x="212848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h6127"/>
            <p:cNvSpPr/>
            <p:nvPr/>
          </p:nvSpPr>
          <p:spPr>
            <a:xfrm>
              <a:off x="213792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h6128"/>
            <p:cNvSpPr/>
            <p:nvPr/>
          </p:nvSpPr>
          <p:spPr>
            <a:xfrm>
              <a:off x="214736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h6129"/>
            <p:cNvSpPr/>
            <p:nvPr/>
          </p:nvSpPr>
          <p:spPr>
            <a:xfrm>
              <a:off x="215680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h6130"/>
            <p:cNvSpPr/>
            <p:nvPr/>
          </p:nvSpPr>
          <p:spPr>
            <a:xfrm>
              <a:off x="216624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h6131"/>
            <p:cNvSpPr/>
            <p:nvPr/>
          </p:nvSpPr>
          <p:spPr>
            <a:xfrm>
              <a:off x="217568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h6132"/>
            <p:cNvSpPr/>
            <p:nvPr/>
          </p:nvSpPr>
          <p:spPr>
            <a:xfrm>
              <a:off x="218512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h6133"/>
            <p:cNvSpPr/>
            <p:nvPr/>
          </p:nvSpPr>
          <p:spPr>
            <a:xfrm>
              <a:off x="219456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h6134"/>
            <p:cNvSpPr/>
            <p:nvPr/>
          </p:nvSpPr>
          <p:spPr>
            <a:xfrm>
              <a:off x="220400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h6135"/>
            <p:cNvSpPr/>
            <p:nvPr/>
          </p:nvSpPr>
          <p:spPr>
            <a:xfrm>
              <a:off x="221344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h6136"/>
            <p:cNvSpPr/>
            <p:nvPr/>
          </p:nvSpPr>
          <p:spPr>
            <a:xfrm>
              <a:off x="222288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h6137"/>
            <p:cNvSpPr/>
            <p:nvPr/>
          </p:nvSpPr>
          <p:spPr>
            <a:xfrm>
              <a:off x="223232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h6138"/>
            <p:cNvSpPr/>
            <p:nvPr/>
          </p:nvSpPr>
          <p:spPr>
            <a:xfrm>
              <a:off x="224176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h6139"/>
            <p:cNvSpPr/>
            <p:nvPr/>
          </p:nvSpPr>
          <p:spPr>
            <a:xfrm>
              <a:off x="225120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h6140"/>
            <p:cNvSpPr/>
            <p:nvPr/>
          </p:nvSpPr>
          <p:spPr>
            <a:xfrm>
              <a:off x="226064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h6141"/>
            <p:cNvSpPr/>
            <p:nvPr/>
          </p:nvSpPr>
          <p:spPr>
            <a:xfrm>
              <a:off x="227008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h6142"/>
            <p:cNvSpPr/>
            <p:nvPr/>
          </p:nvSpPr>
          <p:spPr>
            <a:xfrm>
              <a:off x="227952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h6143"/>
            <p:cNvSpPr/>
            <p:nvPr/>
          </p:nvSpPr>
          <p:spPr>
            <a:xfrm>
              <a:off x="228896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h6144"/>
            <p:cNvSpPr/>
            <p:nvPr/>
          </p:nvSpPr>
          <p:spPr>
            <a:xfrm>
              <a:off x="229840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h6145"/>
            <p:cNvSpPr/>
            <p:nvPr/>
          </p:nvSpPr>
          <p:spPr>
            <a:xfrm>
              <a:off x="230784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h6146"/>
            <p:cNvSpPr/>
            <p:nvPr/>
          </p:nvSpPr>
          <p:spPr>
            <a:xfrm>
              <a:off x="231728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h6147"/>
            <p:cNvSpPr/>
            <p:nvPr/>
          </p:nvSpPr>
          <p:spPr>
            <a:xfrm>
              <a:off x="232672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h6148"/>
            <p:cNvSpPr/>
            <p:nvPr/>
          </p:nvSpPr>
          <p:spPr>
            <a:xfrm>
              <a:off x="233616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h6149"/>
            <p:cNvSpPr/>
            <p:nvPr/>
          </p:nvSpPr>
          <p:spPr>
            <a:xfrm>
              <a:off x="234560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h6150"/>
            <p:cNvSpPr/>
            <p:nvPr/>
          </p:nvSpPr>
          <p:spPr>
            <a:xfrm>
              <a:off x="235504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h6151"/>
            <p:cNvSpPr/>
            <p:nvPr/>
          </p:nvSpPr>
          <p:spPr>
            <a:xfrm>
              <a:off x="236448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h6152"/>
            <p:cNvSpPr/>
            <p:nvPr/>
          </p:nvSpPr>
          <p:spPr>
            <a:xfrm>
              <a:off x="237392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h6153"/>
            <p:cNvSpPr/>
            <p:nvPr/>
          </p:nvSpPr>
          <p:spPr>
            <a:xfrm>
              <a:off x="2383368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h6154"/>
            <p:cNvSpPr/>
            <p:nvPr/>
          </p:nvSpPr>
          <p:spPr>
            <a:xfrm>
              <a:off x="239280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h6155"/>
            <p:cNvSpPr/>
            <p:nvPr/>
          </p:nvSpPr>
          <p:spPr>
            <a:xfrm>
              <a:off x="2402248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h6156"/>
            <p:cNvSpPr/>
            <p:nvPr/>
          </p:nvSpPr>
          <p:spPr>
            <a:xfrm>
              <a:off x="241168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h6157"/>
            <p:cNvSpPr/>
            <p:nvPr/>
          </p:nvSpPr>
          <p:spPr>
            <a:xfrm>
              <a:off x="2421129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h6158"/>
            <p:cNvSpPr/>
            <p:nvPr/>
          </p:nvSpPr>
          <p:spPr>
            <a:xfrm>
              <a:off x="2430569" y="1394721"/>
              <a:ext cx="921315" cy="914400"/>
            </a:xfrm>
            <a:custGeom>
              <a:avLst/>
              <a:pathLst>
                <a:path w="92131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315" y="896830"/>
                  </a:lnTo>
                  <a:lnTo>
                    <a:pt x="921122" y="902220"/>
                  </a:lnTo>
                  <a:lnTo>
                    <a:pt x="920426" y="913102"/>
                  </a:lnTo>
                  <a:lnTo>
                    <a:pt x="920306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h6159"/>
            <p:cNvSpPr/>
            <p:nvPr/>
          </p:nvSpPr>
          <p:spPr>
            <a:xfrm>
              <a:off x="3148027" y="137715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041" y="931969"/>
                  </a:lnTo>
                  <a:lnTo>
                    <a:pt x="907554" y="924484"/>
                  </a:lnTo>
                  <a:lnTo>
                    <a:pt x="910923" y="915522"/>
                  </a:lnTo>
                  <a:lnTo>
                    <a:pt x="911393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h6160"/>
            <p:cNvSpPr/>
            <p:nvPr/>
          </p:nvSpPr>
          <p:spPr>
            <a:xfrm>
              <a:off x="314802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h6161"/>
            <p:cNvSpPr/>
            <p:nvPr/>
          </p:nvSpPr>
          <p:spPr>
            <a:xfrm>
              <a:off x="315746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h6162"/>
            <p:cNvSpPr/>
            <p:nvPr/>
          </p:nvSpPr>
          <p:spPr>
            <a:xfrm>
              <a:off x="316690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h6163"/>
            <p:cNvSpPr/>
            <p:nvPr/>
          </p:nvSpPr>
          <p:spPr>
            <a:xfrm>
              <a:off x="317634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h6164"/>
            <p:cNvSpPr/>
            <p:nvPr/>
          </p:nvSpPr>
          <p:spPr>
            <a:xfrm>
              <a:off x="3185788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h6165"/>
            <p:cNvSpPr/>
            <p:nvPr/>
          </p:nvSpPr>
          <p:spPr>
            <a:xfrm>
              <a:off x="319522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h6166"/>
            <p:cNvSpPr/>
            <p:nvPr/>
          </p:nvSpPr>
          <p:spPr>
            <a:xfrm>
              <a:off x="320466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h6167"/>
            <p:cNvSpPr/>
            <p:nvPr/>
          </p:nvSpPr>
          <p:spPr>
            <a:xfrm>
              <a:off x="321410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h6168"/>
            <p:cNvSpPr/>
            <p:nvPr/>
          </p:nvSpPr>
          <p:spPr>
            <a:xfrm>
              <a:off x="322354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h6169"/>
            <p:cNvSpPr/>
            <p:nvPr/>
          </p:nvSpPr>
          <p:spPr>
            <a:xfrm>
              <a:off x="323298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h6170"/>
            <p:cNvSpPr/>
            <p:nvPr/>
          </p:nvSpPr>
          <p:spPr>
            <a:xfrm>
              <a:off x="3242429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h6171"/>
            <p:cNvSpPr/>
            <p:nvPr/>
          </p:nvSpPr>
          <p:spPr>
            <a:xfrm>
              <a:off x="325187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h6172"/>
            <p:cNvSpPr/>
            <p:nvPr/>
          </p:nvSpPr>
          <p:spPr>
            <a:xfrm>
              <a:off x="326131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h6173"/>
            <p:cNvSpPr/>
            <p:nvPr/>
          </p:nvSpPr>
          <p:spPr>
            <a:xfrm>
              <a:off x="327075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h6174"/>
            <p:cNvSpPr/>
            <p:nvPr/>
          </p:nvSpPr>
          <p:spPr>
            <a:xfrm>
              <a:off x="328019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h6175"/>
            <p:cNvSpPr/>
            <p:nvPr/>
          </p:nvSpPr>
          <p:spPr>
            <a:xfrm>
              <a:off x="328963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h6176"/>
            <p:cNvSpPr/>
            <p:nvPr/>
          </p:nvSpPr>
          <p:spPr>
            <a:xfrm>
              <a:off x="329907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h6177"/>
            <p:cNvSpPr/>
            <p:nvPr/>
          </p:nvSpPr>
          <p:spPr>
            <a:xfrm>
              <a:off x="330851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h6178"/>
            <p:cNvSpPr/>
            <p:nvPr/>
          </p:nvSpPr>
          <p:spPr>
            <a:xfrm>
              <a:off x="331795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h6179"/>
            <p:cNvSpPr/>
            <p:nvPr/>
          </p:nvSpPr>
          <p:spPr>
            <a:xfrm>
              <a:off x="332739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h6180"/>
            <p:cNvSpPr/>
            <p:nvPr/>
          </p:nvSpPr>
          <p:spPr>
            <a:xfrm>
              <a:off x="333683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h6181"/>
            <p:cNvSpPr/>
            <p:nvPr/>
          </p:nvSpPr>
          <p:spPr>
            <a:xfrm>
              <a:off x="334627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h6182"/>
            <p:cNvSpPr/>
            <p:nvPr/>
          </p:nvSpPr>
          <p:spPr>
            <a:xfrm>
              <a:off x="335571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h6183"/>
            <p:cNvSpPr/>
            <p:nvPr/>
          </p:nvSpPr>
          <p:spPr>
            <a:xfrm>
              <a:off x="336515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h6184"/>
            <p:cNvSpPr/>
            <p:nvPr/>
          </p:nvSpPr>
          <p:spPr>
            <a:xfrm>
              <a:off x="337459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h6185"/>
            <p:cNvSpPr/>
            <p:nvPr/>
          </p:nvSpPr>
          <p:spPr>
            <a:xfrm>
              <a:off x="338403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h6186"/>
            <p:cNvSpPr/>
            <p:nvPr/>
          </p:nvSpPr>
          <p:spPr>
            <a:xfrm>
              <a:off x="339347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h6187"/>
            <p:cNvSpPr/>
            <p:nvPr/>
          </p:nvSpPr>
          <p:spPr>
            <a:xfrm>
              <a:off x="340291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h6188"/>
            <p:cNvSpPr/>
            <p:nvPr/>
          </p:nvSpPr>
          <p:spPr>
            <a:xfrm>
              <a:off x="341235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h6189"/>
            <p:cNvSpPr/>
            <p:nvPr/>
          </p:nvSpPr>
          <p:spPr>
            <a:xfrm>
              <a:off x="342179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h6190"/>
            <p:cNvSpPr/>
            <p:nvPr/>
          </p:nvSpPr>
          <p:spPr>
            <a:xfrm>
              <a:off x="343123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h6191"/>
            <p:cNvSpPr/>
            <p:nvPr/>
          </p:nvSpPr>
          <p:spPr>
            <a:xfrm>
              <a:off x="344067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h6192"/>
            <p:cNvSpPr/>
            <p:nvPr/>
          </p:nvSpPr>
          <p:spPr>
            <a:xfrm>
              <a:off x="345011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h6193"/>
            <p:cNvSpPr/>
            <p:nvPr/>
          </p:nvSpPr>
          <p:spPr>
            <a:xfrm>
              <a:off x="345955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h6194"/>
            <p:cNvSpPr/>
            <p:nvPr/>
          </p:nvSpPr>
          <p:spPr>
            <a:xfrm>
              <a:off x="346899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h6195"/>
            <p:cNvSpPr/>
            <p:nvPr/>
          </p:nvSpPr>
          <p:spPr>
            <a:xfrm>
              <a:off x="347843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h6196"/>
            <p:cNvSpPr/>
            <p:nvPr/>
          </p:nvSpPr>
          <p:spPr>
            <a:xfrm>
              <a:off x="348787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h6197"/>
            <p:cNvSpPr/>
            <p:nvPr/>
          </p:nvSpPr>
          <p:spPr>
            <a:xfrm>
              <a:off x="349731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h6198"/>
            <p:cNvSpPr/>
            <p:nvPr/>
          </p:nvSpPr>
          <p:spPr>
            <a:xfrm>
              <a:off x="350675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h6199"/>
            <p:cNvSpPr/>
            <p:nvPr/>
          </p:nvSpPr>
          <p:spPr>
            <a:xfrm>
              <a:off x="351619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h6200"/>
            <p:cNvSpPr/>
            <p:nvPr/>
          </p:nvSpPr>
          <p:spPr>
            <a:xfrm>
              <a:off x="352563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h6201"/>
            <p:cNvSpPr/>
            <p:nvPr/>
          </p:nvSpPr>
          <p:spPr>
            <a:xfrm>
              <a:off x="353507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h6202"/>
            <p:cNvSpPr/>
            <p:nvPr/>
          </p:nvSpPr>
          <p:spPr>
            <a:xfrm>
              <a:off x="354451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h6203"/>
            <p:cNvSpPr/>
            <p:nvPr/>
          </p:nvSpPr>
          <p:spPr>
            <a:xfrm>
              <a:off x="355395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h6204"/>
            <p:cNvSpPr/>
            <p:nvPr/>
          </p:nvSpPr>
          <p:spPr>
            <a:xfrm>
              <a:off x="356339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h6205"/>
            <p:cNvSpPr/>
            <p:nvPr/>
          </p:nvSpPr>
          <p:spPr>
            <a:xfrm>
              <a:off x="357283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h6206"/>
            <p:cNvSpPr/>
            <p:nvPr/>
          </p:nvSpPr>
          <p:spPr>
            <a:xfrm>
              <a:off x="358227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h6207"/>
            <p:cNvSpPr/>
            <p:nvPr/>
          </p:nvSpPr>
          <p:spPr>
            <a:xfrm>
              <a:off x="359171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h6208"/>
            <p:cNvSpPr/>
            <p:nvPr/>
          </p:nvSpPr>
          <p:spPr>
            <a:xfrm>
              <a:off x="360115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h6209"/>
            <p:cNvSpPr/>
            <p:nvPr/>
          </p:nvSpPr>
          <p:spPr>
            <a:xfrm>
              <a:off x="361059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h6210"/>
            <p:cNvSpPr/>
            <p:nvPr/>
          </p:nvSpPr>
          <p:spPr>
            <a:xfrm>
              <a:off x="362003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h6211"/>
            <p:cNvSpPr/>
            <p:nvPr/>
          </p:nvSpPr>
          <p:spPr>
            <a:xfrm>
              <a:off x="362947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h6212"/>
            <p:cNvSpPr/>
            <p:nvPr/>
          </p:nvSpPr>
          <p:spPr>
            <a:xfrm>
              <a:off x="363891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h6213"/>
            <p:cNvSpPr/>
            <p:nvPr/>
          </p:nvSpPr>
          <p:spPr>
            <a:xfrm>
              <a:off x="364836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h6214"/>
            <p:cNvSpPr/>
            <p:nvPr/>
          </p:nvSpPr>
          <p:spPr>
            <a:xfrm>
              <a:off x="365780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h6215"/>
            <p:cNvSpPr/>
            <p:nvPr/>
          </p:nvSpPr>
          <p:spPr>
            <a:xfrm>
              <a:off x="366724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h6216"/>
            <p:cNvSpPr/>
            <p:nvPr/>
          </p:nvSpPr>
          <p:spPr>
            <a:xfrm>
              <a:off x="367668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h6217"/>
            <p:cNvSpPr/>
            <p:nvPr/>
          </p:nvSpPr>
          <p:spPr>
            <a:xfrm>
              <a:off x="368612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h6218"/>
            <p:cNvSpPr/>
            <p:nvPr/>
          </p:nvSpPr>
          <p:spPr>
            <a:xfrm>
              <a:off x="369556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h6219"/>
            <p:cNvSpPr/>
            <p:nvPr/>
          </p:nvSpPr>
          <p:spPr>
            <a:xfrm>
              <a:off x="370500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h6220"/>
            <p:cNvSpPr/>
            <p:nvPr/>
          </p:nvSpPr>
          <p:spPr>
            <a:xfrm>
              <a:off x="371444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h6221"/>
            <p:cNvSpPr/>
            <p:nvPr/>
          </p:nvSpPr>
          <p:spPr>
            <a:xfrm>
              <a:off x="372388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h6222"/>
            <p:cNvSpPr/>
            <p:nvPr/>
          </p:nvSpPr>
          <p:spPr>
            <a:xfrm>
              <a:off x="373332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h6223"/>
            <p:cNvSpPr/>
            <p:nvPr/>
          </p:nvSpPr>
          <p:spPr>
            <a:xfrm>
              <a:off x="374276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h6224"/>
            <p:cNvSpPr/>
            <p:nvPr/>
          </p:nvSpPr>
          <p:spPr>
            <a:xfrm>
              <a:off x="375220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h6225"/>
            <p:cNvSpPr/>
            <p:nvPr/>
          </p:nvSpPr>
          <p:spPr>
            <a:xfrm>
              <a:off x="376164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h6226"/>
            <p:cNvSpPr/>
            <p:nvPr/>
          </p:nvSpPr>
          <p:spPr>
            <a:xfrm>
              <a:off x="3771083" y="139472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39"/>
                  </a:lnTo>
                  <a:lnTo>
                    <a:pt x="922459" y="909359"/>
                  </a:lnTo>
                  <a:lnTo>
                    <a:pt x="920257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h6227"/>
            <p:cNvSpPr/>
            <p:nvPr/>
          </p:nvSpPr>
          <p:spPr>
            <a:xfrm>
              <a:off x="3780523" y="1377151"/>
              <a:ext cx="917782" cy="923409"/>
            </a:xfrm>
            <a:custGeom>
              <a:avLst/>
              <a:pathLst>
                <a:path w="917782" h="923409">
                  <a:moveTo>
                    <a:pt x="914400" y="914400"/>
                  </a:moveTo>
                  <a:lnTo>
                    <a:pt x="917782" y="914400"/>
                  </a:lnTo>
                  <a:lnTo>
                    <a:pt x="916513" y="918021"/>
                  </a:lnTo>
                  <a:lnTo>
                    <a:pt x="914400" y="92340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h6228"/>
            <p:cNvSpPr/>
            <p:nvPr/>
          </p:nvSpPr>
          <p:spPr>
            <a:xfrm>
              <a:off x="2100160" y="135958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75" y="931969"/>
                  </a:lnTo>
                  <a:lnTo>
                    <a:pt x="912181" y="930739"/>
                  </a:lnTo>
                  <a:lnTo>
                    <a:pt x="908473" y="922206"/>
                  </a:lnTo>
                  <a:lnTo>
                    <a:pt x="905428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h6229"/>
            <p:cNvSpPr/>
            <p:nvPr/>
          </p:nvSpPr>
          <p:spPr>
            <a:xfrm>
              <a:off x="210016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h6230"/>
            <p:cNvSpPr/>
            <p:nvPr/>
          </p:nvSpPr>
          <p:spPr>
            <a:xfrm>
              <a:off x="210960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h6231"/>
            <p:cNvSpPr/>
            <p:nvPr/>
          </p:nvSpPr>
          <p:spPr>
            <a:xfrm>
              <a:off x="211904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h6232"/>
            <p:cNvSpPr/>
            <p:nvPr/>
          </p:nvSpPr>
          <p:spPr>
            <a:xfrm>
              <a:off x="212848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h6233"/>
            <p:cNvSpPr/>
            <p:nvPr/>
          </p:nvSpPr>
          <p:spPr>
            <a:xfrm>
              <a:off x="213792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h6234"/>
            <p:cNvSpPr/>
            <p:nvPr/>
          </p:nvSpPr>
          <p:spPr>
            <a:xfrm>
              <a:off x="214736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h6235"/>
            <p:cNvSpPr/>
            <p:nvPr/>
          </p:nvSpPr>
          <p:spPr>
            <a:xfrm>
              <a:off x="215680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h6236"/>
            <p:cNvSpPr/>
            <p:nvPr/>
          </p:nvSpPr>
          <p:spPr>
            <a:xfrm>
              <a:off x="216624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h6237"/>
            <p:cNvSpPr/>
            <p:nvPr/>
          </p:nvSpPr>
          <p:spPr>
            <a:xfrm>
              <a:off x="217568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h6238"/>
            <p:cNvSpPr/>
            <p:nvPr/>
          </p:nvSpPr>
          <p:spPr>
            <a:xfrm>
              <a:off x="218512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h6239"/>
            <p:cNvSpPr/>
            <p:nvPr/>
          </p:nvSpPr>
          <p:spPr>
            <a:xfrm>
              <a:off x="219456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h6240"/>
            <p:cNvSpPr/>
            <p:nvPr/>
          </p:nvSpPr>
          <p:spPr>
            <a:xfrm>
              <a:off x="220400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h6241"/>
            <p:cNvSpPr/>
            <p:nvPr/>
          </p:nvSpPr>
          <p:spPr>
            <a:xfrm>
              <a:off x="221344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h6242"/>
            <p:cNvSpPr/>
            <p:nvPr/>
          </p:nvSpPr>
          <p:spPr>
            <a:xfrm>
              <a:off x="222288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h6243"/>
            <p:cNvSpPr/>
            <p:nvPr/>
          </p:nvSpPr>
          <p:spPr>
            <a:xfrm>
              <a:off x="223232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h6244"/>
            <p:cNvSpPr/>
            <p:nvPr/>
          </p:nvSpPr>
          <p:spPr>
            <a:xfrm>
              <a:off x="224176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h6245"/>
            <p:cNvSpPr/>
            <p:nvPr/>
          </p:nvSpPr>
          <p:spPr>
            <a:xfrm>
              <a:off x="225120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h6246"/>
            <p:cNvSpPr/>
            <p:nvPr/>
          </p:nvSpPr>
          <p:spPr>
            <a:xfrm>
              <a:off x="226064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h6247"/>
            <p:cNvSpPr/>
            <p:nvPr/>
          </p:nvSpPr>
          <p:spPr>
            <a:xfrm>
              <a:off x="227008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h6248"/>
            <p:cNvSpPr/>
            <p:nvPr/>
          </p:nvSpPr>
          <p:spPr>
            <a:xfrm>
              <a:off x="227952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h6249"/>
            <p:cNvSpPr/>
            <p:nvPr/>
          </p:nvSpPr>
          <p:spPr>
            <a:xfrm>
              <a:off x="228896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h6250"/>
            <p:cNvSpPr/>
            <p:nvPr/>
          </p:nvSpPr>
          <p:spPr>
            <a:xfrm>
              <a:off x="229840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h6251"/>
            <p:cNvSpPr/>
            <p:nvPr/>
          </p:nvSpPr>
          <p:spPr>
            <a:xfrm>
              <a:off x="230784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h6252"/>
            <p:cNvSpPr/>
            <p:nvPr/>
          </p:nvSpPr>
          <p:spPr>
            <a:xfrm>
              <a:off x="231728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h6253"/>
            <p:cNvSpPr/>
            <p:nvPr/>
          </p:nvSpPr>
          <p:spPr>
            <a:xfrm>
              <a:off x="232672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h6254"/>
            <p:cNvSpPr/>
            <p:nvPr/>
          </p:nvSpPr>
          <p:spPr>
            <a:xfrm>
              <a:off x="233616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h6255"/>
            <p:cNvSpPr/>
            <p:nvPr/>
          </p:nvSpPr>
          <p:spPr>
            <a:xfrm>
              <a:off x="234560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h6256"/>
            <p:cNvSpPr/>
            <p:nvPr/>
          </p:nvSpPr>
          <p:spPr>
            <a:xfrm>
              <a:off x="235504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h6257"/>
            <p:cNvSpPr/>
            <p:nvPr/>
          </p:nvSpPr>
          <p:spPr>
            <a:xfrm>
              <a:off x="236448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h6258"/>
            <p:cNvSpPr/>
            <p:nvPr/>
          </p:nvSpPr>
          <p:spPr>
            <a:xfrm>
              <a:off x="237392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h6259"/>
            <p:cNvSpPr/>
            <p:nvPr/>
          </p:nvSpPr>
          <p:spPr>
            <a:xfrm>
              <a:off x="2383368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h6260"/>
            <p:cNvSpPr/>
            <p:nvPr/>
          </p:nvSpPr>
          <p:spPr>
            <a:xfrm>
              <a:off x="239280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h6261"/>
            <p:cNvSpPr/>
            <p:nvPr/>
          </p:nvSpPr>
          <p:spPr>
            <a:xfrm>
              <a:off x="2402248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h6262"/>
            <p:cNvSpPr/>
            <p:nvPr/>
          </p:nvSpPr>
          <p:spPr>
            <a:xfrm>
              <a:off x="241168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h6263"/>
            <p:cNvSpPr/>
            <p:nvPr/>
          </p:nvSpPr>
          <p:spPr>
            <a:xfrm>
              <a:off x="2421129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h6264"/>
            <p:cNvSpPr/>
            <p:nvPr/>
          </p:nvSpPr>
          <p:spPr>
            <a:xfrm>
              <a:off x="2430569" y="1377151"/>
              <a:ext cx="921600" cy="914400"/>
            </a:xfrm>
            <a:custGeom>
              <a:avLst/>
              <a:pathLst>
                <a:path w="92160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78" y="896830"/>
                  </a:lnTo>
                  <a:lnTo>
                    <a:pt x="921600" y="897898"/>
                  </a:lnTo>
                  <a:lnTo>
                    <a:pt x="921514" y="908855"/>
                  </a:lnTo>
                  <a:lnTo>
                    <a:pt x="921315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h6265"/>
            <p:cNvSpPr/>
            <p:nvPr/>
          </p:nvSpPr>
          <p:spPr>
            <a:xfrm>
              <a:off x="3148027" y="137715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93" y="914400"/>
                  </a:lnTo>
                  <a:lnTo>
                    <a:pt x="914400" y="907223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h6266"/>
            <p:cNvSpPr/>
            <p:nvPr/>
          </p:nvSpPr>
          <p:spPr>
            <a:xfrm>
              <a:off x="3157467" y="135958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793"/>
                  </a:lnTo>
                  <a:lnTo>
                    <a:pt x="905096" y="924466"/>
                  </a:lnTo>
                  <a:lnTo>
                    <a:pt x="908946" y="916201"/>
                  </a:lnTo>
                  <a:lnTo>
                    <a:pt x="909877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h6267"/>
            <p:cNvSpPr/>
            <p:nvPr/>
          </p:nvSpPr>
          <p:spPr>
            <a:xfrm>
              <a:off x="315746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h6268"/>
            <p:cNvSpPr/>
            <p:nvPr/>
          </p:nvSpPr>
          <p:spPr>
            <a:xfrm>
              <a:off x="316690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h6269"/>
            <p:cNvSpPr/>
            <p:nvPr/>
          </p:nvSpPr>
          <p:spPr>
            <a:xfrm>
              <a:off x="317634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h6270"/>
            <p:cNvSpPr/>
            <p:nvPr/>
          </p:nvSpPr>
          <p:spPr>
            <a:xfrm>
              <a:off x="3185788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h6271"/>
            <p:cNvSpPr/>
            <p:nvPr/>
          </p:nvSpPr>
          <p:spPr>
            <a:xfrm>
              <a:off x="319522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h6272"/>
            <p:cNvSpPr/>
            <p:nvPr/>
          </p:nvSpPr>
          <p:spPr>
            <a:xfrm>
              <a:off x="320466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h6273"/>
            <p:cNvSpPr/>
            <p:nvPr/>
          </p:nvSpPr>
          <p:spPr>
            <a:xfrm>
              <a:off x="321410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h6274"/>
            <p:cNvSpPr/>
            <p:nvPr/>
          </p:nvSpPr>
          <p:spPr>
            <a:xfrm>
              <a:off x="322354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h6275"/>
            <p:cNvSpPr/>
            <p:nvPr/>
          </p:nvSpPr>
          <p:spPr>
            <a:xfrm>
              <a:off x="323298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h6276"/>
            <p:cNvSpPr/>
            <p:nvPr/>
          </p:nvSpPr>
          <p:spPr>
            <a:xfrm>
              <a:off x="3242429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h6277"/>
            <p:cNvSpPr/>
            <p:nvPr/>
          </p:nvSpPr>
          <p:spPr>
            <a:xfrm>
              <a:off x="325187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h6278"/>
            <p:cNvSpPr/>
            <p:nvPr/>
          </p:nvSpPr>
          <p:spPr>
            <a:xfrm>
              <a:off x="326131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h6279"/>
            <p:cNvSpPr/>
            <p:nvPr/>
          </p:nvSpPr>
          <p:spPr>
            <a:xfrm>
              <a:off x="327075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h6280"/>
            <p:cNvSpPr/>
            <p:nvPr/>
          </p:nvSpPr>
          <p:spPr>
            <a:xfrm>
              <a:off x="328019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h6281"/>
            <p:cNvSpPr/>
            <p:nvPr/>
          </p:nvSpPr>
          <p:spPr>
            <a:xfrm>
              <a:off x="328963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h6282"/>
            <p:cNvSpPr/>
            <p:nvPr/>
          </p:nvSpPr>
          <p:spPr>
            <a:xfrm>
              <a:off x="329907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h6283"/>
            <p:cNvSpPr/>
            <p:nvPr/>
          </p:nvSpPr>
          <p:spPr>
            <a:xfrm>
              <a:off x="330851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h6284"/>
            <p:cNvSpPr/>
            <p:nvPr/>
          </p:nvSpPr>
          <p:spPr>
            <a:xfrm>
              <a:off x="331795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h6285"/>
            <p:cNvSpPr/>
            <p:nvPr/>
          </p:nvSpPr>
          <p:spPr>
            <a:xfrm>
              <a:off x="332739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h6286"/>
            <p:cNvSpPr/>
            <p:nvPr/>
          </p:nvSpPr>
          <p:spPr>
            <a:xfrm>
              <a:off x="333683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h6287"/>
            <p:cNvSpPr/>
            <p:nvPr/>
          </p:nvSpPr>
          <p:spPr>
            <a:xfrm>
              <a:off x="334627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h6288"/>
            <p:cNvSpPr/>
            <p:nvPr/>
          </p:nvSpPr>
          <p:spPr>
            <a:xfrm>
              <a:off x="335571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h6289"/>
            <p:cNvSpPr/>
            <p:nvPr/>
          </p:nvSpPr>
          <p:spPr>
            <a:xfrm>
              <a:off x="336515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h6290"/>
            <p:cNvSpPr/>
            <p:nvPr/>
          </p:nvSpPr>
          <p:spPr>
            <a:xfrm>
              <a:off x="337459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h6291"/>
            <p:cNvSpPr/>
            <p:nvPr/>
          </p:nvSpPr>
          <p:spPr>
            <a:xfrm>
              <a:off x="338403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h6292"/>
            <p:cNvSpPr/>
            <p:nvPr/>
          </p:nvSpPr>
          <p:spPr>
            <a:xfrm>
              <a:off x="339347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h6293"/>
            <p:cNvSpPr/>
            <p:nvPr/>
          </p:nvSpPr>
          <p:spPr>
            <a:xfrm>
              <a:off x="340291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h6294"/>
            <p:cNvSpPr/>
            <p:nvPr/>
          </p:nvSpPr>
          <p:spPr>
            <a:xfrm>
              <a:off x="341235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h6295"/>
            <p:cNvSpPr/>
            <p:nvPr/>
          </p:nvSpPr>
          <p:spPr>
            <a:xfrm>
              <a:off x="342179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h6296"/>
            <p:cNvSpPr/>
            <p:nvPr/>
          </p:nvSpPr>
          <p:spPr>
            <a:xfrm>
              <a:off x="343123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h6297"/>
            <p:cNvSpPr/>
            <p:nvPr/>
          </p:nvSpPr>
          <p:spPr>
            <a:xfrm>
              <a:off x="344067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h6298"/>
            <p:cNvSpPr/>
            <p:nvPr/>
          </p:nvSpPr>
          <p:spPr>
            <a:xfrm>
              <a:off x="345011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h6299"/>
            <p:cNvSpPr/>
            <p:nvPr/>
          </p:nvSpPr>
          <p:spPr>
            <a:xfrm>
              <a:off x="345955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h6300"/>
            <p:cNvSpPr/>
            <p:nvPr/>
          </p:nvSpPr>
          <p:spPr>
            <a:xfrm>
              <a:off x="346899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h6301"/>
            <p:cNvSpPr/>
            <p:nvPr/>
          </p:nvSpPr>
          <p:spPr>
            <a:xfrm>
              <a:off x="347843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h6302"/>
            <p:cNvSpPr/>
            <p:nvPr/>
          </p:nvSpPr>
          <p:spPr>
            <a:xfrm>
              <a:off x="348787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h6303"/>
            <p:cNvSpPr/>
            <p:nvPr/>
          </p:nvSpPr>
          <p:spPr>
            <a:xfrm>
              <a:off x="349731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h6304"/>
            <p:cNvSpPr/>
            <p:nvPr/>
          </p:nvSpPr>
          <p:spPr>
            <a:xfrm>
              <a:off x="350675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h6305"/>
            <p:cNvSpPr/>
            <p:nvPr/>
          </p:nvSpPr>
          <p:spPr>
            <a:xfrm>
              <a:off x="351619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h6306"/>
            <p:cNvSpPr/>
            <p:nvPr/>
          </p:nvSpPr>
          <p:spPr>
            <a:xfrm>
              <a:off x="352563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h6307"/>
            <p:cNvSpPr/>
            <p:nvPr/>
          </p:nvSpPr>
          <p:spPr>
            <a:xfrm>
              <a:off x="353507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h6308"/>
            <p:cNvSpPr/>
            <p:nvPr/>
          </p:nvSpPr>
          <p:spPr>
            <a:xfrm>
              <a:off x="354451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h6309"/>
            <p:cNvSpPr/>
            <p:nvPr/>
          </p:nvSpPr>
          <p:spPr>
            <a:xfrm>
              <a:off x="355395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h6310"/>
            <p:cNvSpPr/>
            <p:nvPr/>
          </p:nvSpPr>
          <p:spPr>
            <a:xfrm>
              <a:off x="356339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h6311"/>
            <p:cNvSpPr/>
            <p:nvPr/>
          </p:nvSpPr>
          <p:spPr>
            <a:xfrm>
              <a:off x="357283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h6312"/>
            <p:cNvSpPr/>
            <p:nvPr/>
          </p:nvSpPr>
          <p:spPr>
            <a:xfrm>
              <a:off x="358227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h6313"/>
            <p:cNvSpPr/>
            <p:nvPr/>
          </p:nvSpPr>
          <p:spPr>
            <a:xfrm>
              <a:off x="359171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h6314"/>
            <p:cNvSpPr/>
            <p:nvPr/>
          </p:nvSpPr>
          <p:spPr>
            <a:xfrm>
              <a:off x="360115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h6315"/>
            <p:cNvSpPr/>
            <p:nvPr/>
          </p:nvSpPr>
          <p:spPr>
            <a:xfrm>
              <a:off x="361059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h6316"/>
            <p:cNvSpPr/>
            <p:nvPr/>
          </p:nvSpPr>
          <p:spPr>
            <a:xfrm>
              <a:off x="362003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h6317"/>
            <p:cNvSpPr/>
            <p:nvPr/>
          </p:nvSpPr>
          <p:spPr>
            <a:xfrm>
              <a:off x="362947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h6318"/>
            <p:cNvSpPr/>
            <p:nvPr/>
          </p:nvSpPr>
          <p:spPr>
            <a:xfrm>
              <a:off x="363891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h6319"/>
            <p:cNvSpPr/>
            <p:nvPr/>
          </p:nvSpPr>
          <p:spPr>
            <a:xfrm>
              <a:off x="364836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h6320"/>
            <p:cNvSpPr/>
            <p:nvPr/>
          </p:nvSpPr>
          <p:spPr>
            <a:xfrm>
              <a:off x="365780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h6321"/>
            <p:cNvSpPr/>
            <p:nvPr/>
          </p:nvSpPr>
          <p:spPr>
            <a:xfrm>
              <a:off x="366724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h6322"/>
            <p:cNvSpPr/>
            <p:nvPr/>
          </p:nvSpPr>
          <p:spPr>
            <a:xfrm>
              <a:off x="367668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h6323"/>
            <p:cNvSpPr/>
            <p:nvPr/>
          </p:nvSpPr>
          <p:spPr>
            <a:xfrm>
              <a:off x="368612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h6324"/>
            <p:cNvSpPr/>
            <p:nvPr/>
          </p:nvSpPr>
          <p:spPr>
            <a:xfrm>
              <a:off x="369556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h6325"/>
            <p:cNvSpPr/>
            <p:nvPr/>
          </p:nvSpPr>
          <p:spPr>
            <a:xfrm>
              <a:off x="370500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h6326"/>
            <p:cNvSpPr/>
            <p:nvPr/>
          </p:nvSpPr>
          <p:spPr>
            <a:xfrm>
              <a:off x="371444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h6327"/>
            <p:cNvSpPr/>
            <p:nvPr/>
          </p:nvSpPr>
          <p:spPr>
            <a:xfrm>
              <a:off x="372388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h6328"/>
            <p:cNvSpPr/>
            <p:nvPr/>
          </p:nvSpPr>
          <p:spPr>
            <a:xfrm>
              <a:off x="373332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h6329"/>
            <p:cNvSpPr/>
            <p:nvPr/>
          </p:nvSpPr>
          <p:spPr>
            <a:xfrm>
              <a:off x="374276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h6330"/>
            <p:cNvSpPr/>
            <p:nvPr/>
          </p:nvSpPr>
          <p:spPr>
            <a:xfrm>
              <a:off x="375220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h6331"/>
            <p:cNvSpPr/>
            <p:nvPr/>
          </p:nvSpPr>
          <p:spPr>
            <a:xfrm>
              <a:off x="376164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h6332"/>
            <p:cNvSpPr/>
            <p:nvPr/>
          </p:nvSpPr>
          <p:spPr>
            <a:xfrm>
              <a:off x="377108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h6333"/>
            <p:cNvSpPr/>
            <p:nvPr/>
          </p:nvSpPr>
          <p:spPr>
            <a:xfrm>
              <a:off x="3780523" y="1377151"/>
              <a:ext cx="923391" cy="914400"/>
            </a:xfrm>
            <a:custGeom>
              <a:avLst/>
              <a:pathLst>
                <a:path w="92339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91" y="896830"/>
                  </a:lnTo>
                  <a:lnTo>
                    <a:pt x="922726" y="899247"/>
                  </a:lnTo>
                  <a:lnTo>
                    <a:pt x="919751" y="908785"/>
                  </a:lnTo>
                  <a:lnTo>
                    <a:pt x="917782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h6334"/>
            <p:cNvSpPr/>
            <p:nvPr/>
          </p:nvSpPr>
          <p:spPr>
            <a:xfrm>
              <a:off x="2090720" y="1342012"/>
              <a:ext cx="914400" cy="930752"/>
            </a:xfrm>
            <a:custGeom>
              <a:avLst/>
              <a:pathLst>
                <a:path w="914400" h="930752">
                  <a:moveTo>
                    <a:pt x="914400" y="914399"/>
                  </a:moveTo>
                  <a:lnTo>
                    <a:pt x="914400" y="930752"/>
                  </a:lnTo>
                  <a:lnTo>
                    <a:pt x="912479" y="925248"/>
                  </a:lnTo>
                  <a:lnTo>
                    <a:pt x="910843" y="923002"/>
                  </a:lnTo>
                  <a:lnTo>
                    <a:pt x="906262" y="915992"/>
                  </a:lnTo>
                  <a:lnTo>
                    <a:pt x="905325" y="91439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h6335"/>
            <p:cNvSpPr/>
            <p:nvPr/>
          </p:nvSpPr>
          <p:spPr>
            <a:xfrm>
              <a:off x="209072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869" y="931969"/>
                  </a:lnTo>
                  <a:lnTo>
                    <a:pt x="914449" y="930895"/>
                  </a:lnTo>
                  <a:lnTo>
                    <a:pt x="914400" y="930752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h6336"/>
            <p:cNvSpPr/>
            <p:nvPr/>
          </p:nvSpPr>
          <p:spPr>
            <a:xfrm>
              <a:off x="210016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h6337"/>
            <p:cNvSpPr/>
            <p:nvPr/>
          </p:nvSpPr>
          <p:spPr>
            <a:xfrm>
              <a:off x="210960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h6338"/>
            <p:cNvSpPr/>
            <p:nvPr/>
          </p:nvSpPr>
          <p:spPr>
            <a:xfrm>
              <a:off x="211904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h6339"/>
            <p:cNvSpPr/>
            <p:nvPr/>
          </p:nvSpPr>
          <p:spPr>
            <a:xfrm>
              <a:off x="212848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h6340"/>
            <p:cNvSpPr/>
            <p:nvPr/>
          </p:nvSpPr>
          <p:spPr>
            <a:xfrm>
              <a:off x="213792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h6341"/>
            <p:cNvSpPr/>
            <p:nvPr/>
          </p:nvSpPr>
          <p:spPr>
            <a:xfrm>
              <a:off x="214736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h6342"/>
            <p:cNvSpPr/>
            <p:nvPr/>
          </p:nvSpPr>
          <p:spPr>
            <a:xfrm>
              <a:off x="215680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h6343"/>
            <p:cNvSpPr/>
            <p:nvPr/>
          </p:nvSpPr>
          <p:spPr>
            <a:xfrm>
              <a:off x="216624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h6344"/>
            <p:cNvSpPr/>
            <p:nvPr/>
          </p:nvSpPr>
          <p:spPr>
            <a:xfrm>
              <a:off x="217568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h6345"/>
            <p:cNvSpPr/>
            <p:nvPr/>
          </p:nvSpPr>
          <p:spPr>
            <a:xfrm>
              <a:off x="218512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h6346"/>
            <p:cNvSpPr/>
            <p:nvPr/>
          </p:nvSpPr>
          <p:spPr>
            <a:xfrm>
              <a:off x="219456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h6347"/>
            <p:cNvSpPr/>
            <p:nvPr/>
          </p:nvSpPr>
          <p:spPr>
            <a:xfrm>
              <a:off x="220400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h6348"/>
            <p:cNvSpPr/>
            <p:nvPr/>
          </p:nvSpPr>
          <p:spPr>
            <a:xfrm>
              <a:off x="221344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h6349"/>
            <p:cNvSpPr/>
            <p:nvPr/>
          </p:nvSpPr>
          <p:spPr>
            <a:xfrm>
              <a:off x="222288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h6350"/>
            <p:cNvSpPr/>
            <p:nvPr/>
          </p:nvSpPr>
          <p:spPr>
            <a:xfrm>
              <a:off x="223232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h6351"/>
            <p:cNvSpPr/>
            <p:nvPr/>
          </p:nvSpPr>
          <p:spPr>
            <a:xfrm>
              <a:off x="224176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h6352"/>
            <p:cNvSpPr/>
            <p:nvPr/>
          </p:nvSpPr>
          <p:spPr>
            <a:xfrm>
              <a:off x="225120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h6353"/>
            <p:cNvSpPr/>
            <p:nvPr/>
          </p:nvSpPr>
          <p:spPr>
            <a:xfrm>
              <a:off x="226064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h6354"/>
            <p:cNvSpPr/>
            <p:nvPr/>
          </p:nvSpPr>
          <p:spPr>
            <a:xfrm>
              <a:off x="227008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h6355"/>
            <p:cNvSpPr/>
            <p:nvPr/>
          </p:nvSpPr>
          <p:spPr>
            <a:xfrm>
              <a:off x="227952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h6356"/>
            <p:cNvSpPr/>
            <p:nvPr/>
          </p:nvSpPr>
          <p:spPr>
            <a:xfrm>
              <a:off x="228896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h6357"/>
            <p:cNvSpPr/>
            <p:nvPr/>
          </p:nvSpPr>
          <p:spPr>
            <a:xfrm>
              <a:off x="229840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h6358"/>
            <p:cNvSpPr/>
            <p:nvPr/>
          </p:nvSpPr>
          <p:spPr>
            <a:xfrm>
              <a:off x="230784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h6359"/>
            <p:cNvSpPr/>
            <p:nvPr/>
          </p:nvSpPr>
          <p:spPr>
            <a:xfrm>
              <a:off x="231728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h6360"/>
            <p:cNvSpPr/>
            <p:nvPr/>
          </p:nvSpPr>
          <p:spPr>
            <a:xfrm>
              <a:off x="232672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h6361"/>
            <p:cNvSpPr/>
            <p:nvPr/>
          </p:nvSpPr>
          <p:spPr>
            <a:xfrm>
              <a:off x="233616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h6362"/>
            <p:cNvSpPr/>
            <p:nvPr/>
          </p:nvSpPr>
          <p:spPr>
            <a:xfrm>
              <a:off x="234560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h6363"/>
            <p:cNvSpPr/>
            <p:nvPr/>
          </p:nvSpPr>
          <p:spPr>
            <a:xfrm>
              <a:off x="235504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h6364"/>
            <p:cNvSpPr/>
            <p:nvPr/>
          </p:nvSpPr>
          <p:spPr>
            <a:xfrm>
              <a:off x="236448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h6365"/>
            <p:cNvSpPr/>
            <p:nvPr/>
          </p:nvSpPr>
          <p:spPr>
            <a:xfrm>
              <a:off x="237392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h6366"/>
            <p:cNvSpPr/>
            <p:nvPr/>
          </p:nvSpPr>
          <p:spPr>
            <a:xfrm>
              <a:off x="2383368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h6367"/>
            <p:cNvSpPr/>
            <p:nvPr/>
          </p:nvSpPr>
          <p:spPr>
            <a:xfrm>
              <a:off x="239280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h6368"/>
            <p:cNvSpPr/>
            <p:nvPr/>
          </p:nvSpPr>
          <p:spPr>
            <a:xfrm>
              <a:off x="2402248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h6369"/>
            <p:cNvSpPr/>
            <p:nvPr/>
          </p:nvSpPr>
          <p:spPr>
            <a:xfrm>
              <a:off x="241168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h6370"/>
            <p:cNvSpPr/>
            <p:nvPr/>
          </p:nvSpPr>
          <p:spPr>
            <a:xfrm>
              <a:off x="2421129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h6371"/>
            <p:cNvSpPr/>
            <p:nvPr/>
          </p:nvSpPr>
          <p:spPr>
            <a:xfrm>
              <a:off x="2430569" y="1359581"/>
              <a:ext cx="921578" cy="914400"/>
            </a:xfrm>
            <a:custGeom>
              <a:avLst/>
              <a:pathLst>
                <a:path w="921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117" y="896830"/>
                  </a:lnTo>
                  <a:lnTo>
                    <a:pt x="921127" y="897125"/>
                  </a:lnTo>
                  <a:lnTo>
                    <a:pt x="921138" y="897447"/>
                  </a:lnTo>
                  <a:lnTo>
                    <a:pt x="921149" y="897768"/>
                  </a:lnTo>
                  <a:lnTo>
                    <a:pt x="921160" y="898089"/>
                  </a:lnTo>
                  <a:lnTo>
                    <a:pt x="921171" y="898411"/>
                  </a:lnTo>
                  <a:lnTo>
                    <a:pt x="921182" y="898732"/>
                  </a:lnTo>
                  <a:lnTo>
                    <a:pt x="921193" y="899053"/>
                  </a:lnTo>
                  <a:lnTo>
                    <a:pt x="921204" y="899375"/>
                  </a:lnTo>
                  <a:lnTo>
                    <a:pt x="921215" y="899696"/>
                  </a:lnTo>
                  <a:lnTo>
                    <a:pt x="921226" y="900017"/>
                  </a:lnTo>
                  <a:lnTo>
                    <a:pt x="921237" y="900339"/>
                  </a:lnTo>
                  <a:lnTo>
                    <a:pt x="921248" y="900660"/>
                  </a:lnTo>
                  <a:lnTo>
                    <a:pt x="921259" y="900981"/>
                  </a:lnTo>
                  <a:lnTo>
                    <a:pt x="921270" y="901303"/>
                  </a:lnTo>
                  <a:lnTo>
                    <a:pt x="921281" y="901624"/>
                  </a:lnTo>
                  <a:lnTo>
                    <a:pt x="921292" y="901945"/>
                  </a:lnTo>
                  <a:lnTo>
                    <a:pt x="921303" y="902267"/>
                  </a:lnTo>
                  <a:lnTo>
                    <a:pt x="921314" y="902588"/>
                  </a:lnTo>
                  <a:lnTo>
                    <a:pt x="921325" y="902909"/>
                  </a:lnTo>
                  <a:lnTo>
                    <a:pt x="921336" y="903231"/>
                  </a:lnTo>
                  <a:lnTo>
                    <a:pt x="921346" y="903552"/>
                  </a:lnTo>
                  <a:lnTo>
                    <a:pt x="921357" y="903873"/>
                  </a:lnTo>
                  <a:lnTo>
                    <a:pt x="921368" y="904195"/>
                  </a:lnTo>
                  <a:lnTo>
                    <a:pt x="921379" y="904516"/>
                  </a:lnTo>
                  <a:lnTo>
                    <a:pt x="921578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h6372"/>
            <p:cNvSpPr/>
            <p:nvPr/>
          </p:nvSpPr>
          <p:spPr>
            <a:xfrm>
              <a:off x="3157467" y="135958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877" y="914400"/>
                  </a:lnTo>
                  <a:lnTo>
                    <a:pt x="913020" y="908318"/>
                  </a:lnTo>
                  <a:lnTo>
                    <a:pt x="914400" y="905913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h6373"/>
            <p:cNvSpPr/>
            <p:nvPr/>
          </p:nvSpPr>
          <p:spPr>
            <a:xfrm>
              <a:off x="3166907" y="1342012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483"/>
                  </a:lnTo>
                  <a:lnTo>
                    <a:pt x="907869" y="918409"/>
                  </a:lnTo>
                  <a:lnTo>
                    <a:pt x="910421" y="91439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h6374"/>
            <p:cNvSpPr/>
            <p:nvPr/>
          </p:nvSpPr>
          <p:spPr>
            <a:xfrm>
              <a:off x="316690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h6375"/>
            <p:cNvSpPr/>
            <p:nvPr/>
          </p:nvSpPr>
          <p:spPr>
            <a:xfrm>
              <a:off x="317634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h6376"/>
            <p:cNvSpPr/>
            <p:nvPr/>
          </p:nvSpPr>
          <p:spPr>
            <a:xfrm>
              <a:off x="3185788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h6377"/>
            <p:cNvSpPr/>
            <p:nvPr/>
          </p:nvSpPr>
          <p:spPr>
            <a:xfrm>
              <a:off x="319522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h6378"/>
            <p:cNvSpPr/>
            <p:nvPr/>
          </p:nvSpPr>
          <p:spPr>
            <a:xfrm>
              <a:off x="320466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h6379"/>
            <p:cNvSpPr/>
            <p:nvPr/>
          </p:nvSpPr>
          <p:spPr>
            <a:xfrm>
              <a:off x="321410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h6380"/>
            <p:cNvSpPr/>
            <p:nvPr/>
          </p:nvSpPr>
          <p:spPr>
            <a:xfrm>
              <a:off x="322354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h6381"/>
            <p:cNvSpPr/>
            <p:nvPr/>
          </p:nvSpPr>
          <p:spPr>
            <a:xfrm>
              <a:off x="323298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h6382"/>
            <p:cNvSpPr/>
            <p:nvPr/>
          </p:nvSpPr>
          <p:spPr>
            <a:xfrm>
              <a:off x="3242429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h6383"/>
            <p:cNvSpPr/>
            <p:nvPr/>
          </p:nvSpPr>
          <p:spPr>
            <a:xfrm>
              <a:off x="325187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h6384"/>
            <p:cNvSpPr/>
            <p:nvPr/>
          </p:nvSpPr>
          <p:spPr>
            <a:xfrm>
              <a:off x="326131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h6385"/>
            <p:cNvSpPr/>
            <p:nvPr/>
          </p:nvSpPr>
          <p:spPr>
            <a:xfrm>
              <a:off x="327075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h6386"/>
            <p:cNvSpPr/>
            <p:nvPr/>
          </p:nvSpPr>
          <p:spPr>
            <a:xfrm>
              <a:off x="328019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h6387"/>
            <p:cNvSpPr/>
            <p:nvPr/>
          </p:nvSpPr>
          <p:spPr>
            <a:xfrm>
              <a:off x="328963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h6388"/>
            <p:cNvSpPr/>
            <p:nvPr/>
          </p:nvSpPr>
          <p:spPr>
            <a:xfrm>
              <a:off x="329907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h6389"/>
            <p:cNvSpPr/>
            <p:nvPr/>
          </p:nvSpPr>
          <p:spPr>
            <a:xfrm>
              <a:off x="330851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h6390"/>
            <p:cNvSpPr/>
            <p:nvPr/>
          </p:nvSpPr>
          <p:spPr>
            <a:xfrm>
              <a:off x="331795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h6391"/>
            <p:cNvSpPr/>
            <p:nvPr/>
          </p:nvSpPr>
          <p:spPr>
            <a:xfrm>
              <a:off x="332739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h6392"/>
            <p:cNvSpPr/>
            <p:nvPr/>
          </p:nvSpPr>
          <p:spPr>
            <a:xfrm>
              <a:off x="333683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h6393"/>
            <p:cNvSpPr/>
            <p:nvPr/>
          </p:nvSpPr>
          <p:spPr>
            <a:xfrm>
              <a:off x="334627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h6394"/>
            <p:cNvSpPr/>
            <p:nvPr/>
          </p:nvSpPr>
          <p:spPr>
            <a:xfrm>
              <a:off x="335571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h6395"/>
            <p:cNvSpPr/>
            <p:nvPr/>
          </p:nvSpPr>
          <p:spPr>
            <a:xfrm>
              <a:off x="336515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h6396"/>
            <p:cNvSpPr/>
            <p:nvPr/>
          </p:nvSpPr>
          <p:spPr>
            <a:xfrm>
              <a:off x="337459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h6397"/>
            <p:cNvSpPr/>
            <p:nvPr/>
          </p:nvSpPr>
          <p:spPr>
            <a:xfrm>
              <a:off x="338403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h6398"/>
            <p:cNvSpPr/>
            <p:nvPr/>
          </p:nvSpPr>
          <p:spPr>
            <a:xfrm>
              <a:off x="339347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h6399"/>
            <p:cNvSpPr/>
            <p:nvPr/>
          </p:nvSpPr>
          <p:spPr>
            <a:xfrm>
              <a:off x="340291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h6400"/>
            <p:cNvSpPr/>
            <p:nvPr/>
          </p:nvSpPr>
          <p:spPr>
            <a:xfrm>
              <a:off x="341235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h6401"/>
            <p:cNvSpPr/>
            <p:nvPr/>
          </p:nvSpPr>
          <p:spPr>
            <a:xfrm>
              <a:off x="342179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h6402"/>
            <p:cNvSpPr/>
            <p:nvPr/>
          </p:nvSpPr>
          <p:spPr>
            <a:xfrm>
              <a:off x="343123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h6403"/>
            <p:cNvSpPr/>
            <p:nvPr/>
          </p:nvSpPr>
          <p:spPr>
            <a:xfrm>
              <a:off x="344067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h6404"/>
            <p:cNvSpPr/>
            <p:nvPr/>
          </p:nvSpPr>
          <p:spPr>
            <a:xfrm>
              <a:off x="345011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h6405"/>
            <p:cNvSpPr/>
            <p:nvPr/>
          </p:nvSpPr>
          <p:spPr>
            <a:xfrm>
              <a:off x="345955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h6406"/>
            <p:cNvSpPr/>
            <p:nvPr/>
          </p:nvSpPr>
          <p:spPr>
            <a:xfrm>
              <a:off x="346899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h6407"/>
            <p:cNvSpPr/>
            <p:nvPr/>
          </p:nvSpPr>
          <p:spPr>
            <a:xfrm>
              <a:off x="347843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h6408"/>
            <p:cNvSpPr/>
            <p:nvPr/>
          </p:nvSpPr>
          <p:spPr>
            <a:xfrm>
              <a:off x="348787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h6409"/>
            <p:cNvSpPr/>
            <p:nvPr/>
          </p:nvSpPr>
          <p:spPr>
            <a:xfrm>
              <a:off x="349731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h6410"/>
            <p:cNvSpPr/>
            <p:nvPr/>
          </p:nvSpPr>
          <p:spPr>
            <a:xfrm>
              <a:off x="350675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h6411"/>
            <p:cNvSpPr/>
            <p:nvPr/>
          </p:nvSpPr>
          <p:spPr>
            <a:xfrm>
              <a:off x="351619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h6412"/>
            <p:cNvSpPr/>
            <p:nvPr/>
          </p:nvSpPr>
          <p:spPr>
            <a:xfrm>
              <a:off x="352563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h6413"/>
            <p:cNvSpPr/>
            <p:nvPr/>
          </p:nvSpPr>
          <p:spPr>
            <a:xfrm>
              <a:off x="353507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h6414"/>
            <p:cNvSpPr/>
            <p:nvPr/>
          </p:nvSpPr>
          <p:spPr>
            <a:xfrm>
              <a:off x="354451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h6415"/>
            <p:cNvSpPr/>
            <p:nvPr/>
          </p:nvSpPr>
          <p:spPr>
            <a:xfrm>
              <a:off x="355395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h6416"/>
            <p:cNvSpPr/>
            <p:nvPr/>
          </p:nvSpPr>
          <p:spPr>
            <a:xfrm>
              <a:off x="356339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h6417"/>
            <p:cNvSpPr/>
            <p:nvPr/>
          </p:nvSpPr>
          <p:spPr>
            <a:xfrm>
              <a:off x="357283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h6418"/>
            <p:cNvSpPr/>
            <p:nvPr/>
          </p:nvSpPr>
          <p:spPr>
            <a:xfrm>
              <a:off x="358227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h6419"/>
            <p:cNvSpPr/>
            <p:nvPr/>
          </p:nvSpPr>
          <p:spPr>
            <a:xfrm>
              <a:off x="359171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h6420"/>
            <p:cNvSpPr/>
            <p:nvPr/>
          </p:nvSpPr>
          <p:spPr>
            <a:xfrm>
              <a:off x="360115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h6421"/>
            <p:cNvSpPr/>
            <p:nvPr/>
          </p:nvSpPr>
          <p:spPr>
            <a:xfrm>
              <a:off x="361059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h6422"/>
            <p:cNvSpPr/>
            <p:nvPr/>
          </p:nvSpPr>
          <p:spPr>
            <a:xfrm>
              <a:off x="362003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ph6423"/>
            <p:cNvSpPr/>
            <p:nvPr/>
          </p:nvSpPr>
          <p:spPr>
            <a:xfrm>
              <a:off x="362947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4" name="ph6424"/>
            <p:cNvSpPr/>
            <p:nvPr/>
          </p:nvSpPr>
          <p:spPr>
            <a:xfrm>
              <a:off x="363891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5" name="ph6425"/>
            <p:cNvSpPr/>
            <p:nvPr/>
          </p:nvSpPr>
          <p:spPr>
            <a:xfrm>
              <a:off x="364836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6" name="ph6426"/>
            <p:cNvSpPr/>
            <p:nvPr/>
          </p:nvSpPr>
          <p:spPr>
            <a:xfrm>
              <a:off x="365780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7" name="ph6427"/>
            <p:cNvSpPr/>
            <p:nvPr/>
          </p:nvSpPr>
          <p:spPr>
            <a:xfrm>
              <a:off x="366724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8" name="ph6428"/>
            <p:cNvSpPr/>
            <p:nvPr/>
          </p:nvSpPr>
          <p:spPr>
            <a:xfrm>
              <a:off x="367668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9" name="ph6429"/>
            <p:cNvSpPr/>
            <p:nvPr/>
          </p:nvSpPr>
          <p:spPr>
            <a:xfrm>
              <a:off x="368612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0" name="ph6430"/>
            <p:cNvSpPr/>
            <p:nvPr/>
          </p:nvSpPr>
          <p:spPr>
            <a:xfrm>
              <a:off x="369556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1" name="ph6431"/>
            <p:cNvSpPr/>
            <p:nvPr/>
          </p:nvSpPr>
          <p:spPr>
            <a:xfrm>
              <a:off x="370500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2" name="ph6432"/>
            <p:cNvSpPr/>
            <p:nvPr/>
          </p:nvSpPr>
          <p:spPr>
            <a:xfrm>
              <a:off x="371444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3" name="ph6433"/>
            <p:cNvSpPr/>
            <p:nvPr/>
          </p:nvSpPr>
          <p:spPr>
            <a:xfrm>
              <a:off x="372388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4" name="ph6434"/>
            <p:cNvSpPr/>
            <p:nvPr/>
          </p:nvSpPr>
          <p:spPr>
            <a:xfrm>
              <a:off x="373332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5" name="ph6435"/>
            <p:cNvSpPr/>
            <p:nvPr/>
          </p:nvSpPr>
          <p:spPr>
            <a:xfrm>
              <a:off x="374276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6" name="ph6436"/>
            <p:cNvSpPr/>
            <p:nvPr/>
          </p:nvSpPr>
          <p:spPr>
            <a:xfrm>
              <a:off x="375220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7" name="ph6437"/>
            <p:cNvSpPr/>
            <p:nvPr/>
          </p:nvSpPr>
          <p:spPr>
            <a:xfrm>
              <a:off x="376164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8" name="ph6438"/>
            <p:cNvSpPr/>
            <p:nvPr/>
          </p:nvSpPr>
          <p:spPr>
            <a:xfrm>
              <a:off x="377108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9" name="ph6439"/>
            <p:cNvSpPr/>
            <p:nvPr/>
          </p:nvSpPr>
          <p:spPr>
            <a:xfrm>
              <a:off x="3780523" y="135958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770"/>
                  </a:lnTo>
                  <a:lnTo>
                    <a:pt x="923391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0" name="ph6440"/>
            <p:cNvSpPr/>
            <p:nvPr/>
          </p:nvSpPr>
          <p:spPr>
            <a:xfrm>
              <a:off x="3789963" y="1342012"/>
              <a:ext cx="918411" cy="930340"/>
            </a:xfrm>
            <a:custGeom>
              <a:avLst/>
              <a:pathLst>
                <a:path w="918411" h="930340">
                  <a:moveTo>
                    <a:pt x="914400" y="914399"/>
                  </a:moveTo>
                  <a:lnTo>
                    <a:pt x="918411" y="914507"/>
                  </a:lnTo>
                  <a:lnTo>
                    <a:pt x="915988" y="924572"/>
                  </a:lnTo>
                  <a:lnTo>
                    <a:pt x="914400" y="93034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1" name="ph6441"/>
            <p:cNvSpPr/>
            <p:nvPr/>
          </p:nvSpPr>
          <p:spPr>
            <a:xfrm>
              <a:off x="2081280" y="1324442"/>
              <a:ext cx="914400" cy="931347"/>
            </a:xfrm>
            <a:custGeom>
              <a:avLst/>
              <a:pathLst>
                <a:path w="914400" h="931347">
                  <a:moveTo>
                    <a:pt x="914400" y="914399"/>
                  </a:moveTo>
                  <a:lnTo>
                    <a:pt x="914400" y="931347"/>
                  </a:lnTo>
                  <a:lnTo>
                    <a:pt x="911324" y="926116"/>
                  </a:lnTo>
                  <a:lnTo>
                    <a:pt x="907161" y="918254"/>
                  </a:lnTo>
                  <a:lnTo>
                    <a:pt x="905323" y="91439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2" name="ph6442"/>
            <p:cNvSpPr/>
            <p:nvPr/>
          </p:nvSpPr>
          <p:spPr>
            <a:xfrm>
              <a:off x="208128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765" y="931969"/>
                  </a:lnTo>
                  <a:lnTo>
                    <a:pt x="914400" y="931347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3" name="ph6443"/>
            <p:cNvSpPr/>
            <p:nvPr/>
          </p:nvSpPr>
          <p:spPr>
            <a:xfrm>
              <a:off x="209072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4" name="ph6444"/>
            <p:cNvSpPr/>
            <p:nvPr/>
          </p:nvSpPr>
          <p:spPr>
            <a:xfrm>
              <a:off x="210016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5" name="ph6445"/>
            <p:cNvSpPr/>
            <p:nvPr/>
          </p:nvSpPr>
          <p:spPr>
            <a:xfrm>
              <a:off x="210960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6" name="ph6446"/>
            <p:cNvSpPr/>
            <p:nvPr/>
          </p:nvSpPr>
          <p:spPr>
            <a:xfrm>
              <a:off x="211904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7" name="ph6447"/>
            <p:cNvSpPr/>
            <p:nvPr/>
          </p:nvSpPr>
          <p:spPr>
            <a:xfrm>
              <a:off x="212848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8" name="ph6448"/>
            <p:cNvSpPr/>
            <p:nvPr/>
          </p:nvSpPr>
          <p:spPr>
            <a:xfrm>
              <a:off x="213792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9" name="ph6449"/>
            <p:cNvSpPr/>
            <p:nvPr/>
          </p:nvSpPr>
          <p:spPr>
            <a:xfrm>
              <a:off x="214736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0" name="ph6450"/>
            <p:cNvSpPr/>
            <p:nvPr/>
          </p:nvSpPr>
          <p:spPr>
            <a:xfrm>
              <a:off x="215680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1" name="ph6451"/>
            <p:cNvSpPr/>
            <p:nvPr/>
          </p:nvSpPr>
          <p:spPr>
            <a:xfrm>
              <a:off x="216624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2" name="ph6452"/>
            <p:cNvSpPr/>
            <p:nvPr/>
          </p:nvSpPr>
          <p:spPr>
            <a:xfrm>
              <a:off x="217568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3" name="ph6453"/>
            <p:cNvSpPr/>
            <p:nvPr/>
          </p:nvSpPr>
          <p:spPr>
            <a:xfrm>
              <a:off x="218512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4" name="ph6454"/>
            <p:cNvSpPr/>
            <p:nvPr/>
          </p:nvSpPr>
          <p:spPr>
            <a:xfrm>
              <a:off x="219456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5" name="ph6455"/>
            <p:cNvSpPr/>
            <p:nvPr/>
          </p:nvSpPr>
          <p:spPr>
            <a:xfrm>
              <a:off x="220400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6" name="ph6456"/>
            <p:cNvSpPr/>
            <p:nvPr/>
          </p:nvSpPr>
          <p:spPr>
            <a:xfrm>
              <a:off x="221344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7" name="ph6457"/>
            <p:cNvSpPr/>
            <p:nvPr/>
          </p:nvSpPr>
          <p:spPr>
            <a:xfrm>
              <a:off x="222288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8" name="ph6458"/>
            <p:cNvSpPr/>
            <p:nvPr/>
          </p:nvSpPr>
          <p:spPr>
            <a:xfrm>
              <a:off x="223232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9" name="ph6459"/>
            <p:cNvSpPr/>
            <p:nvPr/>
          </p:nvSpPr>
          <p:spPr>
            <a:xfrm>
              <a:off x="224176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0" name="ph6460"/>
            <p:cNvSpPr/>
            <p:nvPr/>
          </p:nvSpPr>
          <p:spPr>
            <a:xfrm>
              <a:off x="225120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1" name="ph6461"/>
            <p:cNvSpPr/>
            <p:nvPr/>
          </p:nvSpPr>
          <p:spPr>
            <a:xfrm>
              <a:off x="226064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h6462"/>
            <p:cNvSpPr/>
            <p:nvPr/>
          </p:nvSpPr>
          <p:spPr>
            <a:xfrm>
              <a:off x="227008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h6463"/>
            <p:cNvSpPr/>
            <p:nvPr/>
          </p:nvSpPr>
          <p:spPr>
            <a:xfrm>
              <a:off x="227952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h6464"/>
            <p:cNvSpPr/>
            <p:nvPr/>
          </p:nvSpPr>
          <p:spPr>
            <a:xfrm>
              <a:off x="228896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h6465"/>
            <p:cNvSpPr/>
            <p:nvPr/>
          </p:nvSpPr>
          <p:spPr>
            <a:xfrm>
              <a:off x="229840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h6466"/>
            <p:cNvSpPr/>
            <p:nvPr/>
          </p:nvSpPr>
          <p:spPr>
            <a:xfrm>
              <a:off x="230784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h6467"/>
            <p:cNvSpPr/>
            <p:nvPr/>
          </p:nvSpPr>
          <p:spPr>
            <a:xfrm>
              <a:off x="231728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h6468"/>
            <p:cNvSpPr/>
            <p:nvPr/>
          </p:nvSpPr>
          <p:spPr>
            <a:xfrm>
              <a:off x="232672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h6469"/>
            <p:cNvSpPr/>
            <p:nvPr/>
          </p:nvSpPr>
          <p:spPr>
            <a:xfrm>
              <a:off x="233616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h6470"/>
            <p:cNvSpPr/>
            <p:nvPr/>
          </p:nvSpPr>
          <p:spPr>
            <a:xfrm>
              <a:off x="234560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h6471"/>
            <p:cNvSpPr/>
            <p:nvPr/>
          </p:nvSpPr>
          <p:spPr>
            <a:xfrm>
              <a:off x="235504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h6472"/>
            <p:cNvSpPr/>
            <p:nvPr/>
          </p:nvSpPr>
          <p:spPr>
            <a:xfrm>
              <a:off x="236448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h6473"/>
            <p:cNvSpPr/>
            <p:nvPr/>
          </p:nvSpPr>
          <p:spPr>
            <a:xfrm>
              <a:off x="237392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h6474"/>
            <p:cNvSpPr/>
            <p:nvPr/>
          </p:nvSpPr>
          <p:spPr>
            <a:xfrm>
              <a:off x="2383368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h6475"/>
            <p:cNvSpPr/>
            <p:nvPr/>
          </p:nvSpPr>
          <p:spPr>
            <a:xfrm>
              <a:off x="239280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h6476"/>
            <p:cNvSpPr/>
            <p:nvPr/>
          </p:nvSpPr>
          <p:spPr>
            <a:xfrm>
              <a:off x="2402248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h6477"/>
            <p:cNvSpPr/>
            <p:nvPr/>
          </p:nvSpPr>
          <p:spPr>
            <a:xfrm>
              <a:off x="241168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h6478"/>
            <p:cNvSpPr/>
            <p:nvPr/>
          </p:nvSpPr>
          <p:spPr>
            <a:xfrm>
              <a:off x="2421129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h6479"/>
            <p:cNvSpPr/>
            <p:nvPr/>
          </p:nvSpPr>
          <p:spPr>
            <a:xfrm>
              <a:off x="2430569" y="1342012"/>
              <a:ext cx="921117" cy="914399"/>
            </a:xfrm>
            <a:custGeom>
              <a:avLst/>
              <a:pathLst>
                <a:path w="921117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191" y="896830"/>
                  </a:lnTo>
                  <a:lnTo>
                    <a:pt x="920492" y="900727"/>
                  </a:lnTo>
                  <a:lnTo>
                    <a:pt x="921028" y="911804"/>
                  </a:lnTo>
                  <a:lnTo>
                    <a:pt x="921039" y="912124"/>
                  </a:lnTo>
                  <a:lnTo>
                    <a:pt x="921050" y="912446"/>
                  </a:lnTo>
                  <a:lnTo>
                    <a:pt x="921061" y="912767"/>
                  </a:lnTo>
                  <a:lnTo>
                    <a:pt x="921072" y="913088"/>
                  </a:lnTo>
                  <a:lnTo>
                    <a:pt x="921083" y="913410"/>
                  </a:lnTo>
                  <a:lnTo>
                    <a:pt x="921094" y="913731"/>
                  </a:lnTo>
                  <a:lnTo>
                    <a:pt x="921105" y="914052"/>
                  </a:lnTo>
                  <a:lnTo>
                    <a:pt x="921117" y="91439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h6480"/>
            <p:cNvSpPr/>
            <p:nvPr/>
          </p:nvSpPr>
          <p:spPr>
            <a:xfrm>
              <a:off x="3166907" y="1342012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421" y="914399"/>
                  </a:lnTo>
                  <a:lnTo>
                    <a:pt x="912360" y="911355"/>
                  </a:lnTo>
                  <a:lnTo>
                    <a:pt x="914400" y="908474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h6481"/>
            <p:cNvSpPr/>
            <p:nvPr/>
          </p:nvSpPr>
          <p:spPr>
            <a:xfrm>
              <a:off x="3176348" y="1324442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044"/>
                  </a:lnTo>
                  <a:lnTo>
                    <a:pt x="907601" y="922313"/>
                  </a:lnTo>
                  <a:lnTo>
                    <a:pt x="912461" y="916162"/>
                  </a:lnTo>
                  <a:lnTo>
                    <a:pt x="914022" y="91439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h6482"/>
            <p:cNvSpPr/>
            <p:nvPr/>
          </p:nvSpPr>
          <p:spPr>
            <a:xfrm>
              <a:off x="317634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h6483"/>
            <p:cNvSpPr/>
            <p:nvPr/>
          </p:nvSpPr>
          <p:spPr>
            <a:xfrm>
              <a:off x="3185788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h6484"/>
            <p:cNvSpPr/>
            <p:nvPr/>
          </p:nvSpPr>
          <p:spPr>
            <a:xfrm>
              <a:off x="319522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h6485"/>
            <p:cNvSpPr/>
            <p:nvPr/>
          </p:nvSpPr>
          <p:spPr>
            <a:xfrm>
              <a:off x="320466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h6486"/>
            <p:cNvSpPr/>
            <p:nvPr/>
          </p:nvSpPr>
          <p:spPr>
            <a:xfrm>
              <a:off x="321410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h6487"/>
            <p:cNvSpPr/>
            <p:nvPr/>
          </p:nvSpPr>
          <p:spPr>
            <a:xfrm>
              <a:off x="322354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h6488"/>
            <p:cNvSpPr/>
            <p:nvPr/>
          </p:nvSpPr>
          <p:spPr>
            <a:xfrm>
              <a:off x="323298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h6489"/>
            <p:cNvSpPr/>
            <p:nvPr/>
          </p:nvSpPr>
          <p:spPr>
            <a:xfrm>
              <a:off x="3242429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h6490"/>
            <p:cNvSpPr/>
            <p:nvPr/>
          </p:nvSpPr>
          <p:spPr>
            <a:xfrm>
              <a:off x="325187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h6491"/>
            <p:cNvSpPr/>
            <p:nvPr/>
          </p:nvSpPr>
          <p:spPr>
            <a:xfrm>
              <a:off x="326131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h6492"/>
            <p:cNvSpPr/>
            <p:nvPr/>
          </p:nvSpPr>
          <p:spPr>
            <a:xfrm>
              <a:off x="327075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h6493"/>
            <p:cNvSpPr/>
            <p:nvPr/>
          </p:nvSpPr>
          <p:spPr>
            <a:xfrm>
              <a:off x="328019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h6494"/>
            <p:cNvSpPr/>
            <p:nvPr/>
          </p:nvSpPr>
          <p:spPr>
            <a:xfrm>
              <a:off x="328963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h6495"/>
            <p:cNvSpPr/>
            <p:nvPr/>
          </p:nvSpPr>
          <p:spPr>
            <a:xfrm>
              <a:off x="329907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h6496"/>
            <p:cNvSpPr/>
            <p:nvPr/>
          </p:nvSpPr>
          <p:spPr>
            <a:xfrm>
              <a:off x="330851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h6497"/>
            <p:cNvSpPr/>
            <p:nvPr/>
          </p:nvSpPr>
          <p:spPr>
            <a:xfrm>
              <a:off x="331795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h6498"/>
            <p:cNvSpPr/>
            <p:nvPr/>
          </p:nvSpPr>
          <p:spPr>
            <a:xfrm>
              <a:off x="332739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h6499"/>
            <p:cNvSpPr/>
            <p:nvPr/>
          </p:nvSpPr>
          <p:spPr>
            <a:xfrm>
              <a:off x="333683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h6500"/>
            <p:cNvSpPr/>
            <p:nvPr/>
          </p:nvSpPr>
          <p:spPr>
            <a:xfrm>
              <a:off x="334627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h6501"/>
            <p:cNvSpPr/>
            <p:nvPr/>
          </p:nvSpPr>
          <p:spPr>
            <a:xfrm>
              <a:off x="335571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h6502"/>
            <p:cNvSpPr/>
            <p:nvPr/>
          </p:nvSpPr>
          <p:spPr>
            <a:xfrm>
              <a:off x="336515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h6503"/>
            <p:cNvSpPr/>
            <p:nvPr/>
          </p:nvSpPr>
          <p:spPr>
            <a:xfrm>
              <a:off x="337459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h6504"/>
            <p:cNvSpPr/>
            <p:nvPr/>
          </p:nvSpPr>
          <p:spPr>
            <a:xfrm>
              <a:off x="338403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h6505"/>
            <p:cNvSpPr/>
            <p:nvPr/>
          </p:nvSpPr>
          <p:spPr>
            <a:xfrm>
              <a:off x="339347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h6506"/>
            <p:cNvSpPr/>
            <p:nvPr/>
          </p:nvSpPr>
          <p:spPr>
            <a:xfrm>
              <a:off x="340291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h6507"/>
            <p:cNvSpPr/>
            <p:nvPr/>
          </p:nvSpPr>
          <p:spPr>
            <a:xfrm>
              <a:off x="341235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h6508"/>
            <p:cNvSpPr/>
            <p:nvPr/>
          </p:nvSpPr>
          <p:spPr>
            <a:xfrm>
              <a:off x="342179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h6509"/>
            <p:cNvSpPr/>
            <p:nvPr/>
          </p:nvSpPr>
          <p:spPr>
            <a:xfrm>
              <a:off x="343123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h6510"/>
            <p:cNvSpPr/>
            <p:nvPr/>
          </p:nvSpPr>
          <p:spPr>
            <a:xfrm>
              <a:off x="344067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h6511"/>
            <p:cNvSpPr/>
            <p:nvPr/>
          </p:nvSpPr>
          <p:spPr>
            <a:xfrm>
              <a:off x="345011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h6512"/>
            <p:cNvSpPr/>
            <p:nvPr/>
          </p:nvSpPr>
          <p:spPr>
            <a:xfrm>
              <a:off x="345955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h6513"/>
            <p:cNvSpPr/>
            <p:nvPr/>
          </p:nvSpPr>
          <p:spPr>
            <a:xfrm>
              <a:off x="346899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h6514"/>
            <p:cNvSpPr/>
            <p:nvPr/>
          </p:nvSpPr>
          <p:spPr>
            <a:xfrm>
              <a:off x="347843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h6515"/>
            <p:cNvSpPr/>
            <p:nvPr/>
          </p:nvSpPr>
          <p:spPr>
            <a:xfrm>
              <a:off x="348787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h6516"/>
            <p:cNvSpPr/>
            <p:nvPr/>
          </p:nvSpPr>
          <p:spPr>
            <a:xfrm>
              <a:off x="349731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h6517"/>
            <p:cNvSpPr/>
            <p:nvPr/>
          </p:nvSpPr>
          <p:spPr>
            <a:xfrm>
              <a:off x="350675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h6518"/>
            <p:cNvSpPr/>
            <p:nvPr/>
          </p:nvSpPr>
          <p:spPr>
            <a:xfrm>
              <a:off x="351619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h6519"/>
            <p:cNvSpPr/>
            <p:nvPr/>
          </p:nvSpPr>
          <p:spPr>
            <a:xfrm>
              <a:off x="352563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h6520"/>
            <p:cNvSpPr/>
            <p:nvPr/>
          </p:nvSpPr>
          <p:spPr>
            <a:xfrm>
              <a:off x="353507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h6521"/>
            <p:cNvSpPr/>
            <p:nvPr/>
          </p:nvSpPr>
          <p:spPr>
            <a:xfrm>
              <a:off x="354451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h6522"/>
            <p:cNvSpPr/>
            <p:nvPr/>
          </p:nvSpPr>
          <p:spPr>
            <a:xfrm>
              <a:off x="355395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h6523"/>
            <p:cNvSpPr/>
            <p:nvPr/>
          </p:nvSpPr>
          <p:spPr>
            <a:xfrm>
              <a:off x="356339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h6524"/>
            <p:cNvSpPr/>
            <p:nvPr/>
          </p:nvSpPr>
          <p:spPr>
            <a:xfrm>
              <a:off x="357283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h6525"/>
            <p:cNvSpPr/>
            <p:nvPr/>
          </p:nvSpPr>
          <p:spPr>
            <a:xfrm>
              <a:off x="358227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h6526"/>
            <p:cNvSpPr/>
            <p:nvPr/>
          </p:nvSpPr>
          <p:spPr>
            <a:xfrm>
              <a:off x="359171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h6527"/>
            <p:cNvSpPr/>
            <p:nvPr/>
          </p:nvSpPr>
          <p:spPr>
            <a:xfrm>
              <a:off x="360115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h6528"/>
            <p:cNvSpPr/>
            <p:nvPr/>
          </p:nvSpPr>
          <p:spPr>
            <a:xfrm>
              <a:off x="361059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h6529"/>
            <p:cNvSpPr/>
            <p:nvPr/>
          </p:nvSpPr>
          <p:spPr>
            <a:xfrm>
              <a:off x="362003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h6530"/>
            <p:cNvSpPr/>
            <p:nvPr/>
          </p:nvSpPr>
          <p:spPr>
            <a:xfrm>
              <a:off x="362947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h6531"/>
            <p:cNvSpPr/>
            <p:nvPr/>
          </p:nvSpPr>
          <p:spPr>
            <a:xfrm>
              <a:off x="363891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h6532"/>
            <p:cNvSpPr/>
            <p:nvPr/>
          </p:nvSpPr>
          <p:spPr>
            <a:xfrm>
              <a:off x="364836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h6533"/>
            <p:cNvSpPr/>
            <p:nvPr/>
          </p:nvSpPr>
          <p:spPr>
            <a:xfrm>
              <a:off x="365780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h6534"/>
            <p:cNvSpPr/>
            <p:nvPr/>
          </p:nvSpPr>
          <p:spPr>
            <a:xfrm>
              <a:off x="366724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h6535"/>
            <p:cNvSpPr/>
            <p:nvPr/>
          </p:nvSpPr>
          <p:spPr>
            <a:xfrm>
              <a:off x="367668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h6536"/>
            <p:cNvSpPr/>
            <p:nvPr/>
          </p:nvSpPr>
          <p:spPr>
            <a:xfrm>
              <a:off x="368612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h6537"/>
            <p:cNvSpPr/>
            <p:nvPr/>
          </p:nvSpPr>
          <p:spPr>
            <a:xfrm>
              <a:off x="369556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h6538"/>
            <p:cNvSpPr/>
            <p:nvPr/>
          </p:nvSpPr>
          <p:spPr>
            <a:xfrm>
              <a:off x="370500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h6539"/>
            <p:cNvSpPr/>
            <p:nvPr/>
          </p:nvSpPr>
          <p:spPr>
            <a:xfrm>
              <a:off x="371444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h6540"/>
            <p:cNvSpPr/>
            <p:nvPr/>
          </p:nvSpPr>
          <p:spPr>
            <a:xfrm>
              <a:off x="372388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h6541"/>
            <p:cNvSpPr/>
            <p:nvPr/>
          </p:nvSpPr>
          <p:spPr>
            <a:xfrm>
              <a:off x="373332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h6542"/>
            <p:cNvSpPr/>
            <p:nvPr/>
          </p:nvSpPr>
          <p:spPr>
            <a:xfrm>
              <a:off x="374276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h6543"/>
            <p:cNvSpPr/>
            <p:nvPr/>
          </p:nvSpPr>
          <p:spPr>
            <a:xfrm>
              <a:off x="375220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h6544"/>
            <p:cNvSpPr/>
            <p:nvPr/>
          </p:nvSpPr>
          <p:spPr>
            <a:xfrm>
              <a:off x="376164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h6545"/>
            <p:cNvSpPr/>
            <p:nvPr/>
          </p:nvSpPr>
          <p:spPr>
            <a:xfrm>
              <a:off x="377108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h6546"/>
            <p:cNvSpPr/>
            <p:nvPr/>
          </p:nvSpPr>
          <p:spPr>
            <a:xfrm>
              <a:off x="378052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h6547"/>
            <p:cNvSpPr/>
            <p:nvPr/>
          </p:nvSpPr>
          <p:spPr>
            <a:xfrm>
              <a:off x="3789963" y="1342012"/>
              <a:ext cx="921849" cy="914399"/>
            </a:xfrm>
            <a:custGeom>
              <a:avLst/>
              <a:pathLst>
                <a:path w="92184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49" y="896830"/>
                  </a:lnTo>
                  <a:lnTo>
                    <a:pt x="920548" y="904221"/>
                  </a:lnTo>
                  <a:lnTo>
                    <a:pt x="918433" y="9143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h6548"/>
            <p:cNvSpPr/>
            <p:nvPr/>
          </p:nvSpPr>
          <p:spPr>
            <a:xfrm>
              <a:off x="2071840" y="1306872"/>
              <a:ext cx="914400" cy="931206"/>
            </a:xfrm>
            <a:custGeom>
              <a:avLst/>
              <a:pathLst>
                <a:path w="914400" h="931206">
                  <a:moveTo>
                    <a:pt x="914400" y="914400"/>
                  </a:moveTo>
                  <a:lnTo>
                    <a:pt x="914400" y="931206"/>
                  </a:lnTo>
                  <a:lnTo>
                    <a:pt x="912665" y="927568"/>
                  </a:lnTo>
                  <a:lnTo>
                    <a:pt x="908966" y="918939"/>
                  </a:lnTo>
                  <a:lnTo>
                    <a:pt x="907221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h6549"/>
            <p:cNvSpPr/>
            <p:nvPr/>
          </p:nvSpPr>
          <p:spPr>
            <a:xfrm>
              <a:off x="207184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763" y="931969"/>
                  </a:lnTo>
                  <a:lnTo>
                    <a:pt x="914400" y="931206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h6550"/>
            <p:cNvSpPr/>
            <p:nvPr/>
          </p:nvSpPr>
          <p:spPr>
            <a:xfrm>
              <a:off x="208128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h6551"/>
            <p:cNvSpPr/>
            <p:nvPr/>
          </p:nvSpPr>
          <p:spPr>
            <a:xfrm>
              <a:off x="209072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h6552"/>
            <p:cNvSpPr/>
            <p:nvPr/>
          </p:nvSpPr>
          <p:spPr>
            <a:xfrm>
              <a:off x="210016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h6553"/>
            <p:cNvSpPr/>
            <p:nvPr/>
          </p:nvSpPr>
          <p:spPr>
            <a:xfrm>
              <a:off x="210960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h6554"/>
            <p:cNvSpPr/>
            <p:nvPr/>
          </p:nvSpPr>
          <p:spPr>
            <a:xfrm>
              <a:off x="211904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h6555"/>
            <p:cNvSpPr/>
            <p:nvPr/>
          </p:nvSpPr>
          <p:spPr>
            <a:xfrm>
              <a:off x="212848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h6556"/>
            <p:cNvSpPr/>
            <p:nvPr/>
          </p:nvSpPr>
          <p:spPr>
            <a:xfrm>
              <a:off x="213792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h6557"/>
            <p:cNvSpPr/>
            <p:nvPr/>
          </p:nvSpPr>
          <p:spPr>
            <a:xfrm>
              <a:off x="214736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h6558"/>
            <p:cNvSpPr/>
            <p:nvPr/>
          </p:nvSpPr>
          <p:spPr>
            <a:xfrm>
              <a:off x="215680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h6559"/>
            <p:cNvSpPr/>
            <p:nvPr/>
          </p:nvSpPr>
          <p:spPr>
            <a:xfrm>
              <a:off x="216624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h6560"/>
            <p:cNvSpPr/>
            <p:nvPr/>
          </p:nvSpPr>
          <p:spPr>
            <a:xfrm>
              <a:off x="217568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h6561"/>
            <p:cNvSpPr/>
            <p:nvPr/>
          </p:nvSpPr>
          <p:spPr>
            <a:xfrm>
              <a:off x="218512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h6562"/>
            <p:cNvSpPr/>
            <p:nvPr/>
          </p:nvSpPr>
          <p:spPr>
            <a:xfrm>
              <a:off x="219456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h6563"/>
            <p:cNvSpPr/>
            <p:nvPr/>
          </p:nvSpPr>
          <p:spPr>
            <a:xfrm>
              <a:off x="220400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h6564"/>
            <p:cNvSpPr/>
            <p:nvPr/>
          </p:nvSpPr>
          <p:spPr>
            <a:xfrm>
              <a:off x="221344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h6565"/>
            <p:cNvSpPr/>
            <p:nvPr/>
          </p:nvSpPr>
          <p:spPr>
            <a:xfrm>
              <a:off x="222288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h6566"/>
            <p:cNvSpPr/>
            <p:nvPr/>
          </p:nvSpPr>
          <p:spPr>
            <a:xfrm>
              <a:off x="223232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h6567"/>
            <p:cNvSpPr/>
            <p:nvPr/>
          </p:nvSpPr>
          <p:spPr>
            <a:xfrm>
              <a:off x="224176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h6568"/>
            <p:cNvSpPr/>
            <p:nvPr/>
          </p:nvSpPr>
          <p:spPr>
            <a:xfrm>
              <a:off x="225120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h6569"/>
            <p:cNvSpPr/>
            <p:nvPr/>
          </p:nvSpPr>
          <p:spPr>
            <a:xfrm>
              <a:off x="226064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h6570"/>
            <p:cNvSpPr/>
            <p:nvPr/>
          </p:nvSpPr>
          <p:spPr>
            <a:xfrm>
              <a:off x="227008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h6571"/>
            <p:cNvSpPr/>
            <p:nvPr/>
          </p:nvSpPr>
          <p:spPr>
            <a:xfrm>
              <a:off x="227952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h6572"/>
            <p:cNvSpPr/>
            <p:nvPr/>
          </p:nvSpPr>
          <p:spPr>
            <a:xfrm>
              <a:off x="228896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h6573"/>
            <p:cNvSpPr/>
            <p:nvPr/>
          </p:nvSpPr>
          <p:spPr>
            <a:xfrm>
              <a:off x="229840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h6574"/>
            <p:cNvSpPr/>
            <p:nvPr/>
          </p:nvSpPr>
          <p:spPr>
            <a:xfrm>
              <a:off x="230784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h6575"/>
            <p:cNvSpPr/>
            <p:nvPr/>
          </p:nvSpPr>
          <p:spPr>
            <a:xfrm>
              <a:off x="231728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h6576"/>
            <p:cNvSpPr/>
            <p:nvPr/>
          </p:nvSpPr>
          <p:spPr>
            <a:xfrm>
              <a:off x="232672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h6577"/>
            <p:cNvSpPr/>
            <p:nvPr/>
          </p:nvSpPr>
          <p:spPr>
            <a:xfrm>
              <a:off x="233616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h6578"/>
            <p:cNvSpPr/>
            <p:nvPr/>
          </p:nvSpPr>
          <p:spPr>
            <a:xfrm>
              <a:off x="234560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h6579"/>
            <p:cNvSpPr/>
            <p:nvPr/>
          </p:nvSpPr>
          <p:spPr>
            <a:xfrm>
              <a:off x="235504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h6580"/>
            <p:cNvSpPr/>
            <p:nvPr/>
          </p:nvSpPr>
          <p:spPr>
            <a:xfrm>
              <a:off x="236448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h6581"/>
            <p:cNvSpPr/>
            <p:nvPr/>
          </p:nvSpPr>
          <p:spPr>
            <a:xfrm>
              <a:off x="237392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h6582"/>
            <p:cNvSpPr/>
            <p:nvPr/>
          </p:nvSpPr>
          <p:spPr>
            <a:xfrm>
              <a:off x="2383368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h6583"/>
            <p:cNvSpPr/>
            <p:nvPr/>
          </p:nvSpPr>
          <p:spPr>
            <a:xfrm>
              <a:off x="239280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h6584"/>
            <p:cNvSpPr/>
            <p:nvPr/>
          </p:nvSpPr>
          <p:spPr>
            <a:xfrm>
              <a:off x="2402248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h6585"/>
            <p:cNvSpPr/>
            <p:nvPr/>
          </p:nvSpPr>
          <p:spPr>
            <a:xfrm>
              <a:off x="241168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h6586"/>
            <p:cNvSpPr/>
            <p:nvPr/>
          </p:nvSpPr>
          <p:spPr>
            <a:xfrm>
              <a:off x="2421129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h6587"/>
            <p:cNvSpPr/>
            <p:nvPr/>
          </p:nvSpPr>
          <p:spPr>
            <a:xfrm>
              <a:off x="2430569" y="1324442"/>
              <a:ext cx="920191" cy="914399"/>
            </a:xfrm>
            <a:custGeom>
              <a:avLst/>
              <a:pathLst>
                <a:path w="920191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8530" y="896830"/>
                  </a:lnTo>
                  <a:lnTo>
                    <a:pt x="919642" y="907288"/>
                  </a:lnTo>
                  <a:lnTo>
                    <a:pt x="920191" y="91439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h6588"/>
            <p:cNvSpPr/>
            <p:nvPr/>
          </p:nvSpPr>
          <p:spPr>
            <a:xfrm>
              <a:off x="3176348" y="1324442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4022" y="914399"/>
                  </a:lnTo>
                  <a:lnTo>
                    <a:pt x="914400" y="913973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h6589"/>
            <p:cNvSpPr/>
            <p:nvPr/>
          </p:nvSpPr>
          <p:spPr>
            <a:xfrm>
              <a:off x="3185788" y="1324442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4959" y="914399"/>
                  </a:lnTo>
                  <a:lnTo>
                    <a:pt x="904959" y="913973"/>
                  </a:lnTo>
                  <a:lnTo>
                    <a:pt x="908046" y="910489"/>
                  </a:lnTo>
                  <a:lnTo>
                    <a:pt x="913221" y="905308"/>
                  </a:lnTo>
                  <a:lnTo>
                    <a:pt x="914399" y="904271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h6590"/>
            <p:cNvSpPr/>
            <p:nvPr/>
          </p:nvSpPr>
          <p:spPr>
            <a:xfrm>
              <a:off x="3195228" y="130687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1841"/>
                  </a:lnTo>
                  <a:lnTo>
                    <a:pt x="909095" y="918203"/>
                  </a:lnTo>
                  <a:lnTo>
                    <a:pt x="914071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h6591"/>
            <p:cNvSpPr/>
            <p:nvPr/>
          </p:nvSpPr>
          <p:spPr>
            <a:xfrm>
              <a:off x="319522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h6592"/>
            <p:cNvSpPr/>
            <p:nvPr/>
          </p:nvSpPr>
          <p:spPr>
            <a:xfrm>
              <a:off x="320466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h6593"/>
            <p:cNvSpPr/>
            <p:nvPr/>
          </p:nvSpPr>
          <p:spPr>
            <a:xfrm>
              <a:off x="321410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h6594"/>
            <p:cNvSpPr/>
            <p:nvPr/>
          </p:nvSpPr>
          <p:spPr>
            <a:xfrm>
              <a:off x="322354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h6595"/>
            <p:cNvSpPr/>
            <p:nvPr/>
          </p:nvSpPr>
          <p:spPr>
            <a:xfrm>
              <a:off x="323298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h6596"/>
            <p:cNvSpPr/>
            <p:nvPr/>
          </p:nvSpPr>
          <p:spPr>
            <a:xfrm>
              <a:off x="3242429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h6597"/>
            <p:cNvSpPr/>
            <p:nvPr/>
          </p:nvSpPr>
          <p:spPr>
            <a:xfrm>
              <a:off x="325187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h6598"/>
            <p:cNvSpPr/>
            <p:nvPr/>
          </p:nvSpPr>
          <p:spPr>
            <a:xfrm>
              <a:off x="326131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h6599"/>
            <p:cNvSpPr/>
            <p:nvPr/>
          </p:nvSpPr>
          <p:spPr>
            <a:xfrm>
              <a:off x="327075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h6600"/>
            <p:cNvSpPr/>
            <p:nvPr/>
          </p:nvSpPr>
          <p:spPr>
            <a:xfrm>
              <a:off x="328019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h6601"/>
            <p:cNvSpPr/>
            <p:nvPr/>
          </p:nvSpPr>
          <p:spPr>
            <a:xfrm>
              <a:off x="328963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h6602"/>
            <p:cNvSpPr/>
            <p:nvPr/>
          </p:nvSpPr>
          <p:spPr>
            <a:xfrm>
              <a:off x="329907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h6603"/>
            <p:cNvSpPr/>
            <p:nvPr/>
          </p:nvSpPr>
          <p:spPr>
            <a:xfrm>
              <a:off x="330851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h6604"/>
            <p:cNvSpPr/>
            <p:nvPr/>
          </p:nvSpPr>
          <p:spPr>
            <a:xfrm>
              <a:off x="331795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h6605"/>
            <p:cNvSpPr/>
            <p:nvPr/>
          </p:nvSpPr>
          <p:spPr>
            <a:xfrm>
              <a:off x="332739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h6606"/>
            <p:cNvSpPr/>
            <p:nvPr/>
          </p:nvSpPr>
          <p:spPr>
            <a:xfrm>
              <a:off x="333683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h6607"/>
            <p:cNvSpPr/>
            <p:nvPr/>
          </p:nvSpPr>
          <p:spPr>
            <a:xfrm>
              <a:off x="334627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h6608"/>
            <p:cNvSpPr/>
            <p:nvPr/>
          </p:nvSpPr>
          <p:spPr>
            <a:xfrm>
              <a:off x="335571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h6609"/>
            <p:cNvSpPr/>
            <p:nvPr/>
          </p:nvSpPr>
          <p:spPr>
            <a:xfrm>
              <a:off x="336515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h6610"/>
            <p:cNvSpPr/>
            <p:nvPr/>
          </p:nvSpPr>
          <p:spPr>
            <a:xfrm>
              <a:off x="337459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h6611"/>
            <p:cNvSpPr/>
            <p:nvPr/>
          </p:nvSpPr>
          <p:spPr>
            <a:xfrm>
              <a:off x="338403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h6612"/>
            <p:cNvSpPr/>
            <p:nvPr/>
          </p:nvSpPr>
          <p:spPr>
            <a:xfrm>
              <a:off x="339347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h6613"/>
            <p:cNvSpPr/>
            <p:nvPr/>
          </p:nvSpPr>
          <p:spPr>
            <a:xfrm>
              <a:off x="340291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h6614"/>
            <p:cNvSpPr/>
            <p:nvPr/>
          </p:nvSpPr>
          <p:spPr>
            <a:xfrm>
              <a:off x="341235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h6615"/>
            <p:cNvSpPr/>
            <p:nvPr/>
          </p:nvSpPr>
          <p:spPr>
            <a:xfrm>
              <a:off x="342179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h6616"/>
            <p:cNvSpPr/>
            <p:nvPr/>
          </p:nvSpPr>
          <p:spPr>
            <a:xfrm>
              <a:off x="343123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h6617"/>
            <p:cNvSpPr/>
            <p:nvPr/>
          </p:nvSpPr>
          <p:spPr>
            <a:xfrm>
              <a:off x="344067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h6618"/>
            <p:cNvSpPr/>
            <p:nvPr/>
          </p:nvSpPr>
          <p:spPr>
            <a:xfrm>
              <a:off x="345011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h6619"/>
            <p:cNvSpPr/>
            <p:nvPr/>
          </p:nvSpPr>
          <p:spPr>
            <a:xfrm>
              <a:off x="345955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h6620"/>
            <p:cNvSpPr/>
            <p:nvPr/>
          </p:nvSpPr>
          <p:spPr>
            <a:xfrm>
              <a:off x="346899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h6621"/>
            <p:cNvSpPr/>
            <p:nvPr/>
          </p:nvSpPr>
          <p:spPr>
            <a:xfrm>
              <a:off x="347843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h6622"/>
            <p:cNvSpPr/>
            <p:nvPr/>
          </p:nvSpPr>
          <p:spPr>
            <a:xfrm>
              <a:off x="348787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h6623"/>
            <p:cNvSpPr/>
            <p:nvPr/>
          </p:nvSpPr>
          <p:spPr>
            <a:xfrm>
              <a:off x="349731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h6624"/>
            <p:cNvSpPr/>
            <p:nvPr/>
          </p:nvSpPr>
          <p:spPr>
            <a:xfrm>
              <a:off x="350675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h6625"/>
            <p:cNvSpPr/>
            <p:nvPr/>
          </p:nvSpPr>
          <p:spPr>
            <a:xfrm>
              <a:off x="351619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h6626"/>
            <p:cNvSpPr/>
            <p:nvPr/>
          </p:nvSpPr>
          <p:spPr>
            <a:xfrm>
              <a:off x="352563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h6627"/>
            <p:cNvSpPr/>
            <p:nvPr/>
          </p:nvSpPr>
          <p:spPr>
            <a:xfrm>
              <a:off x="353507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h6628"/>
            <p:cNvSpPr/>
            <p:nvPr/>
          </p:nvSpPr>
          <p:spPr>
            <a:xfrm>
              <a:off x="354451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h6629"/>
            <p:cNvSpPr/>
            <p:nvPr/>
          </p:nvSpPr>
          <p:spPr>
            <a:xfrm>
              <a:off x="355395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h6630"/>
            <p:cNvSpPr/>
            <p:nvPr/>
          </p:nvSpPr>
          <p:spPr>
            <a:xfrm>
              <a:off x="356339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h6631"/>
            <p:cNvSpPr/>
            <p:nvPr/>
          </p:nvSpPr>
          <p:spPr>
            <a:xfrm>
              <a:off x="357283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h6632"/>
            <p:cNvSpPr/>
            <p:nvPr/>
          </p:nvSpPr>
          <p:spPr>
            <a:xfrm>
              <a:off x="358227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h6633"/>
            <p:cNvSpPr/>
            <p:nvPr/>
          </p:nvSpPr>
          <p:spPr>
            <a:xfrm>
              <a:off x="359171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h6634"/>
            <p:cNvSpPr/>
            <p:nvPr/>
          </p:nvSpPr>
          <p:spPr>
            <a:xfrm>
              <a:off x="360115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h6635"/>
            <p:cNvSpPr/>
            <p:nvPr/>
          </p:nvSpPr>
          <p:spPr>
            <a:xfrm>
              <a:off x="361059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h6636"/>
            <p:cNvSpPr/>
            <p:nvPr/>
          </p:nvSpPr>
          <p:spPr>
            <a:xfrm>
              <a:off x="362003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h6637"/>
            <p:cNvSpPr/>
            <p:nvPr/>
          </p:nvSpPr>
          <p:spPr>
            <a:xfrm>
              <a:off x="362947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h6638"/>
            <p:cNvSpPr/>
            <p:nvPr/>
          </p:nvSpPr>
          <p:spPr>
            <a:xfrm>
              <a:off x="363891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h6639"/>
            <p:cNvSpPr/>
            <p:nvPr/>
          </p:nvSpPr>
          <p:spPr>
            <a:xfrm>
              <a:off x="364836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h6640"/>
            <p:cNvSpPr/>
            <p:nvPr/>
          </p:nvSpPr>
          <p:spPr>
            <a:xfrm>
              <a:off x="365780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h6641"/>
            <p:cNvSpPr/>
            <p:nvPr/>
          </p:nvSpPr>
          <p:spPr>
            <a:xfrm>
              <a:off x="366724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h6642"/>
            <p:cNvSpPr/>
            <p:nvPr/>
          </p:nvSpPr>
          <p:spPr>
            <a:xfrm>
              <a:off x="367668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h6643"/>
            <p:cNvSpPr/>
            <p:nvPr/>
          </p:nvSpPr>
          <p:spPr>
            <a:xfrm>
              <a:off x="368612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h6644"/>
            <p:cNvSpPr/>
            <p:nvPr/>
          </p:nvSpPr>
          <p:spPr>
            <a:xfrm>
              <a:off x="369556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h6645"/>
            <p:cNvSpPr/>
            <p:nvPr/>
          </p:nvSpPr>
          <p:spPr>
            <a:xfrm>
              <a:off x="370500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h6646"/>
            <p:cNvSpPr/>
            <p:nvPr/>
          </p:nvSpPr>
          <p:spPr>
            <a:xfrm>
              <a:off x="371444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h6647"/>
            <p:cNvSpPr/>
            <p:nvPr/>
          </p:nvSpPr>
          <p:spPr>
            <a:xfrm>
              <a:off x="372388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h6648"/>
            <p:cNvSpPr/>
            <p:nvPr/>
          </p:nvSpPr>
          <p:spPr>
            <a:xfrm>
              <a:off x="373332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h6649"/>
            <p:cNvSpPr/>
            <p:nvPr/>
          </p:nvSpPr>
          <p:spPr>
            <a:xfrm>
              <a:off x="374276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h6650"/>
            <p:cNvSpPr/>
            <p:nvPr/>
          </p:nvSpPr>
          <p:spPr>
            <a:xfrm>
              <a:off x="375220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h6651"/>
            <p:cNvSpPr/>
            <p:nvPr/>
          </p:nvSpPr>
          <p:spPr>
            <a:xfrm>
              <a:off x="376164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h6652"/>
            <p:cNvSpPr/>
            <p:nvPr/>
          </p:nvSpPr>
          <p:spPr>
            <a:xfrm>
              <a:off x="377108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h6653"/>
            <p:cNvSpPr/>
            <p:nvPr/>
          </p:nvSpPr>
          <p:spPr>
            <a:xfrm>
              <a:off x="378052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h6654"/>
            <p:cNvSpPr/>
            <p:nvPr/>
          </p:nvSpPr>
          <p:spPr>
            <a:xfrm>
              <a:off x="3789963" y="1324442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360"/>
                  </a:lnTo>
                  <a:lnTo>
                    <a:pt x="922393" y="911310"/>
                  </a:lnTo>
                  <a:lnTo>
                    <a:pt x="921849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h6655"/>
            <p:cNvSpPr/>
            <p:nvPr/>
          </p:nvSpPr>
          <p:spPr>
            <a:xfrm>
              <a:off x="3799404" y="1306872"/>
              <a:ext cx="914944" cy="918930"/>
            </a:xfrm>
            <a:custGeom>
              <a:avLst/>
              <a:pathLst>
                <a:path w="914944" h="918930">
                  <a:moveTo>
                    <a:pt x="914400" y="914400"/>
                  </a:moveTo>
                  <a:lnTo>
                    <a:pt x="914944" y="914400"/>
                  </a:lnTo>
                  <a:lnTo>
                    <a:pt x="914501" y="918234"/>
                  </a:lnTo>
                  <a:lnTo>
                    <a:pt x="914400" y="91893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h6656"/>
            <p:cNvSpPr/>
            <p:nvPr/>
          </p:nvSpPr>
          <p:spPr>
            <a:xfrm>
              <a:off x="2062399" y="1289302"/>
              <a:ext cx="914400" cy="925912"/>
            </a:xfrm>
            <a:custGeom>
              <a:avLst/>
              <a:pathLst>
                <a:path w="914400" h="925912">
                  <a:moveTo>
                    <a:pt x="914400" y="914400"/>
                  </a:moveTo>
                  <a:lnTo>
                    <a:pt x="914400" y="925912"/>
                  </a:lnTo>
                  <a:lnTo>
                    <a:pt x="911762" y="918230"/>
                  </a:lnTo>
                  <a:lnTo>
                    <a:pt x="910594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h6657"/>
            <p:cNvSpPr/>
            <p:nvPr/>
          </p:nvSpPr>
          <p:spPr>
            <a:xfrm>
              <a:off x="206239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662" y="931969"/>
                  </a:lnTo>
                  <a:lnTo>
                    <a:pt x="914956" y="927531"/>
                  </a:lnTo>
                  <a:lnTo>
                    <a:pt x="914400" y="925912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h6658"/>
            <p:cNvSpPr/>
            <p:nvPr/>
          </p:nvSpPr>
          <p:spPr>
            <a:xfrm>
              <a:off x="207184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h6659"/>
            <p:cNvSpPr/>
            <p:nvPr/>
          </p:nvSpPr>
          <p:spPr>
            <a:xfrm>
              <a:off x="208128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h6660"/>
            <p:cNvSpPr/>
            <p:nvPr/>
          </p:nvSpPr>
          <p:spPr>
            <a:xfrm>
              <a:off x="209072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h6661"/>
            <p:cNvSpPr/>
            <p:nvPr/>
          </p:nvSpPr>
          <p:spPr>
            <a:xfrm>
              <a:off x="210016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h6662"/>
            <p:cNvSpPr/>
            <p:nvPr/>
          </p:nvSpPr>
          <p:spPr>
            <a:xfrm>
              <a:off x="210960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h6663"/>
            <p:cNvSpPr/>
            <p:nvPr/>
          </p:nvSpPr>
          <p:spPr>
            <a:xfrm>
              <a:off x="211904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h6664"/>
            <p:cNvSpPr/>
            <p:nvPr/>
          </p:nvSpPr>
          <p:spPr>
            <a:xfrm>
              <a:off x="212848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h6665"/>
            <p:cNvSpPr/>
            <p:nvPr/>
          </p:nvSpPr>
          <p:spPr>
            <a:xfrm>
              <a:off x="213792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h6666"/>
            <p:cNvSpPr/>
            <p:nvPr/>
          </p:nvSpPr>
          <p:spPr>
            <a:xfrm>
              <a:off x="214736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h6667"/>
            <p:cNvSpPr/>
            <p:nvPr/>
          </p:nvSpPr>
          <p:spPr>
            <a:xfrm>
              <a:off x="215680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h6668"/>
            <p:cNvSpPr/>
            <p:nvPr/>
          </p:nvSpPr>
          <p:spPr>
            <a:xfrm>
              <a:off x="216624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h6669"/>
            <p:cNvSpPr/>
            <p:nvPr/>
          </p:nvSpPr>
          <p:spPr>
            <a:xfrm>
              <a:off x="217568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h6670"/>
            <p:cNvSpPr/>
            <p:nvPr/>
          </p:nvSpPr>
          <p:spPr>
            <a:xfrm>
              <a:off x="218512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h6671"/>
            <p:cNvSpPr/>
            <p:nvPr/>
          </p:nvSpPr>
          <p:spPr>
            <a:xfrm>
              <a:off x="219456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h6672"/>
            <p:cNvSpPr/>
            <p:nvPr/>
          </p:nvSpPr>
          <p:spPr>
            <a:xfrm>
              <a:off x="220400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h6673"/>
            <p:cNvSpPr/>
            <p:nvPr/>
          </p:nvSpPr>
          <p:spPr>
            <a:xfrm>
              <a:off x="221344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h6674"/>
            <p:cNvSpPr/>
            <p:nvPr/>
          </p:nvSpPr>
          <p:spPr>
            <a:xfrm>
              <a:off x="222288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h6675"/>
            <p:cNvSpPr/>
            <p:nvPr/>
          </p:nvSpPr>
          <p:spPr>
            <a:xfrm>
              <a:off x="223232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h6676"/>
            <p:cNvSpPr/>
            <p:nvPr/>
          </p:nvSpPr>
          <p:spPr>
            <a:xfrm>
              <a:off x="224176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h6677"/>
            <p:cNvSpPr/>
            <p:nvPr/>
          </p:nvSpPr>
          <p:spPr>
            <a:xfrm>
              <a:off x="225120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h6678"/>
            <p:cNvSpPr/>
            <p:nvPr/>
          </p:nvSpPr>
          <p:spPr>
            <a:xfrm>
              <a:off x="226064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h6679"/>
            <p:cNvSpPr/>
            <p:nvPr/>
          </p:nvSpPr>
          <p:spPr>
            <a:xfrm>
              <a:off x="227008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h6680"/>
            <p:cNvSpPr/>
            <p:nvPr/>
          </p:nvSpPr>
          <p:spPr>
            <a:xfrm>
              <a:off x="227952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h6681"/>
            <p:cNvSpPr/>
            <p:nvPr/>
          </p:nvSpPr>
          <p:spPr>
            <a:xfrm>
              <a:off x="228896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h6682"/>
            <p:cNvSpPr/>
            <p:nvPr/>
          </p:nvSpPr>
          <p:spPr>
            <a:xfrm>
              <a:off x="229840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h6683"/>
            <p:cNvSpPr/>
            <p:nvPr/>
          </p:nvSpPr>
          <p:spPr>
            <a:xfrm>
              <a:off x="230784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h6684"/>
            <p:cNvSpPr/>
            <p:nvPr/>
          </p:nvSpPr>
          <p:spPr>
            <a:xfrm>
              <a:off x="231728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h6685"/>
            <p:cNvSpPr/>
            <p:nvPr/>
          </p:nvSpPr>
          <p:spPr>
            <a:xfrm>
              <a:off x="232672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h6686"/>
            <p:cNvSpPr/>
            <p:nvPr/>
          </p:nvSpPr>
          <p:spPr>
            <a:xfrm>
              <a:off x="233616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h6687"/>
            <p:cNvSpPr/>
            <p:nvPr/>
          </p:nvSpPr>
          <p:spPr>
            <a:xfrm>
              <a:off x="234560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h6688"/>
            <p:cNvSpPr/>
            <p:nvPr/>
          </p:nvSpPr>
          <p:spPr>
            <a:xfrm>
              <a:off x="235504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h6689"/>
            <p:cNvSpPr/>
            <p:nvPr/>
          </p:nvSpPr>
          <p:spPr>
            <a:xfrm>
              <a:off x="236448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h6690"/>
            <p:cNvSpPr/>
            <p:nvPr/>
          </p:nvSpPr>
          <p:spPr>
            <a:xfrm>
              <a:off x="237392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h6691"/>
            <p:cNvSpPr/>
            <p:nvPr/>
          </p:nvSpPr>
          <p:spPr>
            <a:xfrm>
              <a:off x="2383368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h6692"/>
            <p:cNvSpPr/>
            <p:nvPr/>
          </p:nvSpPr>
          <p:spPr>
            <a:xfrm>
              <a:off x="239280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h6693"/>
            <p:cNvSpPr/>
            <p:nvPr/>
          </p:nvSpPr>
          <p:spPr>
            <a:xfrm>
              <a:off x="2402248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h6694"/>
            <p:cNvSpPr/>
            <p:nvPr/>
          </p:nvSpPr>
          <p:spPr>
            <a:xfrm>
              <a:off x="241168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h6695"/>
            <p:cNvSpPr/>
            <p:nvPr/>
          </p:nvSpPr>
          <p:spPr>
            <a:xfrm>
              <a:off x="2421129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h6696"/>
            <p:cNvSpPr/>
            <p:nvPr/>
          </p:nvSpPr>
          <p:spPr>
            <a:xfrm>
              <a:off x="2430569" y="1306872"/>
              <a:ext cx="918530" cy="914400"/>
            </a:xfrm>
            <a:custGeom>
              <a:avLst/>
              <a:pathLst>
                <a:path w="9185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958" y="896830"/>
                  </a:lnTo>
                  <a:lnTo>
                    <a:pt x="917014" y="903166"/>
                  </a:lnTo>
                  <a:lnTo>
                    <a:pt x="918482" y="913947"/>
                  </a:lnTo>
                  <a:lnTo>
                    <a:pt x="918530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h6697"/>
            <p:cNvSpPr/>
            <p:nvPr/>
          </p:nvSpPr>
          <p:spPr>
            <a:xfrm>
              <a:off x="3195228" y="13068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071" y="914400"/>
                  </a:lnTo>
                  <a:lnTo>
                    <a:pt x="914400" y="91414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h6698"/>
            <p:cNvSpPr/>
            <p:nvPr/>
          </p:nvSpPr>
          <p:spPr>
            <a:xfrm>
              <a:off x="3204668" y="13068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4149"/>
                  </a:lnTo>
                  <a:lnTo>
                    <a:pt x="905091" y="914048"/>
                  </a:lnTo>
                  <a:lnTo>
                    <a:pt x="910636" y="910423"/>
                  </a:lnTo>
                  <a:lnTo>
                    <a:pt x="914400" y="908364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h6699"/>
            <p:cNvSpPr/>
            <p:nvPr/>
          </p:nvSpPr>
          <p:spPr>
            <a:xfrm>
              <a:off x="3214109" y="13068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364"/>
                  </a:lnTo>
                  <a:lnTo>
                    <a:pt x="906834" y="907339"/>
                  </a:lnTo>
                  <a:lnTo>
                    <a:pt x="907133" y="907190"/>
                  </a:lnTo>
                  <a:lnTo>
                    <a:pt x="907434" y="907041"/>
                  </a:lnTo>
                  <a:lnTo>
                    <a:pt x="907736" y="906892"/>
                  </a:lnTo>
                  <a:lnTo>
                    <a:pt x="908037" y="906743"/>
                  </a:lnTo>
                  <a:lnTo>
                    <a:pt x="908338" y="906594"/>
                  </a:lnTo>
                  <a:lnTo>
                    <a:pt x="908640" y="906445"/>
                  </a:lnTo>
                  <a:lnTo>
                    <a:pt x="908941" y="906296"/>
                  </a:lnTo>
                  <a:lnTo>
                    <a:pt x="909242" y="906146"/>
                  </a:lnTo>
                  <a:lnTo>
                    <a:pt x="909544" y="905997"/>
                  </a:lnTo>
                  <a:lnTo>
                    <a:pt x="909845" y="905848"/>
                  </a:lnTo>
                  <a:lnTo>
                    <a:pt x="910147" y="905699"/>
                  </a:lnTo>
                  <a:lnTo>
                    <a:pt x="910448" y="905550"/>
                  </a:lnTo>
                  <a:lnTo>
                    <a:pt x="910749" y="905401"/>
                  </a:lnTo>
                  <a:lnTo>
                    <a:pt x="911051" y="905252"/>
                  </a:lnTo>
                  <a:lnTo>
                    <a:pt x="911352" y="905103"/>
                  </a:lnTo>
                  <a:lnTo>
                    <a:pt x="911654" y="904954"/>
                  </a:lnTo>
                  <a:lnTo>
                    <a:pt x="911955" y="904805"/>
                  </a:lnTo>
                  <a:lnTo>
                    <a:pt x="912256" y="904656"/>
                  </a:lnTo>
                  <a:lnTo>
                    <a:pt x="912558" y="904507"/>
                  </a:lnTo>
                  <a:lnTo>
                    <a:pt x="912859" y="904358"/>
                  </a:lnTo>
                  <a:lnTo>
                    <a:pt x="913161" y="904209"/>
                  </a:lnTo>
                  <a:lnTo>
                    <a:pt x="913462" y="904060"/>
                  </a:lnTo>
                  <a:lnTo>
                    <a:pt x="913764" y="903911"/>
                  </a:lnTo>
                  <a:lnTo>
                    <a:pt x="914065" y="903762"/>
                  </a:lnTo>
                  <a:lnTo>
                    <a:pt x="914400" y="903597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h6700"/>
            <p:cNvSpPr/>
            <p:nvPr/>
          </p:nvSpPr>
          <p:spPr>
            <a:xfrm>
              <a:off x="3223549" y="13068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597"/>
                  </a:lnTo>
                  <a:lnTo>
                    <a:pt x="905228" y="903464"/>
                  </a:lnTo>
                  <a:lnTo>
                    <a:pt x="905529" y="903315"/>
                  </a:lnTo>
                  <a:lnTo>
                    <a:pt x="905831" y="903166"/>
                  </a:lnTo>
                  <a:lnTo>
                    <a:pt x="906132" y="903017"/>
                  </a:lnTo>
                  <a:lnTo>
                    <a:pt x="906434" y="902868"/>
                  </a:lnTo>
                  <a:lnTo>
                    <a:pt x="906735" y="902719"/>
                  </a:lnTo>
                  <a:lnTo>
                    <a:pt x="907037" y="902570"/>
                  </a:lnTo>
                  <a:lnTo>
                    <a:pt x="907338" y="902421"/>
                  </a:lnTo>
                  <a:lnTo>
                    <a:pt x="907640" y="902272"/>
                  </a:lnTo>
                  <a:lnTo>
                    <a:pt x="907942" y="902123"/>
                  </a:lnTo>
                  <a:lnTo>
                    <a:pt x="908243" y="901974"/>
                  </a:lnTo>
                  <a:lnTo>
                    <a:pt x="908545" y="901826"/>
                  </a:lnTo>
                  <a:lnTo>
                    <a:pt x="908846" y="901677"/>
                  </a:lnTo>
                  <a:lnTo>
                    <a:pt x="909148" y="901528"/>
                  </a:lnTo>
                  <a:lnTo>
                    <a:pt x="909449" y="901379"/>
                  </a:lnTo>
                  <a:lnTo>
                    <a:pt x="909751" y="901230"/>
                  </a:lnTo>
                  <a:lnTo>
                    <a:pt x="910053" y="901081"/>
                  </a:lnTo>
                  <a:lnTo>
                    <a:pt x="910354" y="900932"/>
                  </a:lnTo>
                  <a:lnTo>
                    <a:pt x="910656" y="900783"/>
                  </a:lnTo>
                  <a:lnTo>
                    <a:pt x="910957" y="900635"/>
                  </a:lnTo>
                  <a:lnTo>
                    <a:pt x="911259" y="900486"/>
                  </a:lnTo>
                  <a:lnTo>
                    <a:pt x="911561" y="900337"/>
                  </a:lnTo>
                  <a:lnTo>
                    <a:pt x="911862" y="900188"/>
                  </a:lnTo>
                  <a:lnTo>
                    <a:pt x="912164" y="900039"/>
                  </a:lnTo>
                  <a:lnTo>
                    <a:pt x="912466" y="899890"/>
                  </a:lnTo>
                  <a:lnTo>
                    <a:pt x="912767" y="899742"/>
                  </a:lnTo>
                  <a:lnTo>
                    <a:pt x="913069" y="899593"/>
                  </a:lnTo>
                  <a:lnTo>
                    <a:pt x="913371" y="899444"/>
                  </a:lnTo>
                  <a:lnTo>
                    <a:pt x="913672" y="899295"/>
                  </a:lnTo>
                  <a:lnTo>
                    <a:pt x="913974" y="899146"/>
                  </a:lnTo>
                  <a:lnTo>
                    <a:pt x="914400" y="898937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h6701"/>
            <p:cNvSpPr/>
            <p:nvPr/>
          </p:nvSpPr>
          <p:spPr>
            <a:xfrm>
              <a:off x="3232989" y="128930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06"/>
                  </a:lnTo>
                  <a:lnTo>
                    <a:pt x="905137" y="916419"/>
                  </a:lnTo>
                  <a:lnTo>
                    <a:pt x="905439" y="916270"/>
                  </a:lnTo>
                  <a:lnTo>
                    <a:pt x="905741" y="916121"/>
                  </a:lnTo>
                  <a:lnTo>
                    <a:pt x="906042" y="915972"/>
                  </a:lnTo>
                  <a:lnTo>
                    <a:pt x="906344" y="915824"/>
                  </a:lnTo>
                  <a:lnTo>
                    <a:pt x="906646" y="915675"/>
                  </a:lnTo>
                  <a:lnTo>
                    <a:pt x="906948" y="915526"/>
                  </a:lnTo>
                  <a:lnTo>
                    <a:pt x="907249" y="915378"/>
                  </a:lnTo>
                  <a:lnTo>
                    <a:pt x="909452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h6702"/>
            <p:cNvSpPr/>
            <p:nvPr/>
          </p:nvSpPr>
          <p:spPr>
            <a:xfrm>
              <a:off x="323298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h6703"/>
            <p:cNvSpPr/>
            <p:nvPr/>
          </p:nvSpPr>
          <p:spPr>
            <a:xfrm>
              <a:off x="3242429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h6704"/>
            <p:cNvSpPr/>
            <p:nvPr/>
          </p:nvSpPr>
          <p:spPr>
            <a:xfrm>
              <a:off x="325187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h6705"/>
            <p:cNvSpPr/>
            <p:nvPr/>
          </p:nvSpPr>
          <p:spPr>
            <a:xfrm>
              <a:off x="326131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h6706"/>
            <p:cNvSpPr/>
            <p:nvPr/>
          </p:nvSpPr>
          <p:spPr>
            <a:xfrm>
              <a:off x="327075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h6707"/>
            <p:cNvSpPr/>
            <p:nvPr/>
          </p:nvSpPr>
          <p:spPr>
            <a:xfrm>
              <a:off x="328019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h6708"/>
            <p:cNvSpPr/>
            <p:nvPr/>
          </p:nvSpPr>
          <p:spPr>
            <a:xfrm>
              <a:off x="328963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h6709"/>
            <p:cNvSpPr/>
            <p:nvPr/>
          </p:nvSpPr>
          <p:spPr>
            <a:xfrm>
              <a:off x="329907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h6710"/>
            <p:cNvSpPr/>
            <p:nvPr/>
          </p:nvSpPr>
          <p:spPr>
            <a:xfrm>
              <a:off x="330851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h6711"/>
            <p:cNvSpPr/>
            <p:nvPr/>
          </p:nvSpPr>
          <p:spPr>
            <a:xfrm>
              <a:off x="331795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h6712"/>
            <p:cNvSpPr/>
            <p:nvPr/>
          </p:nvSpPr>
          <p:spPr>
            <a:xfrm>
              <a:off x="332739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h6713"/>
            <p:cNvSpPr/>
            <p:nvPr/>
          </p:nvSpPr>
          <p:spPr>
            <a:xfrm>
              <a:off x="333683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h6714"/>
            <p:cNvSpPr/>
            <p:nvPr/>
          </p:nvSpPr>
          <p:spPr>
            <a:xfrm>
              <a:off x="334627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h6715"/>
            <p:cNvSpPr/>
            <p:nvPr/>
          </p:nvSpPr>
          <p:spPr>
            <a:xfrm>
              <a:off x="335571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h6716"/>
            <p:cNvSpPr/>
            <p:nvPr/>
          </p:nvSpPr>
          <p:spPr>
            <a:xfrm>
              <a:off x="336515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h6717"/>
            <p:cNvSpPr/>
            <p:nvPr/>
          </p:nvSpPr>
          <p:spPr>
            <a:xfrm>
              <a:off x="337459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h6718"/>
            <p:cNvSpPr/>
            <p:nvPr/>
          </p:nvSpPr>
          <p:spPr>
            <a:xfrm>
              <a:off x="338403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h6719"/>
            <p:cNvSpPr/>
            <p:nvPr/>
          </p:nvSpPr>
          <p:spPr>
            <a:xfrm>
              <a:off x="339347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h6720"/>
            <p:cNvSpPr/>
            <p:nvPr/>
          </p:nvSpPr>
          <p:spPr>
            <a:xfrm>
              <a:off x="340291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h6721"/>
            <p:cNvSpPr/>
            <p:nvPr/>
          </p:nvSpPr>
          <p:spPr>
            <a:xfrm>
              <a:off x="341235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h6722"/>
            <p:cNvSpPr/>
            <p:nvPr/>
          </p:nvSpPr>
          <p:spPr>
            <a:xfrm>
              <a:off x="342179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h6723"/>
            <p:cNvSpPr/>
            <p:nvPr/>
          </p:nvSpPr>
          <p:spPr>
            <a:xfrm>
              <a:off x="343123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h6724"/>
            <p:cNvSpPr/>
            <p:nvPr/>
          </p:nvSpPr>
          <p:spPr>
            <a:xfrm>
              <a:off x="344067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h6725"/>
            <p:cNvSpPr/>
            <p:nvPr/>
          </p:nvSpPr>
          <p:spPr>
            <a:xfrm>
              <a:off x="345011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h6726"/>
            <p:cNvSpPr/>
            <p:nvPr/>
          </p:nvSpPr>
          <p:spPr>
            <a:xfrm>
              <a:off x="345955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h6727"/>
            <p:cNvSpPr/>
            <p:nvPr/>
          </p:nvSpPr>
          <p:spPr>
            <a:xfrm>
              <a:off x="346899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h6728"/>
            <p:cNvSpPr/>
            <p:nvPr/>
          </p:nvSpPr>
          <p:spPr>
            <a:xfrm>
              <a:off x="347843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h6729"/>
            <p:cNvSpPr/>
            <p:nvPr/>
          </p:nvSpPr>
          <p:spPr>
            <a:xfrm>
              <a:off x="348787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h6730"/>
            <p:cNvSpPr/>
            <p:nvPr/>
          </p:nvSpPr>
          <p:spPr>
            <a:xfrm>
              <a:off x="349731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h6731"/>
            <p:cNvSpPr/>
            <p:nvPr/>
          </p:nvSpPr>
          <p:spPr>
            <a:xfrm>
              <a:off x="350675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h6732"/>
            <p:cNvSpPr/>
            <p:nvPr/>
          </p:nvSpPr>
          <p:spPr>
            <a:xfrm>
              <a:off x="351619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h6733"/>
            <p:cNvSpPr/>
            <p:nvPr/>
          </p:nvSpPr>
          <p:spPr>
            <a:xfrm>
              <a:off x="352563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h6734"/>
            <p:cNvSpPr/>
            <p:nvPr/>
          </p:nvSpPr>
          <p:spPr>
            <a:xfrm>
              <a:off x="353507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h6735"/>
            <p:cNvSpPr/>
            <p:nvPr/>
          </p:nvSpPr>
          <p:spPr>
            <a:xfrm>
              <a:off x="354451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h6736"/>
            <p:cNvSpPr/>
            <p:nvPr/>
          </p:nvSpPr>
          <p:spPr>
            <a:xfrm>
              <a:off x="355395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h6737"/>
            <p:cNvSpPr/>
            <p:nvPr/>
          </p:nvSpPr>
          <p:spPr>
            <a:xfrm>
              <a:off x="356339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h6738"/>
            <p:cNvSpPr/>
            <p:nvPr/>
          </p:nvSpPr>
          <p:spPr>
            <a:xfrm>
              <a:off x="357283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h6739"/>
            <p:cNvSpPr/>
            <p:nvPr/>
          </p:nvSpPr>
          <p:spPr>
            <a:xfrm>
              <a:off x="358227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h6740"/>
            <p:cNvSpPr/>
            <p:nvPr/>
          </p:nvSpPr>
          <p:spPr>
            <a:xfrm>
              <a:off x="359171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h6741"/>
            <p:cNvSpPr/>
            <p:nvPr/>
          </p:nvSpPr>
          <p:spPr>
            <a:xfrm>
              <a:off x="360115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h6742"/>
            <p:cNvSpPr/>
            <p:nvPr/>
          </p:nvSpPr>
          <p:spPr>
            <a:xfrm>
              <a:off x="361059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h6743"/>
            <p:cNvSpPr/>
            <p:nvPr/>
          </p:nvSpPr>
          <p:spPr>
            <a:xfrm>
              <a:off x="362003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h6744"/>
            <p:cNvSpPr/>
            <p:nvPr/>
          </p:nvSpPr>
          <p:spPr>
            <a:xfrm>
              <a:off x="362947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h6745"/>
            <p:cNvSpPr/>
            <p:nvPr/>
          </p:nvSpPr>
          <p:spPr>
            <a:xfrm>
              <a:off x="363891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h6746"/>
            <p:cNvSpPr/>
            <p:nvPr/>
          </p:nvSpPr>
          <p:spPr>
            <a:xfrm>
              <a:off x="364836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h6747"/>
            <p:cNvSpPr/>
            <p:nvPr/>
          </p:nvSpPr>
          <p:spPr>
            <a:xfrm>
              <a:off x="365780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h6748"/>
            <p:cNvSpPr/>
            <p:nvPr/>
          </p:nvSpPr>
          <p:spPr>
            <a:xfrm>
              <a:off x="366724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h6749"/>
            <p:cNvSpPr/>
            <p:nvPr/>
          </p:nvSpPr>
          <p:spPr>
            <a:xfrm>
              <a:off x="367668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h6750"/>
            <p:cNvSpPr/>
            <p:nvPr/>
          </p:nvSpPr>
          <p:spPr>
            <a:xfrm>
              <a:off x="368612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h6751"/>
            <p:cNvSpPr/>
            <p:nvPr/>
          </p:nvSpPr>
          <p:spPr>
            <a:xfrm>
              <a:off x="369556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h6752"/>
            <p:cNvSpPr/>
            <p:nvPr/>
          </p:nvSpPr>
          <p:spPr>
            <a:xfrm>
              <a:off x="370500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h6753"/>
            <p:cNvSpPr/>
            <p:nvPr/>
          </p:nvSpPr>
          <p:spPr>
            <a:xfrm>
              <a:off x="371444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h6754"/>
            <p:cNvSpPr/>
            <p:nvPr/>
          </p:nvSpPr>
          <p:spPr>
            <a:xfrm>
              <a:off x="372388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h6755"/>
            <p:cNvSpPr/>
            <p:nvPr/>
          </p:nvSpPr>
          <p:spPr>
            <a:xfrm>
              <a:off x="373332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h6756"/>
            <p:cNvSpPr/>
            <p:nvPr/>
          </p:nvSpPr>
          <p:spPr>
            <a:xfrm>
              <a:off x="374276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h6757"/>
            <p:cNvSpPr/>
            <p:nvPr/>
          </p:nvSpPr>
          <p:spPr>
            <a:xfrm>
              <a:off x="375220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h6758"/>
            <p:cNvSpPr/>
            <p:nvPr/>
          </p:nvSpPr>
          <p:spPr>
            <a:xfrm>
              <a:off x="376164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h6759"/>
            <p:cNvSpPr/>
            <p:nvPr/>
          </p:nvSpPr>
          <p:spPr>
            <a:xfrm>
              <a:off x="377108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h6760"/>
            <p:cNvSpPr/>
            <p:nvPr/>
          </p:nvSpPr>
          <p:spPr>
            <a:xfrm>
              <a:off x="378052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h6761"/>
            <p:cNvSpPr/>
            <p:nvPr/>
          </p:nvSpPr>
          <p:spPr>
            <a:xfrm>
              <a:off x="378996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h6762"/>
            <p:cNvSpPr/>
            <p:nvPr/>
          </p:nvSpPr>
          <p:spPr>
            <a:xfrm>
              <a:off x="3799404" y="130687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809"/>
                  </a:lnTo>
                  <a:lnTo>
                    <a:pt x="922167" y="905486"/>
                  </a:lnTo>
                  <a:lnTo>
                    <a:pt x="916870" y="910155"/>
                  </a:lnTo>
                  <a:lnTo>
                    <a:pt x="915296" y="911361"/>
                  </a:lnTo>
                  <a:lnTo>
                    <a:pt x="914944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h6763"/>
            <p:cNvSpPr/>
            <p:nvPr/>
          </p:nvSpPr>
          <p:spPr>
            <a:xfrm>
              <a:off x="3808844" y="1289302"/>
              <a:ext cx="920969" cy="921379"/>
            </a:xfrm>
            <a:custGeom>
              <a:avLst/>
              <a:pathLst>
                <a:path w="920969" h="921379">
                  <a:moveTo>
                    <a:pt x="914400" y="914400"/>
                  </a:moveTo>
                  <a:lnTo>
                    <a:pt x="920969" y="914400"/>
                  </a:lnTo>
                  <a:lnTo>
                    <a:pt x="917887" y="917883"/>
                  </a:lnTo>
                  <a:lnTo>
                    <a:pt x="914400" y="92137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h6764"/>
            <p:cNvSpPr/>
            <p:nvPr/>
          </p:nvSpPr>
          <p:spPr>
            <a:xfrm>
              <a:off x="2062399" y="127173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594" y="931969"/>
                  </a:lnTo>
                  <a:lnTo>
                    <a:pt x="908834" y="926200"/>
                  </a:lnTo>
                  <a:lnTo>
                    <a:pt x="906180" y="916329"/>
                  </a:lnTo>
                  <a:lnTo>
                    <a:pt x="905728" y="914400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h6765"/>
            <p:cNvSpPr/>
            <p:nvPr/>
          </p:nvSpPr>
          <p:spPr>
            <a:xfrm>
              <a:off x="206239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h6766"/>
            <p:cNvSpPr/>
            <p:nvPr/>
          </p:nvSpPr>
          <p:spPr>
            <a:xfrm>
              <a:off x="207184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h6767"/>
            <p:cNvSpPr/>
            <p:nvPr/>
          </p:nvSpPr>
          <p:spPr>
            <a:xfrm>
              <a:off x="208128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h6768"/>
            <p:cNvSpPr/>
            <p:nvPr/>
          </p:nvSpPr>
          <p:spPr>
            <a:xfrm>
              <a:off x="209072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h6769"/>
            <p:cNvSpPr/>
            <p:nvPr/>
          </p:nvSpPr>
          <p:spPr>
            <a:xfrm>
              <a:off x="210016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h6770"/>
            <p:cNvSpPr/>
            <p:nvPr/>
          </p:nvSpPr>
          <p:spPr>
            <a:xfrm>
              <a:off x="210960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h6771"/>
            <p:cNvSpPr/>
            <p:nvPr/>
          </p:nvSpPr>
          <p:spPr>
            <a:xfrm>
              <a:off x="211904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h6772"/>
            <p:cNvSpPr/>
            <p:nvPr/>
          </p:nvSpPr>
          <p:spPr>
            <a:xfrm>
              <a:off x="212848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h6773"/>
            <p:cNvSpPr/>
            <p:nvPr/>
          </p:nvSpPr>
          <p:spPr>
            <a:xfrm>
              <a:off x="213792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h6774"/>
            <p:cNvSpPr/>
            <p:nvPr/>
          </p:nvSpPr>
          <p:spPr>
            <a:xfrm>
              <a:off x="214736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h6775"/>
            <p:cNvSpPr/>
            <p:nvPr/>
          </p:nvSpPr>
          <p:spPr>
            <a:xfrm>
              <a:off x="215680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h6776"/>
            <p:cNvSpPr/>
            <p:nvPr/>
          </p:nvSpPr>
          <p:spPr>
            <a:xfrm>
              <a:off x="216624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h6777"/>
            <p:cNvSpPr/>
            <p:nvPr/>
          </p:nvSpPr>
          <p:spPr>
            <a:xfrm>
              <a:off x="217568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h6778"/>
            <p:cNvSpPr/>
            <p:nvPr/>
          </p:nvSpPr>
          <p:spPr>
            <a:xfrm>
              <a:off x="218512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h6779"/>
            <p:cNvSpPr/>
            <p:nvPr/>
          </p:nvSpPr>
          <p:spPr>
            <a:xfrm>
              <a:off x="219456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h6780"/>
            <p:cNvSpPr/>
            <p:nvPr/>
          </p:nvSpPr>
          <p:spPr>
            <a:xfrm>
              <a:off x="220400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h6781"/>
            <p:cNvSpPr/>
            <p:nvPr/>
          </p:nvSpPr>
          <p:spPr>
            <a:xfrm>
              <a:off x="221344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h6782"/>
            <p:cNvSpPr/>
            <p:nvPr/>
          </p:nvSpPr>
          <p:spPr>
            <a:xfrm>
              <a:off x="222288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h6783"/>
            <p:cNvSpPr/>
            <p:nvPr/>
          </p:nvSpPr>
          <p:spPr>
            <a:xfrm>
              <a:off x="223232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h6784"/>
            <p:cNvSpPr/>
            <p:nvPr/>
          </p:nvSpPr>
          <p:spPr>
            <a:xfrm>
              <a:off x="224176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h6785"/>
            <p:cNvSpPr/>
            <p:nvPr/>
          </p:nvSpPr>
          <p:spPr>
            <a:xfrm>
              <a:off x="225120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h6786"/>
            <p:cNvSpPr/>
            <p:nvPr/>
          </p:nvSpPr>
          <p:spPr>
            <a:xfrm>
              <a:off x="226064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h6787"/>
            <p:cNvSpPr/>
            <p:nvPr/>
          </p:nvSpPr>
          <p:spPr>
            <a:xfrm>
              <a:off x="227008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h6788"/>
            <p:cNvSpPr/>
            <p:nvPr/>
          </p:nvSpPr>
          <p:spPr>
            <a:xfrm>
              <a:off x="227952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h6789"/>
            <p:cNvSpPr/>
            <p:nvPr/>
          </p:nvSpPr>
          <p:spPr>
            <a:xfrm>
              <a:off x="228896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h6790"/>
            <p:cNvSpPr/>
            <p:nvPr/>
          </p:nvSpPr>
          <p:spPr>
            <a:xfrm>
              <a:off x="229840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h6791"/>
            <p:cNvSpPr/>
            <p:nvPr/>
          </p:nvSpPr>
          <p:spPr>
            <a:xfrm>
              <a:off x="230784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h6792"/>
            <p:cNvSpPr/>
            <p:nvPr/>
          </p:nvSpPr>
          <p:spPr>
            <a:xfrm>
              <a:off x="231728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h6793"/>
            <p:cNvSpPr/>
            <p:nvPr/>
          </p:nvSpPr>
          <p:spPr>
            <a:xfrm>
              <a:off x="232672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h6794"/>
            <p:cNvSpPr/>
            <p:nvPr/>
          </p:nvSpPr>
          <p:spPr>
            <a:xfrm>
              <a:off x="233616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h6795"/>
            <p:cNvSpPr/>
            <p:nvPr/>
          </p:nvSpPr>
          <p:spPr>
            <a:xfrm>
              <a:off x="234560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h6796"/>
            <p:cNvSpPr/>
            <p:nvPr/>
          </p:nvSpPr>
          <p:spPr>
            <a:xfrm>
              <a:off x="235504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h6797"/>
            <p:cNvSpPr/>
            <p:nvPr/>
          </p:nvSpPr>
          <p:spPr>
            <a:xfrm>
              <a:off x="236448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h6798"/>
            <p:cNvSpPr/>
            <p:nvPr/>
          </p:nvSpPr>
          <p:spPr>
            <a:xfrm>
              <a:off x="237392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h6799"/>
            <p:cNvSpPr/>
            <p:nvPr/>
          </p:nvSpPr>
          <p:spPr>
            <a:xfrm>
              <a:off x="2383368" y="12717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h6800"/>
            <p:cNvSpPr/>
            <p:nvPr/>
          </p:nvSpPr>
          <p:spPr>
            <a:xfrm>
              <a:off x="239280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h6801"/>
            <p:cNvSpPr/>
            <p:nvPr/>
          </p:nvSpPr>
          <p:spPr>
            <a:xfrm>
              <a:off x="2402248" y="12717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h6802"/>
            <p:cNvSpPr/>
            <p:nvPr/>
          </p:nvSpPr>
          <p:spPr>
            <a:xfrm>
              <a:off x="241168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h6803"/>
            <p:cNvSpPr/>
            <p:nvPr/>
          </p:nvSpPr>
          <p:spPr>
            <a:xfrm>
              <a:off x="2430569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514" y="896830"/>
                  </a:lnTo>
                  <a:lnTo>
                    <a:pt x="913174" y="899681"/>
                  </a:lnTo>
                  <a:lnTo>
                    <a:pt x="914400" y="905861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h6804"/>
            <p:cNvSpPr/>
            <p:nvPr/>
          </p:nvSpPr>
          <p:spPr>
            <a:xfrm>
              <a:off x="2430569" y="1289302"/>
              <a:ext cx="915958" cy="914400"/>
            </a:xfrm>
            <a:custGeom>
              <a:avLst/>
              <a:pathLst>
                <a:path w="915958" h="914400">
                  <a:moveTo>
                    <a:pt x="914400" y="914400"/>
                  </a:moveTo>
                  <a:lnTo>
                    <a:pt x="914400" y="905861"/>
                  </a:lnTo>
                  <a:lnTo>
                    <a:pt x="915243" y="910114"/>
                  </a:lnTo>
                  <a:lnTo>
                    <a:pt x="915958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h6805"/>
            <p:cNvSpPr/>
            <p:nvPr/>
          </p:nvSpPr>
          <p:spPr>
            <a:xfrm>
              <a:off x="3232989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452" y="914400"/>
                  </a:lnTo>
                  <a:lnTo>
                    <a:pt x="912686" y="912964"/>
                  </a:lnTo>
                  <a:lnTo>
                    <a:pt x="914400" y="912367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h6806"/>
            <p:cNvSpPr/>
            <p:nvPr/>
          </p:nvSpPr>
          <p:spPr>
            <a:xfrm>
              <a:off x="3242429" y="128930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2367"/>
                  </a:lnTo>
                  <a:lnTo>
                    <a:pt x="908740" y="911052"/>
                  </a:lnTo>
                  <a:lnTo>
                    <a:pt x="914399" y="909627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h6807"/>
            <p:cNvSpPr/>
            <p:nvPr/>
          </p:nvSpPr>
          <p:spPr>
            <a:xfrm>
              <a:off x="3251870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627"/>
                  </a:lnTo>
                  <a:lnTo>
                    <a:pt x="910406" y="908752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h6808"/>
            <p:cNvSpPr/>
            <p:nvPr/>
          </p:nvSpPr>
          <p:spPr>
            <a:xfrm>
              <a:off x="3261310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478"/>
                  </a:lnTo>
                  <a:lnTo>
                    <a:pt x="906551" y="908369"/>
                  </a:lnTo>
                  <a:lnTo>
                    <a:pt x="912140" y="908499"/>
                  </a:lnTo>
                  <a:lnTo>
                    <a:pt x="912618" y="908532"/>
                  </a:lnTo>
                  <a:lnTo>
                    <a:pt x="913097" y="908566"/>
                  </a:lnTo>
                  <a:lnTo>
                    <a:pt x="913577" y="908599"/>
                  </a:lnTo>
                  <a:lnTo>
                    <a:pt x="914057" y="908632"/>
                  </a:lnTo>
                  <a:lnTo>
                    <a:pt x="914400" y="908656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h6809"/>
            <p:cNvSpPr/>
            <p:nvPr/>
          </p:nvSpPr>
          <p:spPr>
            <a:xfrm>
              <a:off x="3270750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56"/>
                  </a:lnTo>
                  <a:lnTo>
                    <a:pt x="905096" y="908665"/>
                  </a:lnTo>
                  <a:lnTo>
                    <a:pt x="905576" y="908699"/>
                  </a:lnTo>
                  <a:lnTo>
                    <a:pt x="906055" y="908732"/>
                  </a:lnTo>
                  <a:lnTo>
                    <a:pt x="906535" y="908765"/>
                  </a:lnTo>
                  <a:lnTo>
                    <a:pt x="907014" y="908799"/>
                  </a:lnTo>
                  <a:lnTo>
                    <a:pt x="907494" y="908832"/>
                  </a:lnTo>
                  <a:lnTo>
                    <a:pt x="907974" y="908866"/>
                  </a:lnTo>
                  <a:lnTo>
                    <a:pt x="908453" y="908899"/>
                  </a:lnTo>
                  <a:lnTo>
                    <a:pt x="908933" y="908932"/>
                  </a:lnTo>
                  <a:lnTo>
                    <a:pt x="909412" y="908966"/>
                  </a:lnTo>
                  <a:lnTo>
                    <a:pt x="909892" y="908999"/>
                  </a:lnTo>
                  <a:lnTo>
                    <a:pt x="910372" y="909033"/>
                  </a:lnTo>
                  <a:lnTo>
                    <a:pt x="910851" y="909066"/>
                  </a:lnTo>
                  <a:lnTo>
                    <a:pt x="911331" y="909100"/>
                  </a:lnTo>
                  <a:lnTo>
                    <a:pt x="911810" y="909133"/>
                  </a:lnTo>
                  <a:lnTo>
                    <a:pt x="912290" y="909167"/>
                  </a:lnTo>
                  <a:lnTo>
                    <a:pt x="912770" y="909201"/>
                  </a:lnTo>
                  <a:lnTo>
                    <a:pt x="913249" y="909234"/>
                  </a:lnTo>
                  <a:lnTo>
                    <a:pt x="913729" y="909268"/>
                  </a:lnTo>
                  <a:lnTo>
                    <a:pt x="914208" y="909301"/>
                  </a:lnTo>
                  <a:lnTo>
                    <a:pt x="914400" y="909315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h6810"/>
            <p:cNvSpPr/>
            <p:nvPr/>
          </p:nvSpPr>
          <p:spPr>
            <a:xfrm>
              <a:off x="3280190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315"/>
                  </a:lnTo>
                  <a:lnTo>
                    <a:pt x="905248" y="909335"/>
                  </a:lnTo>
                  <a:lnTo>
                    <a:pt x="905727" y="909369"/>
                  </a:lnTo>
                  <a:lnTo>
                    <a:pt x="906207" y="909402"/>
                  </a:lnTo>
                  <a:lnTo>
                    <a:pt x="906686" y="909436"/>
                  </a:lnTo>
                  <a:lnTo>
                    <a:pt x="907166" y="909470"/>
                  </a:lnTo>
                  <a:lnTo>
                    <a:pt x="907645" y="909504"/>
                  </a:lnTo>
                  <a:lnTo>
                    <a:pt x="908125" y="909537"/>
                  </a:lnTo>
                  <a:lnTo>
                    <a:pt x="908605" y="909571"/>
                  </a:lnTo>
                  <a:lnTo>
                    <a:pt x="909084" y="909605"/>
                  </a:lnTo>
                  <a:lnTo>
                    <a:pt x="909564" y="909639"/>
                  </a:lnTo>
                  <a:lnTo>
                    <a:pt x="910043" y="909673"/>
                  </a:lnTo>
                  <a:lnTo>
                    <a:pt x="910523" y="909706"/>
                  </a:lnTo>
                  <a:lnTo>
                    <a:pt x="911002" y="909740"/>
                  </a:lnTo>
                  <a:lnTo>
                    <a:pt x="911482" y="909774"/>
                  </a:lnTo>
                  <a:lnTo>
                    <a:pt x="911961" y="909808"/>
                  </a:lnTo>
                  <a:lnTo>
                    <a:pt x="912441" y="909842"/>
                  </a:lnTo>
                  <a:lnTo>
                    <a:pt x="912920" y="909876"/>
                  </a:lnTo>
                  <a:lnTo>
                    <a:pt x="913400" y="909910"/>
                  </a:lnTo>
                  <a:lnTo>
                    <a:pt x="913879" y="909944"/>
                  </a:lnTo>
                  <a:lnTo>
                    <a:pt x="914400" y="909981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h6811"/>
            <p:cNvSpPr/>
            <p:nvPr/>
          </p:nvSpPr>
          <p:spPr>
            <a:xfrm>
              <a:off x="3289631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1"/>
                  </a:lnTo>
                  <a:lnTo>
                    <a:pt x="905398" y="910012"/>
                  </a:lnTo>
                  <a:lnTo>
                    <a:pt x="905878" y="910046"/>
                  </a:lnTo>
                  <a:lnTo>
                    <a:pt x="906357" y="910080"/>
                  </a:lnTo>
                  <a:lnTo>
                    <a:pt x="906837" y="910114"/>
                  </a:lnTo>
                  <a:lnTo>
                    <a:pt x="907316" y="910148"/>
                  </a:lnTo>
                  <a:lnTo>
                    <a:pt x="907796" y="910182"/>
                  </a:lnTo>
                  <a:lnTo>
                    <a:pt x="908275" y="910216"/>
                  </a:lnTo>
                  <a:lnTo>
                    <a:pt x="908755" y="910250"/>
                  </a:lnTo>
                  <a:lnTo>
                    <a:pt x="909234" y="910284"/>
                  </a:lnTo>
                  <a:lnTo>
                    <a:pt x="909714" y="910319"/>
                  </a:lnTo>
                  <a:lnTo>
                    <a:pt x="910193" y="910353"/>
                  </a:lnTo>
                  <a:lnTo>
                    <a:pt x="910673" y="910387"/>
                  </a:lnTo>
                  <a:lnTo>
                    <a:pt x="914400" y="910653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h6812"/>
            <p:cNvSpPr/>
            <p:nvPr/>
          </p:nvSpPr>
          <p:spPr>
            <a:xfrm>
              <a:off x="3299071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653"/>
                  </a:lnTo>
                  <a:lnTo>
                    <a:pt x="914400" y="911326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h6813"/>
            <p:cNvSpPr/>
            <p:nvPr/>
          </p:nvSpPr>
          <p:spPr>
            <a:xfrm>
              <a:off x="3308511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26"/>
                  </a:lnTo>
                  <a:lnTo>
                    <a:pt x="914400" y="9120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h6814"/>
            <p:cNvSpPr/>
            <p:nvPr/>
          </p:nvSpPr>
          <p:spPr>
            <a:xfrm>
              <a:off x="3317951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00"/>
                  </a:lnTo>
                  <a:lnTo>
                    <a:pt x="914400" y="912673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h6815"/>
            <p:cNvSpPr/>
            <p:nvPr/>
          </p:nvSpPr>
          <p:spPr>
            <a:xfrm>
              <a:off x="3327392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673"/>
                  </a:lnTo>
                  <a:lnTo>
                    <a:pt x="914400" y="912474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h6816"/>
            <p:cNvSpPr/>
            <p:nvPr/>
          </p:nvSpPr>
          <p:spPr>
            <a:xfrm>
              <a:off x="3336832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474"/>
                  </a:lnTo>
                  <a:lnTo>
                    <a:pt x="914400" y="912274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h6817"/>
            <p:cNvSpPr/>
            <p:nvPr/>
          </p:nvSpPr>
          <p:spPr>
            <a:xfrm>
              <a:off x="3346272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274"/>
                  </a:lnTo>
                  <a:lnTo>
                    <a:pt x="914400" y="912075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h6818"/>
            <p:cNvSpPr/>
            <p:nvPr/>
          </p:nvSpPr>
          <p:spPr>
            <a:xfrm>
              <a:off x="3355712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75"/>
                  </a:lnTo>
                  <a:lnTo>
                    <a:pt x="913851" y="911830"/>
                  </a:lnTo>
                  <a:lnTo>
                    <a:pt x="914223" y="911516"/>
                  </a:lnTo>
                  <a:lnTo>
                    <a:pt x="914400" y="911367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h6819"/>
            <p:cNvSpPr/>
            <p:nvPr/>
          </p:nvSpPr>
          <p:spPr>
            <a:xfrm>
              <a:off x="3365153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67"/>
                  </a:lnTo>
                  <a:lnTo>
                    <a:pt x="905155" y="911203"/>
                  </a:lnTo>
                  <a:lnTo>
                    <a:pt x="905526" y="910889"/>
                  </a:lnTo>
                  <a:lnTo>
                    <a:pt x="905898" y="910575"/>
                  </a:lnTo>
                  <a:lnTo>
                    <a:pt x="910960" y="906577"/>
                  </a:lnTo>
                  <a:lnTo>
                    <a:pt x="914400" y="90421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h6820"/>
            <p:cNvSpPr/>
            <p:nvPr/>
          </p:nvSpPr>
          <p:spPr>
            <a:xfrm>
              <a:off x="3374593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219"/>
                  </a:lnTo>
                  <a:lnTo>
                    <a:pt x="906680" y="903040"/>
                  </a:lnTo>
                  <a:lnTo>
                    <a:pt x="911926" y="899974"/>
                  </a:lnTo>
                  <a:lnTo>
                    <a:pt x="914400" y="89865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h6821"/>
            <p:cNvSpPr/>
            <p:nvPr/>
          </p:nvSpPr>
          <p:spPr>
            <a:xfrm>
              <a:off x="3384033" y="127173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20"/>
                  </a:lnTo>
                  <a:lnTo>
                    <a:pt x="908360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h6822"/>
            <p:cNvSpPr/>
            <p:nvPr/>
          </p:nvSpPr>
          <p:spPr>
            <a:xfrm>
              <a:off x="338403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h6823"/>
            <p:cNvSpPr/>
            <p:nvPr/>
          </p:nvSpPr>
          <p:spPr>
            <a:xfrm>
              <a:off x="339347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h6824"/>
            <p:cNvSpPr/>
            <p:nvPr/>
          </p:nvSpPr>
          <p:spPr>
            <a:xfrm>
              <a:off x="340291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h6825"/>
            <p:cNvSpPr/>
            <p:nvPr/>
          </p:nvSpPr>
          <p:spPr>
            <a:xfrm>
              <a:off x="341235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h6826"/>
            <p:cNvSpPr/>
            <p:nvPr/>
          </p:nvSpPr>
          <p:spPr>
            <a:xfrm>
              <a:off x="342179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h6827"/>
            <p:cNvSpPr/>
            <p:nvPr/>
          </p:nvSpPr>
          <p:spPr>
            <a:xfrm>
              <a:off x="343123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h6828"/>
            <p:cNvSpPr/>
            <p:nvPr/>
          </p:nvSpPr>
          <p:spPr>
            <a:xfrm>
              <a:off x="344067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h6829"/>
            <p:cNvSpPr/>
            <p:nvPr/>
          </p:nvSpPr>
          <p:spPr>
            <a:xfrm>
              <a:off x="345011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h6830"/>
            <p:cNvSpPr/>
            <p:nvPr/>
          </p:nvSpPr>
          <p:spPr>
            <a:xfrm>
              <a:off x="345955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h6831"/>
            <p:cNvSpPr/>
            <p:nvPr/>
          </p:nvSpPr>
          <p:spPr>
            <a:xfrm>
              <a:off x="346899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h6832"/>
            <p:cNvSpPr/>
            <p:nvPr/>
          </p:nvSpPr>
          <p:spPr>
            <a:xfrm>
              <a:off x="347843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h6833"/>
            <p:cNvSpPr/>
            <p:nvPr/>
          </p:nvSpPr>
          <p:spPr>
            <a:xfrm>
              <a:off x="348787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h6834"/>
            <p:cNvSpPr/>
            <p:nvPr/>
          </p:nvSpPr>
          <p:spPr>
            <a:xfrm>
              <a:off x="349731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h6835"/>
            <p:cNvSpPr/>
            <p:nvPr/>
          </p:nvSpPr>
          <p:spPr>
            <a:xfrm>
              <a:off x="350675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h6836"/>
            <p:cNvSpPr/>
            <p:nvPr/>
          </p:nvSpPr>
          <p:spPr>
            <a:xfrm>
              <a:off x="351619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h6837"/>
            <p:cNvSpPr/>
            <p:nvPr/>
          </p:nvSpPr>
          <p:spPr>
            <a:xfrm>
              <a:off x="352563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h6838"/>
            <p:cNvSpPr/>
            <p:nvPr/>
          </p:nvSpPr>
          <p:spPr>
            <a:xfrm>
              <a:off x="353507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h6839"/>
            <p:cNvSpPr/>
            <p:nvPr/>
          </p:nvSpPr>
          <p:spPr>
            <a:xfrm>
              <a:off x="354451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h6840"/>
            <p:cNvSpPr/>
            <p:nvPr/>
          </p:nvSpPr>
          <p:spPr>
            <a:xfrm>
              <a:off x="355395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h6841"/>
            <p:cNvSpPr/>
            <p:nvPr/>
          </p:nvSpPr>
          <p:spPr>
            <a:xfrm>
              <a:off x="356339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h6842"/>
            <p:cNvSpPr/>
            <p:nvPr/>
          </p:nvSpPr>
          <p:spPr>
            <a:xfrm>
              <a:off x="357283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h6843"/>
            <p:cNvSpPr/>
            <p:nvPr/>
          </p:nvSpPr>
          <p:spPr>
            <a:xfrm>
              <a:off x="358227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h6844"/>
            <p:cNvSpPr/>
            <p:nvPr/>
          </p:nvSpPr>
          <p:spPr>
            <a:xfrm>
              <a:off x="359171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h6845"/>
            <p:cNvSpPr/>
            <p:nvPr/>
          </p:nvSpPr>
          <p:spPr>
            <a:xfrm>
              <a:off x="360115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h6846"/>
            <p:cNvSpPr/>
            <p:nvPr/>
          </p:nvSpPr>
          <p:spPr>
            <a:xfrm>
              <a:off x="361059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h6847"/>
            <p:cNvSpPr/>
            <p:nvPr/>
          </p:nvSpPr>
          <p:spPr>
            <a:xfrm>
              <a:off x="362003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h6848"/>
            <p:cNvSpPr/>
            <p:nvPr/>
          </p:nvSpPr>
          <p:spPr>
            <a:xfrm>
              <a:off x="362947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h6849"/>
            <p:cNvSpPr/>
            <p:nvPr/>
          </p:nvSpPr>
          <p:spPr>
            <a:xfrm>
              <a:off x="363891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h6850"/>
            <p:cNvSpPr/>
            <p:nvPr/>
          </p:nvSpPr>
          <p:spPr>
            <a:xfrm>
              <a:off x="364836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h6851"/>
            <p:cNvSpPr/>
            <p:nvPr/>
          </p:nvSpPr>
          <p:spPr>
            <a:xfrm>
              <a:off x="365780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h6852"/>
            <p:cNvSpPr/>
            <p:nvPr/>
          </p:nvSpPr>
          <p:spPr>
            <a:xfrm>
              <a:off x="366724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h6853"/>
            <p:cNvSpPr/>
            <p:nvPr/>
          </p:nvSpPr>
          <p:spPr>
            <a:xfrm>
              <a:off x="367668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h6854"/>
            <p:cNvSpPr/>
            <p:nvPr/>
          </p:nvSpPr>
          <p:spPr>
            <a:xfrm>
              <a:off x="368612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h6855"/>
            <p:cNvSpPr/>
            <p:nvPr/>
          </p:nvSpPr>
          <p:spPr>
            <a:xfrm>
              <a:off x="369556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h6856"/>
            <p:cNvSpPr/>
            <p:nvPr/>
          </p:nvSpPr>
          <p:spPr>
            <a:xfrm>
              <a:off x="370500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h6857"/>
            <p:cNvSpPr/>
            <p:nvPr/>
          </p:nvSpPr>
          <p:spPr>
            <a:xfrm>
              <a:off x="371444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h6858"/>
            <p:cNvSpPr/>
            <p:nvPr/>
          </p:nvSpPr>
          <p:spPr>
            <a:xfrm>
              <a:off x="372388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h6859"/>
            <p:cNvSpPr/>
            <p:nvPr/>
          </p:nvSpPr>
          <p:spPr>
            <a:xfrm>
              <a:off x="373332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h6860"/>
            <p:cNvSpPr/>
            <p:nvPr/>
          </p:nvSpPr>
          <p:spPr>
            <a:xfrm>
              <a:off x="374276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h6861"/>
            <p:cNvSpPr/>
            <p:nvPr/>
          </p:nvSpPr>
          <p:spPr>
            <a:xfrm>
              <a:off x="375220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h6862"/>
            <p:cNvSpPr/>
            <p:nvPr/>
          </p:nvSpPr>
          <p:spPr>
            <a:xfrm>
              <a:off x="376164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h6863"/>
            <p:cNvSpPr/>
            <p:nvPr/>
          </p:nvSpPr>
          <p:spPr>
            <a:xfrm>
              <a:off x="377108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h6864"/>
            <p:cNvSpPr/>
            <p:nvPr/>
          </p:nvSpPr>
          <p:spPr>
            <a:xfrm>
              <a:off x="378052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h6865"/>
            <p:cNvSpPr/>
            <p:nvPr/>
          </p:nvSpPr>
          <p:spPr>
            <a:xfrm>
              <a:off x="378996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h6866"/>
            <p:cNvSpPr/>
            <p:nvPr/>
          </p:nvSpPr>
          <p:spPr>
            <a:xfrm>
              <a:off x="379940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h6867"/>
            <p:cNvSpPr/>
            <p:nvPr/>
          </p:nvSpPr>
          <p:spPr>
            <a:xfrm>
              <a:off x="3808844" y="128930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027"/>
                  </a:lnTo>
                  <a:lnTo>
                    <a:pt x="922897" y="912220"/>
                  </a:lnTo>
                  <a:lnTo>
                    <a:pt x="92096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h6868"/>
            <p:cNvSpPr/>
            <p:nvPr/>
          </p:nvSpPr>
          <p:spPr>
            <a:xfrm>
              <a:off x="3818284" y="1271733"/>
              <a:ext cx="923840" cy="928597"/>
            </a:xfrm>
            <a:custGeom>
              <a:avLst/>
              <a:pathLst>
                <a:path w="923840" h="9285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4"/>
                  </a:lnTo>
                  <a:lnTo>
                    <a:pt x="922972" y="917057"/>
                  </a:lnTo>
                  <a:lnTo>
                    <a:pt x="918303" y="923653"/>
                  </a:lnTo>
                  <a:lnTo>
                    <a:pt x="914400" y="92859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h6869"/>
            <p:cNvSpPr/>
            <p:nvPr/>
          </p:nvSpPr>
          <p:spPr>
            <a:xfrm>
              <a:off x="3827724" y="1271733"/>
              <a:ext cx="915223" cy="915694"/>
            </a:xfrm>
            <a:custGeom>
              <a:avLst/>
              <a:pathLst>
                <a:path w="915223" h="915694">
                  <a:moveTo>
                    <a:pt x="914400" y="914400"/>
                  </a:moveTo>
                  <a:lnTo>
                    <a:pt x="915223" y="914400"/>
                  </a:lnTo>
                  <a:lnTo>
                    <a:pt x="914400" y="91569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h6870"/>
            <p:cNvSpPr/>
            <p:nvPr/>
          </p:nvSpPr>
          <p:spPr>
            <a:xfrm>
              <a:off x="2052959" y="1254163"/>
              <a:ext cx="914400" cy="928692"/>
            </a:xfrm>
            <a:custGeom>
              <a:avLst/>
              <a:pathLst>
                <a:path w="914400" h="928692">
                  <a:moveTo>
                    <a:pt x="914400" y="914400"/>
                  </a:moveTo>
                  <a:lnTo>
                    <a:pt x="914400" y="928692"/>
                  </a:lnTo>
                  <a:lnTo>
                    <a:pt x="913248" y="923782"/>
                  </a:lnTo>
                  <a:lnTo>
                    <a:pt x="911355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h6871"/>
            <p:cNvSpPr/>
            <p:nvPr/>
          </p:nvSpPr>
          <p:spPr>
            <a:xfrm>
              <a:off x="205295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168" y="931969"/>
                  </a:lnTo>
                  <a:lnTo>
                    <a:pt x="914400" y="928692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h6872"/>
            <p:cNvSpPr/>
            <p:nvPr/>
          </p:nvSpPr>
          <p:spPr>
            <a:xfrm>
              <a:off x="206239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h6873"/>
            <p:cNvSpPr/>
            <p:nvPr/>
          </p:nvSpPr>
          <p:spPr>
            <a:xfrm>
              <a:off x="207184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h6874"/>
            <p:cNvSpPr/>
            <p:nvPr/>
          </p:nvSpPr>
          <p:spPr>
            <a:xfrm>
              <a:off x="208128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h6875"/>
            <p:cNvSpPr/>
            <p:nvPr/>
          </p:nvSpPr>
          <p:spPr>
            <a:xfrm>
              <a:off x="209072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h6876"/>
            <p:cNvSpPr/>
            <p:nvPr/>
          </p:nvSpPr>
          <p:spPr>
            <a:xfrm>
              <a:off x="210016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h6877"/>
            <p:cNvSpPr/>
            <p:nvPr/>
          </p:nvSpPr>
          <p:spPr>
            <a:xfrm>
              <a:off x="210960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h6878"/>
            <p:cNvSpPr/>
            <p:nvPr/>
          </p:nvSpPr>
          <p:spPr>
            <a:xfrm>
              <a:off x="211904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h6879"/>
            <p:cNvSpPr/>
            <p:nvPr/>
          </p:nvSpPr>
          <p:spPr>
            <a:xfrm>
              <a:off x="212848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h6880"/>
            <p:cNvSpPr/>
            <p:nvPr/>
          </p:nvSpPr>
          <p:spPr>
            <a:xfrm>
              <a:off x="213792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h6881"/>
            <p:cNvSpPr/>
            <p:nvPr/>
          </p:nvSpPr>
          <p:spPr>
            <a:xfrm>
              <a:off x="214736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h6882"/>
            <p:cNvSpPr/>
            <p:nvPr/>
          </p:nvSpPr>
          <p:spPr>
            <a:xfrm>
              <a:off x="215680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h6883"/>
            <p:cNvSpPr/>
            <p:nvPr/>
          </p:nvSpPr>
          <p:spPr>
            <a:xfrm>
              <a:off x="216624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h6884"/>
            <p:cNvSpPr/>
            <p:nvPr/>
          </p:nvSpPr>
          <p:spPr>
            <a:xfrm>
              <a:off x="217568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h6885"/>
            <p:cNvSpPr/>
            <p:nvPr/>
          </p:nvSpPr>
          <p:spPr>
            <a:xfrm>
              <a:off x="218512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h6886"/>
            <p:cNvSpPr/>
            <p:nvPr/>
          </p:nvSpPr>
          <p:spPr>
            <a:xfrm>
              <a:off x="219456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h6887"/>
            <p:cNvSpPr/>
            <p:nvPr/>
          </p:nvSpPr>
          <p:spPr>
            <a:xfrm>
              <a:off x="220400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h6888"/>
            <p:cNvSpPr/>
            <p:nvPr/>
          </p:nvSpPr>
          <p:spPr>
            <a:xfrm>
              <a:off x="221344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h6889"/>
            <p:cNvSpPr/>
            <p:nvPr/>
          </p:nvSpPr>
          <p:spPr>
            <a:xfrm>
              <a:off x="222288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h6890"/>
            <p:cNvSpPr/>
            <p:nvPr/>
          </p:nvSpPr>
          <p:spPr>
            <a:xfrm>
              <a:off x="223232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h6891"/>
            <p:cNvSpPr/>
            <p:nvPr/>
          </p:nvSpPr>
          <p:spPr>
            <a:xfrm>
              <a:off x="224176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h6892"/>
            <p:cNvSpPr/>
            <p:nvPr/>
          </p:nvSpPr>
          <p:spPr>
            <a:xfrm>
              <a:off x="225120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h6893"/>
            <p:cNvSpPr/>
            <p:nvPr/>
          </p:nvSpPr>
          <p:spPr>
            <a:xfrm>
              <a:off x="226064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h6894"/>
            <p:cNvSpPr/>
            <p:nvPr/>
          </p:nvSpPr>
          <p:spPr>
            <a:xfrm>
              <a:off x="227008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h6895"/>
            <p:cNvSpPr/>
            <p:nvPr/>
          </p:nvSpPr>
          <p:spPr>
            <a:xfrm>
              <a:off x="227952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h6896"/>
            <p:cNvSpPr/>
            <p:nvPr/>
          </p:nvSpPr>
          <p:spPr>
            <a:xfrm>
              <a:off x="228896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h6897"/>
            <p:cNvSpPr/>
            <p:nvPr/>
          </p:nvSpPr>
          <p:spPr>
            <a:xfrm>
              <a:off x="229840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h6898"/>
            <p:cNvSpPr/>
            <p:nvPr/>
          </p:nvSpPr>
          <p:spPr>
            <a:xfrm>
              <a:off x="230784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h6899"/>
            <p:cNvSpPr/>
            <p:nvPr/>
          </p:nvSpPr>
          <p:spPr>
            <a:xfrm>
              <a:off x="231728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h6900"/>
            <p:cNvSpPr/>
            <p:nvPr/>
          </p:nvSpPr>
          <p:spPr>
            <a:xfrm>
              <a:off x="232672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h6901"/>
            <p:cNvSpPr/>
            <p:nvPr/>
          </p:nvSpPr>
          <p:spPr>
            <a:xfrm>
              <a:off x="233616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h6902"/>
            <p:cNvSpPr/>
            <p:nvPr/>
          </p:nvSpPr>
          <p:spPr>
            <a:xfrm>
              <a:off x="234560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h6903"/>
            <p:cNvSpPr/>
            <p:nvPr/>
          </p:nvSpPr>
          <p:spPr>
            <a:xfrm>
              <a:off x="235504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h6904"/>
            <p:cNvSpPr/>
            <p:nvPr/>
          </p:nvSpPr>
          <p:spPr>
            <a:xfrm>
              <a:off x="236448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h6905"/>
            <p:cNvSpPr/>
            <p:nvPr/>
          </p:nvSpPr>
          <p:spPr>
            <a:xfrm>
              <a:off x="237392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h6906"/>
            <p:cNvSpPr/>
            <p:nvPr/>
          </p:nvSpPr>
          <p:spPr>
            <a:xfrm>
              <a:off x="2383368" y="125416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h6907"/>
            <p:cNvSpPr/>
            <p:nvPr/>
          </p:nvSpPr>
          <p:spPr>
            <a:xfrm>
              <a:off x="239280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h6908"/>
            <p:cNvSpPr/>
            <p:nvPr/>
          </p:nvSpPr>
          <p:spPr>
            <a:xfrm>
              <a:off x="2402248" y="125416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h6909"/>
            <p:cNvSpPr/>
            <p:nvPr/>
          </p:nvSpPr>
          <p:spPr>
            <a:xfrm>
              <a:off x="241168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h6910"/>
            <p:cNvSpPr/>
            <p:nvPr/>
          </p:nvSpPr>
          <p:spPr>
            <a:xfrm>
              <a:off x="2421129" y="1271733"/>
              <a:ext cx="921954" cy="914400"/>
            </a:xfrm>
            <a:custGeom>
              <a:avLst/>
              <a:pathLst>
                <a:path w="921954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536" y="896830"/>
                  </a:lnTo>
                  <a:lnTo>
                    <a:pt x="917603" y="897065"/>
                  </a:lnTo>
                  <a:lnTo>
                    <a:pt x="920251" y="907035"/>
                  </a:lnTo>
                  <a:lnTo>
                    <a:pt x="921954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h6911"/>
            <p:cNvSpPr/>
            <p:nvPr/>
          </p:nvSpPr>
          <p:spPr>
            <a:xfrm>
              <a:off x="3384033" y="1271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360" y="914400"/>
                  </a:lnTo>
                  <a:lnTo>
                    <a:pt x="914400" y="911167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h6912"/>
            <p:cNvSpPr/>
            <p:nvPr/>
          </p:nvSpPr>
          <p:spPr>
            <a:xfrm>
              <a:off x="3393473" y="1271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167"/>
                  </a:lnTo>
                  <a:lnTo>
                    <a:pt x="914400" y="906114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h6913"/>
            <p:cNvSpPr/>
            <p:nvPr/>
          </p:nvSpPr>
          <p:spPr>
            <a:xfrm>
              <a:off x="3402913" y="1271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114"/>
                  </a:lnTo>
                  <a:lnTo>
                    <a:pt x="911463" y="902620"/>
                  </a:lnTo>
                  <a:lnTo>
                    <a:pt x="911789" y="902187"/>
                  </a:lnTo>
                  <a:lnTo>
                    <a:pt x="912115" y="901755"/>
                  </a:lnTo>
                  <a:lnTo>
                    <a:pt x="912441" y="901322"/>
                  </a:lnTo>
                  <a:lnTo>
                    <a:pt x="912767" y="900889"/>
                  </a:lnTo>
                  <a:lnTo>
                    <a:pt x="913094" y="900457"/>
                  </a:lnTo>
                  <a:lnTo>
                    <a:pt x="913420" y="900024"/>
                  </a:lnTo>
                  <a:lnTo>
                    <a:pt x="913746" y="899592"/>
                  </a:lnTo>
                  <a:lnTo>
                    <a:pt x="914072" y="899159"/>
                  </a:lnTo>
                  <a:lnTo>
                    <a:pt x="914400" y="898725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h6914"/>
            <p:cNvSpPr/>
            <p:nvPr/>
          </p:nvSpPr>
          <p:spPr>
            <a:xfrm>
              <a:off x="3412354" y="125416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95"/>
                  </a:lnTo>
                  <a:lnTo>
                    <a:pt x="905285" y="915864"/>
                  </a:lnTo>
                  <a:lnTo>
                    <a:pt x="905611" y="915432"/>
                  </a:lnTo>
                  <a:lnTo>
                    <a:pt x="905937" y="914999"/>
                  </a:lnTo>
                  <a:lnTo>
                    <a:pt x="906264" y="914567"/>
                  </a:lnTo>
                  <a:lnTo>
                    <a:pt x="906390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h6915"/>
            <p:cNvSpPr/>
            <p:nvPr/>
          </p:nvSpPr>
          <p:spPr>
            <a:xfrm>
              <a:off x="341235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h6916"/>
            <p:cNvSpPr/>
            <p:nvPr/>
          </p:nvSpPr>
          <p:spPr>
            <a:xfrm>
              <a:off x="342179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h6917"/>
            <p:cNvSpPr/>
            <p:nvPr/>
          </p:nvSpPr>
          <p:spPr>
            <a:xfrm>
              <a:off x="343123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h6918"/>
            <p:cNvSpPr/>
            <p:nvPr/>
          </p:nvSpPr>
          <p:spPr>
            <a:xfrm>
              <a:off x="344067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h6919"/>
            <p:cNvSpPr/>
            <p:nvPr/>
          </p:nvSpPr>
          <p:spPr>
            <a:xfrm>
              <a:off x="345011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h6920"/>
            <p:cNvSpPr/>
            <p:nvPr/>
          </p:nvSpPr>
          <p:spPr>
            <a:xfrm>
              <a:off x="345955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h6921"/>
            <p:cNvSpPr/>
            <p:nvPr/>
          </p:nvSpPr>
          <p:spPr>
            <a:xfrm>
              <a:off x="346899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h6922"/>
            <p:cNvSpPr/>
            <p:nvPr/>
          </p:nvSpPr>
          <p:spPr>
            <a:xfrm>
              <a:off x="347843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h6923"/>
            <p:cNvSpPr/>
            <p:nvPr/>
          </p:nvSpPr>
          <p:spPr>
            <a:xfrm>
              <a:off x="348787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h6924"/>
            <p:cNvSpPr/>
            <p:nvPr/>
          </p:nvSpPr>
          <p:spPr>
            <a:xfrm>
              <a:off x="349731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h6925"/>
            <p:cNvSpPr/>
            <p:nvPr/>
          </p:nvSpPr>
          <p:spPr>
            <a:xfrm>
              <a:off x="350675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h6926"/>
            <p:cNvSpPr/>
            <p:nvPr/>
          </p:nvSpPr>
          <p:spPr>
            <a:xfrm>
              <a:off x="351619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h6927"/>
            <p:cNvSpPr/>
            <p:nvPr/>
          </p:nvSpPr>
          <p:spPr>
            <a:xfrm>
              <a:off x="352563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h6928"/>
            <p:cNvSpPr/>
            <p:nvPr/>
          </p:nvSpPr>
          <p:spPr>
            <a:xfrm>
              <a:off x="353507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h6929"/>
            <p:cNvSpPr/>
            <p:nvPr/>
          </p:nvSpPr>
          <p:spPr>
            <a:xfrm>
              <a:off x="354451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h6930"/>
            <p:cNvSpPr/>
            <p:nvPr/>
          </p:nvSpPr>
          <p:spPr>
            <a:xfrm>
              <a:off x="355395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h6931"/>
            <p:cNvSpPr/>
            <p:nvPr/>
          </p:nvSpPr>
          <p:spPr>
            <a:xfrm>
              <a:off x="356339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h6932"/>
            <p:cNvSpPr/>
            <p:nvPr/>
          </p:nvSpPr>
          <p:spPr>
            <a:xfrm>
              <a:off x="357283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h6933"/>
            <p:cNvSpPr/>
            <p:nvPr/>
          </p:nvSpPr>
          <p:spPr>
            <a:xfrm>
              <a:off x="358227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h6934"/>
            <p:cNvSpPr/>
            <p:nvPr/>
          </p:nvSpPr>
          <p:spPr>
            <a:xfrm>
              <a:off x="359171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h6935"/>
            <p:cNvSpPr/>
            <p:nvPr/>
          </p:nvSpPr>
          <p:spPr>
            <a:xfrm>
              <a:off x="360115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h6936"/>
            <p:cNvSpPr/>
            <p:nvPr/>
          </p:nvSpPr>
          <p:spPr>
            <a:xfrm>
              <a:off x="361059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h6937"/>
            <p:cNvSpPr/>
            <p:nvPr/>
          </p:nvSpPr>
          <p:spPr>
            <a:xfrm>
              <a:off x="362003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h6938"/>
            <p:cNvSpPr/>
            <p:nvPr/>
          </p:nvSpPr>
          <p:spPr>
            <a:xfrm>
              <a:off x="362947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h6939"/>
            <p:cNvSpPr/>
            <p:nvPr/>
          </p:nvSpPr>
          <p:spPr>
            <a:xfrm>
              <a:off x="363891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h6940"/>
            <p:cNvSpPr/>
            <p:nvPr/>
          </p:nvSpPr>
          <p:spPr>
            <a:xfrm>
              <a:off x="364836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h6941"/>
            <p:cNvSpPr/>
            <p:nvPr/>
          </p:nvSpPr>
          <p:spPr>
            <a:xfrm>
              <a:off x="365780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h6942"/>
            <p:cNvSpPr/>
            <p:nvPr/>
          </p:nvSpPr>
          <p:spPr>
            <a:xfrm>
              <a:off x="366724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h6943"/>
            <p:cNvSpPr/>
            <p:nvPr/>
          </p:nvSpPr>
          <p:spPr>
            <a:xfrm>
              <a:off x="367668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h6944"/>
            <p:cNvSpPr/>
            <p:nvPr/>
          </p:nvSpPr>
          <p:spPr>
            <a:xfrm>
              <a:off x="368612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h6945"/>
            <p:cNvSpPr/>
            <p:nvPr/>
          </p:nvSpPr>
          <p:spPr>
            <a:xfrm>
              <a:off x="369556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h6946"/>
            <p:cNvSpPr/>
            <p:nvPr/>
          </p:nvSpPr>
          <p:spPr>
            <a:xfrm>
              <a:off x="370500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h6947"/>
            <p:cNvSpPr/>
            <p:nvPr/>
          </p:nvSpPr>
          <p:spPr>
            <a:xfrm>
              <a:off x="371444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h6948"/>
            <p:cNvSpPr/>
            <p:nvPr/>
          </p:nvSpPr>
          <p:spPr>
            <a:xfrm>
              <a:off x="372388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h6949"/>
            <p:cNvSpPr/>
            <p:nvPr/>
          </p:nvSpPr>
          <p:spPr>
            <a:xfrm>
              <a:off x="373332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h6950"/>
            <p:cNvSpPr/>
            <p:nvPr/>
          </p:nvSpPr>
          <p:spPr>
            <a:xfrm>
              <a:off x="374276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h6951"/>
            <p:cNvSpPr/>
            <p:nvPr/>
          </p:nvSpPr>
          <p:spPr>
            <a:xfrm>
              <a:off x="375220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h6952"/>
            <p:cNvSpPr/>
            <p:nvPr/>
          </p:nvSpPr>
          <p:spPr>
            <a:xfrm>
              <a:off x="376164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h6953"/>
            <p:cNvSpPr/>
            <p:nvPr/>
          </p:nvSpPr>
          <p:spPr>
            <a:xfrm>
              <a:off x="377108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h6954"/>
            <p:cNvSpPr/>
            <p:nvPr/>
          </p:nvSpPr>
          <p:spPr>
            <a:xfrm>
              <a:off x="378052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h6955"/>
            <p:cNvSpPr/>
            <p:nvPr/>
          </p:nvSpPr>
          <p:spPr>
            <a:xfrm>
              <a:off x="378996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h6956"/>
            <p:cNvSpPr/>
            <p:nvPr/>
          </p:nvSpPr>
          <p:spPr>
            <a:xfrm>
              <a:off x="379940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h6957"/>
            <p:cNvSpPr/>
            <p:nvPr/>
          </p:nvSpPr>
          <p:spPr>
            <a:xfrm>
              <a:off x="380884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h6958"/>
            <p:cNvSpPr/>
            <p:nvPr/>
          </p:nvSpPr>
          <p:spPr>
            <a:xfrm>
              <a:off x="381828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h6959"/>
            <p:cNvSpPr/>
            <p:nvPr/>
          </p:nvSpPr>
          <p:spPr>
            <a:xfrm>
              <a:off x="3827724" y="127173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563"/>
                  </a:lnTo>
                  <a:lnTo>
                    <a:pt x="922288" y="902563"/>
                  </a:lnTo>
                  <a:lnTo>
                    <a:pt x="918011" y="910021"/>
                  </a:lnTo>
                  <a:lnTo>
                    <a:pt x="91522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h6960"/>
            <p:cNvSpPr/>
            <p:nvPr/>
          </p:nvSpPr>
          <p:spPr>
            <a:xfrm>
              <a:off x="3837165" y="1254163"/>
              <a:ext cx="915813" cy="917133"/>
            </a:xfrm>
            <a:custGeom>
              <a:avLst/>
              <a:pathLst>
                <a:path w="915813" h="917133">
                  <a:moveTo>
                    <a:pt x="914400" y="914400"/>
                  </a:moveTo>
                  <a:lnTo>
                    <a:pt x="915813" y="914400"/>
                  </a:lnTo>
                  <a:lnTo>
                    <a:pt x="914400" y="91713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h6961"/>
            <p:cNvSpPr/>
            <p:nvPr/>
          </p:nvSpPr>
          <p:spPr>
            <a:xfrm>
              <a:off x="2052959" y="123659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55" y="931969"/>
                  </a:lnTo>
                  <a:lnTo>
                    <a:pt x="911163" y="931018"/>
                  </a:lnTo>
                  <a:lnTo>
                    <a:pt x="909372" y="920496"/>
                  </a:lnTo>
                  <a:lnTo>
                    <a:pt x="908520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h6962"/>
            <p:cNvSpPr/>
            <p:nvPr/>
          </p:nvSpPr>
          <p:spPr>
            <a:xfrm>
              <a:off x="205295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h6963"/>
            <p:cNvSpPr/>
            <p:nvPr/>
          </p:nvSpPr>
          <p:spPr>
            <a:xfrm>
              <a:off x="206239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h6964"/>
            <p:cNvSpPr/>
            <p:nvPr/>
          </p:nvSpPr>
          <p:spPr>
            <a:xfrm>
              <a:off x="207184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h6965"/>
            <p:cNvSpPr/>
            <p:nvPr/>
          </p:nvSpPr>
          <p:spPr>
            <a:xfrm>
              <a:off x="208128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h6966"/>
            <p:cNvSpPr/>
            <p:nvPr/>
          </p:nvSpPr>
          <p:spPr>
            <a:xfrm>
              <a:off x="209072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h6967"/>
            <p:cNvSpPr/>
            <p:nvPr/>
          </p:nvSpPr>
          <p:spPr>
            <a:xfrm>
              <a:off x="210016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h6968"/>
            <p:cNvSpPr/>
            <p:nvPr/>
          </p:nvSpPr>
          <p:spPr>
            <a:xfrm>
              <a:off x="210960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h6969"/>
            <p:cNvSpPr/>
            <p:nvPr/>
          </p:nvSpPr>
          <p:spPr>
            <a:xfrm>
              <a:off x="211904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h6970"/>
            <p:cNvSpPr/>
            <p:nvPr/>
          </p:nvSpPr>
          <p:spPr>
            <a:xfrm>
              <a:off x="212848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h6971"/>
            <p:cNvSpPr/>
            <p:nvPr/>
          </p:nvSpPr>
          <p:spPr>
            <a:xfrm>
              <a:off x="213792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h6972"/>
            <p:cNvSpPr/>
            <p:nvPr/>
          </p:nvSpPr>
          <p:spPr>
            <a:xfrm>
              <a:off x="214736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h6973"/>
            <p:cNvSpPr/>
            <p:nvPr/>
          </p:nvSpPr>
          <p:spPr>
            <a:xfrm>
              <a:off x="215680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h6974"/>
            <p:cNvSpPr/>
            <p:nvPr/>
          </p:nvSpPr>
          <p:spPr>
            <a:xfrm>
              <a:off x="216624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h6975"/>
            <p:cNvSpPr/>
            <p:nvPr/>
          </p:nvSpPr>
          <p:spPr>
            <a:xfrm>
              <a:off x="217568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h6976"/>
            <p:cNvSpPr/>
            <p:nvPr/>
          </p:nvSpPr>
          <p:spPr>
            <a:xfrm>
              <a:off x="218512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h6977"/>
            <p:cNvSpPr/>
            <p:nvPr/>
          </p:nvSpPr>
          <p:spPr>
            <a:xfrm>
              <a:off x="219456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h6978"/>
            <p:cNvSpPr/>
            <p:nvPr/>
          </p:nvSpPr>
          <p:spPr>
            <a:xfrm>
              <a:off x="220400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h6979"/>
            <p:cNvSpPr/>
            <p:nvPr/>
          </p:nvSpPr>
          <p:spPr>
            <a:xfrm>
              <a:off x="221344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h6980"/>
            <p:cNvSpPr/>
            <p:nvPr/>
          </p:nvSpPr>
          <p:spPr>
            <a:xfrm>
              <a:off x="222288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h6981"/>
            <p:cNvSpPr/>
            <p:nvPr/>
          </p:nvSpPr>
          <p:spPr>
            <a:xfrm>
              <a:off x="223232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h6982"/>
            <p:cNvSpPr/>
            <p:nvPr/>
          </p:nvSpPr>
          <p:spPr>
            <a:xfrm>
              <a:off x="224176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h6983"/>
            <p:cNvSpPr/>
            <p:nvPr/>
          </p:nvSpPr>
          <p:spPr>
            <a:xfrm>
              <a:off x="225120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h6984"/>
            <p:cNvSpPr/>
            <p:nvPr/>
          </p:nvSpPr>
          <p:spPr>
            <a:xfrm>
              <a:off x="226064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h6985"/>
            <p:cNvSpPr/>
            <p:nvPr/>
          </p:nvSpPr>
          <p:spPr>
            <a:xfrm>
              <a:off x="227008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h6986"/>
            <p:cNvSpPr/>
            <p:nvPr/>
          </p:nvSpPr>
          <p:spPr>
            <a:xfrm>
              <a:off x="227952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h6987"/>
            <p:cNvSpPr/>
            <p:nvPr/>
          </p:nvSpPr>
          <p:spPr>
            <a:xfrm>
              <a:off x="228896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h6988"/>
            <p:cNvSpPr/>
            <p:nvPr/>
          </p:nvSpPr>
          <p:spPr>
            <a:xfrm>
              <a:off x="229840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h6989"/>
            <p:cNvSpPr/>
            <p:nvPr/>
          </p:nvSpPr>
          <p:spPr>
            <a:xfrm>
              <a:off x="230784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h6990"/>
            <p:cNvSpPr/>
            <p:nvPr/>
          </p:nvSpPr>
          <p:spPr>
            <a:xfrm>
              <a:off x="231728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h6991"/>
            <p:cNvSpPr/>
            <p:nvPr/>
          </p:nvSpPr>
          <p:spPr>
            <a:xfrm>
              <a:off x="232672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h6992"/>
            <p:cNvSpPr/>
            <p:nvPr/>
          </p:nvSpPr>
          <p:spPr>
            <a:xfrm>
              <a:off x="233616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h6993"/>
            <p:cNvSpPr/>
            <p:nvPr/>
          </p:nvSpPr>
          <p:spPr>
            <a:xfrm>
              <a:off x="234560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h6994"/>
            <p:cNvSpPr/>
            <p:nvPr/>
          </p:nvSpPr>
          <p:spPr>
            <a:xfrm>
              <a:off x="235504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h6995"/>
            <p:cNvSpPr/>
            <p:nvPr/>
          </p:nvSpPr>
          <p:spPr>
            <a:xfrm>
              <a:off x="236448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h6996"/>
            <p:cNvSpPr/>
            <p:nvPr/>
          </p:nvSpPr>
          <p:spPr>
            <a:xfrm>
              <a:off x="237392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h6997"/>
            <p:cNvSpPr/>
            <p:nvPr/>
          </p:nvSpPr>
          <p:spPr>
            <a:xfrm>
              <a:off x="2383368" y="123659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h6998"/>
            <p:cNvSpPr/>
            <p:nvPr/>
          </p:nvSpPr>
          <p:spPr>
            <a:xfrm>
              <a:off x="239280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h6999"/>
            <p:cNvSpPr/>
            <p:nvPr/>
          </p:nvSpPr>
          <p:spPr>
            <a:xfrm>
              <a:off x="2402248" y="123659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h7000"/>
            <p:cNvSpPr/>
            <p:nvPr/>
          </p:nvSpPr>
          <p:spPr>
            <a:xfrm>
              <a:off x="2421129" y="125416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476" y="896830"/>
                  </a:lnTo>
                  <a:lnTo>
                    <a:pt x="913681" y="900819"/>
                  </a:lnTo>
                  <a:lnTo>
                    <a:pt x="913802" y="901246"/>
                  </a:lnTo>
                  <a:lnTo>
                    <a:pt x="913925" y="901678"/>
                  </a:lnTo>
                  <a:lnTo>
                    <a:pt x="914048" y="902110"/>
                  </a:lnTo>
                  <a:lnTo>
                    <a:pt x="914170" y="902541"/>
                  </a:lnTo>
                  <a:lnTo>
                    <a:pt x="914293" y="902973"/>
                  </a:lnTo>
                  <a:lnTo>
                    <a:pt x="914399" y="90334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h7001"/>
            <p:cNvSpPr/>
            <p:nvPr/>
          </p:nvSpPr>
          <p:spPr>
            <a:xfrm>
              <a:off x="2421129" y="1254163"/>
              <a:ext cx="917536" cy="914400"/>
            </a:xfrm>
            <a:custGeom>
              <a:avLst/>
              <a:pathLst>
                <a:path w="917536" h="914400">
                  <a:moveTo>
                    <a:pt x="914399" y="914400"/>
                  </a:moveTo>
                  <a:lnTo>
                    <a:pt x="914416" y="903405"/>
                  </a:lnTo>
                  <a:lnTo>
                    <a:pt x="914539" y="903837"/>
                  </a:lnTo>
                  <a:lnTo>
                    <a:pt x="914661" y="904269"/>
                  </a:lnTo>
                  <a:lnTo>
                    <a:pt x="914784" y="904701"/>
                  </a:lnTo>
                  <a:lnTo>
                    <a:pt x="914907" y="905133"/>
                  </a:lnTo>
                  <a:lnTo>
                    <a:pt x="915029" y="905565"/>
                  </a:lnTo>
                  <a:lnTo>
                    <a:pt x="915152" y="905997"/>
                  </a:lnTo>
                  <a:lnTo>
                    <a:pt x="915275" y="906429"/>
                  </a:lnTo>
                  <a:lnTo>
                    <a:pt x="915397" y="906861"/>
                  </a:lnTo>
                  <a:lnTo>
                    <a:pt x="915520" y="907292"/>
                  </a:lnTo>
                  <a:lnTo>
                    <a:pt x="915642" y="907724"/>
                  </a:lnTo>
                  <a:lnTo>
                    <a:pt x="915765" y="908156"/>
                  </a:lnTo>
                  <a:lnTo>
                    <a:pt x="915888" y="908588"/>
                  </a:lnTo>
                  <a:lnTo>
                    <a:pt x="916010" y="909020"/>
                  </a:lnTo>
                  <a:lnTo>
                    <a:pt x="916133" y="909452"/>
                  </a:lnTo>
                  <a:lnTo>
                    <a:pt x="916255" y="909884"/>
                  </a:lnTo>
                  <a:lnTo>
                    <a:pt x="916378" y="910316"/>
                  </a:lnTo>
                  <a:lnTo>
                    <a:pt x="916500" y="910748"/>
                  </a:lnTo>
                  <a:lnTo>
                    <a:pt x="916623" y="911180"/>
                  </a:lnTo>
                  <a:lnTo>
                    <a:pt x="916745" y="911612"/>
                  </a:lnTo>
                  <a:lnTo>
                    <a:pt x="916868" y="912044"/>
                  </a:lnTo>
                  <a:lnTo>
                    <a:pt x="916990" y="912475"/>
                  </a:lnTo>
                  <a:lnTo>
                    <a:pt x="917113" y="912907"/>
                  </a:lnTo>
                  <a:lnTo>
                    <a:pt x="917235" y="913339"/>
                  </a:lnTo>
                  <a:lnTo>
                    <a:pt x="917358" y="913771"/>
                  </a:lnTo>
                  <a:lnTo>
                    <a:pt x="917480" y="914203"/>
                  </a:lnTo>
                  <a:lnTo>
                    <a:pt x="917536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h7002"/>
            <p:cNvSpPr/>
            <p:nvPr/>
          </p:nvSpPr>
          <p:spPr>
            <a:xfrm>
              <a:off x="3412354" y="12541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390" y="914400"/>
                  </a:lnTo>
                  <a:lnTo>
                    <a:pt x="906590" y="914134"/>
                  </a:lnTo>
                  <a:lnTo>
                    <a:pt x="911312" y="908205"/>
                  </a:lnTo>
                  <a:lnTo>
                    <a:pt x="914400" y="904734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h7003"/>
            <p:cNvSpPr/>
            <p:nvPr/>
          </p:nvSpPr>
          <p:spPr>
            <a:xfrm>
              <a:off x="3421794" y="123659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304"/>
                  </a:lnTo>
                  <a:lnTo>
                    <a:pt x="906747" y="920294"/>
                  </a:lnTo>
                  <a:lnTo>
                    <a:pt x="911765" y="915277"/>
                  </a:lnTo>
                  <a:lnTo>
                    <a:pt x="912759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h7004"/>
            <p:cNvSpPr/>
            <p:nvPr/>
          </p:nvSpPr>
          <p:spPr>
            <a:xfrm>
              <a:off x="342179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h7005"/>
            <p:cNvSpPr/>
            <p:nvPr/>
          </p:nvSpPr>
          <p:spPr>
            <a:xfrm>
              <a:off x="343123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h7006"/>
            <p:cNvSpPr/>
            <p:nvPr/>
          </p:nvSpPr>
          <p:spPr>
            <a:xfrm>
              <a:off x="344067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h7007"/>
            <p:cNvSpPr/>
            <p:nvPr/>
          </p:nvSpPr>
          <p:spPr>
            <a:xfrm>
              <a:off x="345011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h7008"/>
            <p:cNvSpPr/>
            <p:nvPr/>
          </p:nvSpPr>
          <p:spPr>
            <a:xfrm>
              <a:off x="345955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h7009"/>
            <p:cNvSpPr/>
            <p:nvPr/>
          </p:nvSpPr>
          <p:spPr>
            <a:xfrm>
              <a:off x="346899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h7010"/>
            <p:cNvSpPr/>
            <p:nvPr/>
          </p:nvSpPr>
          <p:spPr>
            <a:xfrm>
              <a:off x="347843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h7011"/>
            <p:cNvSpPr/>
            <p:nvPr/>
          </p:nvSpPr>
          <p:spPr>
            <a:xfrm>
              <a:off x="348787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h7012"/>
            <p:cNvSpPr/>
            <p:nvPr/>
          </p:nvSpPr>
          <p:spPr>
            <a:xfrm>
              <a:off x="349731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h7013"/>
            <p:cNvSpPr/>
            <p:nvPr/>
          </p:nvSpPr>
          <p:spPr>
            <a:xfrm>
              <a:off x="350675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h7014"/>
            <p:cNvSpPr/>
            <p:nvPr/>
          </p:nvSpPr>
          <p:spPr>
            <a:xfrm>
              <a:off x="351619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h7015"/>
            <p:cNvSpPr/>
            <p:nvPr/>
          </p:nvSpPr>
          <p:spPr>
            <a:xfrm>
              <a:off x="352563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h7016"/>
            <p:cNvSpPr/>
            <p:nvPr/>
          </p:nvSpPr>
          <p:spPr>
            <a:xfrm>
              <a:off x="353507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h7017"/>
            <p:cNvSpPr/>
            <p:nvPr/>
          </p:nvSpPr>
          <p:spPr>
            <a:xfrm>
              <a:off x="354451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h7018"/>
            <p:cNvSpPr/>
            <p:nvPr/>
          </p:nvSpPr>
          <p:spPr>
            <a:xfrm>
              <a:off x="355395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h7019"/>
            <p:cNvSpPr/>
            <p:nvPr/>
          </p:nvSpPr>
          <p:spPr>
            <a:xfrm>
              <a:off x="356339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h7020"/>
            <p:cNvSpPr/>
            <p:nvPr/>
          </p:nvSpPr>
          <p:spPr>
            <a:xfrm>
              <a:off x="357283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h7021"/>
            <p:cNvSpPr/>
            <p:nvPr/>
          </p:nvSpPr>
          <p:spPr>
            <a:xfrm>
              <a:off x="358227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h7022"/>
            <p:cNvSpPr/>
            <p:nvPr/>
          </p:nvSpPr>
          <p:spPr>
            <a:xfrm>
              <a:off x="359171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h7023"/>
            <p:cNvSpPr/>
            <p:nvPr/>
          </p:nvSpPr>
          <p:spPr>
            <a:xfrm>
              <a:off x="360115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h7024"/>
            <p:cNvSpPr/>
            <p:nvPr/>
          </p:nvSpPr>
          <p:spPr>
            <a:xfrm>
              <a:off x="361059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h7025"/>
            <p:cNvSpPr/>
            <p:nvPr/>
          </p:nvSpPr>
          <p:spPr>
            <a:xfrm>
              <a:off x="362003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h7026"/>
            <p:cNvSpPr/>
            <p:nvPr/>
          </p:nvSpPr>
          <p:spPr>
            <a:xfrm>
              <a:off x="362947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h7027"/>
            <p:cNvSpPr/>
            <p:nvPr/>
          </p:nvSpPr>
          <p:spPr>
            <a:xfrm>
              <a:off x="363891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h7028"/>
            <p:cNvSpPr/>
            <p:nvPr/>
          </p:nvSpPr>
          <p:spPr>
            <a:xfrm>
              <a:off x="364836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h7029"/>
            <p:cNvSpPr/>
            <p:nvPr/>
          </p:nvSpPr>
          <p:spPr>
            <a:xfrm>
              <a:off x="365780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h7030"/>
            <p:cNvSpPr/>
            <p:nvPr/>
          </p:nvSpPr>
          <p:spPr>
            <a:xfrm>
              <a:off x="366724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h7031"/>
            <p:cNvSpPr/>
            <p:nvPr/>
          </p:nvSpPr>
          <p:spPr>
            <a:xfrm>
              <a:off x="367668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h7032"/>
            <p:cNvSpPr/>
            <p:nvPr/>
          </p:nvSpPr>
          <p:spPr>
            <a:xfrm>
              <a:off x="368612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h7033"/>
            <p:cNvSpPr/>
            <p:nvPr/>
          </p:nvSpPr>
          <p:spPr>
            <a:xfrm>
              <a:off x="369556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h7034"/>
            <p:cNvSpPr/>
            <p:nvPr/>
          </p:nvSpPr>
          <p:spPr>
            <a:xfrm>
              <a:off x="370500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h7035"/>
            <p:cNvSpPr/>
            <p:nvPr/>
          </p:nvSpPr>
          <p:spPr>
            <a:xfrm>
              <a:off x="371444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h7036"/>
            <p:cNvSpPr/>
            <p:nvPr/>
          </p:nvSpPr>
          <p:spPr>
            <a:xfrm>
              <a:off x="372388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h7037"/>
            <p:cNvSpPr/>
            <p:nvPr/>
          </p:nvSpPr>
          <p:spPr>
            <a:xfrm>
              <a:off x="373332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h7038"/>
            <p:cNvSpPr/>
            <p:nvPr/>
          </p:nvSpPr>
          <p:spPr>
            <a:xfrm>
              <a:off x="374276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h7039"/>
            <p:cNvSpPr/>
            <p:nvPr/>
          </p:nvSpPr>
          <p:spPr>
            <a:xfrm>
              <a:off x="375220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h7040"/>
            <p:cNvSpPr/>
            <p:nvPr/>
          </p:nvSpPr>
          <p:spPr>
            <a:xfrm>
              <a:off x="376164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h7041"/>
            <p:cNvSpPr/>
            <p:nvPr/>
          </p:nvSpPr>
          <p:spPr>
            <a:xfrm>
              <a:off x="377108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h7042"/>
            <p:cNvSpPr/>
            <p:nvPr/>
          </p:nvSpPr>
          <p:spPr>
            <a:xfrm>
              <a:off x="378052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h7043"/>
            <p:cNvSpPr/>
            <p:nvPr/>
          </p:nvSpPr>
          <p:spPr>
            <a:xfrm>
              <a:off x="378996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h7044"/>
            <p:cNvSpPr/>
            <p:nvPr/>
          </p:nvSpPr>
          <p:spPr>
            <a:xfrm>
              <a:off x="379940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h7045"/>
            <p:cNvSpPr/>
            <p:nvPr/>
          </p:nvSpPr>
          <p:spPr>
            <a:xfrm>
              <a:off x="380884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h7046"/>
            <p:cNvSpPr/>
            <p:nvPr/>
          </p:nvSpPr>
          <p:spPr>
            <a:xfrm>
              <a:off x="381828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h7047"/>
            <p:cNvSpPr/>
            <p:nvPr/>
          </p:nvSpPr>
          <p:spPr>
            <a:xfrm>
              <a:off x="382772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h7048"/>
            <p:cNvSpPr/>
            <p:nvPr/>
          </p:nvSpPr>
          <p:spPr>
            <a:xfrm>
              <a:off x="3837165" y="1254163"/>
              <a:ext cx="923775" cy="914400"/>
            </a:xfrm>
            <a:custGeom>
              <a:avLst/>
              <a:pathLst>
                <a:path w="92377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75" y="896830"/>
                  </a:lnTo>
                  <a:lnTo>
                    <a:pt x="920754" y="904033"/>
                  </a:lnTo>
                  <a:lnTo>
                    <a:pt x="916913" y="912273"/>
                  </a:lnTo>
                  <a:lnTo>
                    <a:pt x="91581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h7049"/>
            <p:cNvSpPr/>
            <p:nvPr/>
          </p:nvSpPr>
          <p:spPr>
            <a:xfrm>
              <a:off x="2052959" y="121902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520" y="931969"/>
                  </a:lnTo>
                  <a:lnTo>
                    <a:pt x="907879" y="927383"/>
                  </a:lnTo>
                  <a:lnTo>
                    <a:pt x="906688" y="916570"/>
                  </a:lnTo>
                  <a:lnTo>
                    <a:pt x="906512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h7050"/>
            <p:cNvSpPr/>
            <p:nvPr/>
          </p:nvSpPr>
          <p:spPr>
            <a:xfrm>
              <a:off x="205295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h7051"/>
            <p:cNvSpPr/>
            <p:nvPr/>
          </p:nvSpPr>
          <p:spPr>
            <a:xfrm>
              <a:off x="206239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h7052"/>
            <p:cNvSpPr/>
            <p:nvPr/>
          </p:nvSpPr>
          <p:spPr>
            <a:xfrm>
              <a:off x="207184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h7053"/>
            <p:cNvSpPr/>
            <p:nvPr/>
          </p:nvSpPr>
          <p:spPr>
            <a:xfrm>
              <a:off x="208128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h7054"/>
            <p:cNvSpPr/>
            <p:nvPr/>
          </p:nvSpPr>
          <p:spPr>
            <a:xfrm>
              <a:off x="209072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h7055"/>
            <p:cNvSpPr/>
            <p:nvPr/>
          </p:nvSpPr>
          <p:spPr>
            <a:xfrm>
              <a:off x="210016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h7056"/>
            <p:cNvSpPr/>
            <p:nvPr/>
          </p:nvSpPr>
          <p:spPr>
            <a:xfrm>
              <a:off x="210960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h7057"/>
            <p:cNvSpPr/>
            <p:nvPr/>
          </p:nvSpPr>
          <p:spPr>
            <a:xfrm>
              <a:off x="211904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h7058"/>
            <p:cNvSpPr/>
            <p:nvPr/>
          </p:nvSpPr>
          <p:spPr>
            <a:xfrm>
              <a:off x="212848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h7059"/>
            <p:cNvSpPr/>
            <p:nvPr/>
          </p:nvSpPr>
          <p:spPr>
            <a:xfrm>
              <a:off x="213792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h7060"/>
            <p:cNvSpPr/>
            <p:nvPr/>
          </p:nvSpPr>
          <p:spPr>
            <a:xfrm>
              <a:off x="214736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h7061"/>
            <p:cNvSpPr/>
            <p:nvPr/>
          </p:nvSpPr>
          <p:spPr>
            <a:xfrm>
              <a:off x="215680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h7062"/>
            <p:cNvSpPr/>
            <p:nvPr/>
          </p:nvSpPr>
          <p:spPr>
            <a:xfrm>
              <a:off x="216624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h7063"/>
            <p:cNvSpPr/>
            <p:nvPr/>
          </p:nvSpPr>
          <p:spPr>
            <a:xfrm>
              <a:off x="217568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h7064"/>
            <p:cNvSpPr/>
            <p:nvPr/>
          </p:nvSpPr>
          <p:spPr>
            <a:xfrm>
              <a:off x="218512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h7065"/>
            <p:cNvSpPr/>
            <p:nvPr/>
          </p:nvSpPr>
          <p:spPr>
            <a:xfrm>
              <a:off x="219456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h7066"/>
            <p:cNvSpPr/>
            <p:nvPr/>
          </p:nvSpPr>
          <p:spPr>
            <a:xfrm>
              <a:off x="220400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h7067"/>
            <p:cNvSpPr/>
            <p:nvPr/>
          </p:nvSpPr>
          <p:spPr>
            <a:xfrm>
              <a:off x="221344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h7068"/>
            <p:cNvSpPr/>
            <p:nvPr/>
          </p:nvSpPr>
          <p:spPr>
            <a:xfrm>
              <a:off x="222288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h7069"/>
            <p:cNvSpPr/>
            <p:nvPr/>
          </p:nvSpPr>
          <p:spPr>
            <a:xfrm>
              <a:off x="223232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h7070"/>
            <p:cNvSpPr/>
            <p:nvPr/>
          </p:nvSpPr>
          <p:spPr>
            <a:xfrm>
              <a:off x="224176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h7071"/>
            <p:cNvSpPr/>
            <p:nvPr/>
          </p:nvSpPr>
          <p:spPr>
            <a:xfrm>
              <a:off x="225120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h7072"/>
            <p:cNvSpPr/>
            <p:nvPr/>
          </p:nvSpPr>
          <p:spPr>
            <a:xfrm>
              <a:off x="226064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h7073"/>
            <p:cNvSpPr/>
            <p:nvPr/>
          </p:nvSpPr>
          <p:spPr>
            <a:xfrm>
              <a:off x="227008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h7074"/>
            <p:cNvSpPr/>
            <p:nvPr/>
          </p:nvSpPr>
          <p:spPr>
            <a:xfrm>
              <a:off x="227952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h7075"/>
            <p:cNvSpPr/>
            <p:nvPr/>
          </p:nvSpPr>
          <p:spPr>
            <a:xfrm>
              <a:off x="228896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h7076"/>
            <p:cNvSpPr/>
            <p:nvPr/>
          </p:nvSpPr>
          <p:spPr>
            <a:xfrm>
              <a:off x="229840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h7077"/>
            <p:cNvSpPr/>
            <p:nvPr/>
          </p:nvSpPr>
          <p:spPr>
            <a:xfrm>
              <a:off x="230784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h7078"/>
            <p:cNvSpPr/>
            <p:nvPr/>
          </p:nvSpPr>
          <p:spPr>
            <a:xfrm>
              <a:off x="231728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h7079"/>
            <p:cNvSpPr/>
            <p:nvPr/>
          </p:nvSpPr>
          <p:spPr>
            <a:xfrm>
              <a:off x="232672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h7080"/>
            <p:cNvSpPr/>
            <p:nvPr/>
          </p:nvSpPr>
          <p:spPr>
            <a:xfrm>
              <a:off x="233616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h7081"/>
            <p:cNvSpPr/>
            <p:nvPr/>
          </p:nvSpPr>
          <p:spPr>
            <a:xfrm>
              <a:off x="234560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h7082"/>
            <p:cNvSpPr/>
            <p:nvPr/>
          </p:nvSpPr>
          <p:spPr>
            <a:xfrm>
              <a:off x="235504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h7083"/>
            <p:cNvSpPr/>
            <p:nvPr/>
          </p:nvSpPr>
          <p:spPr>
            <a:xfrm>
              <a:off x="236448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h7084"/>
            <p:cNvSpPr/>
            <p:nvPr/>
          </p:nvSpPr>
          <p:spPr>
            <a:xfrm>
              <a:off x="237392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h7085"/>
            <p:cNvSpPr/>
            <p:nvPr/>
          </p:nvSpPr>
          <p:spPr>
            <a:xfrm>
              <a:off x="2383368" y="121902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h7086"/>
            <p:cNvSpPr/>
            <p:nvPr/>
          </p:nvSpPr>
          <p:spPr>
            <a:xfrm>
              <a:off x="239280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h7087"/>
            <p:cNvSpPr/>
            <p:nvPr/>
          </p:nvSpPr>
          <p:spPr>
            <a:xfrm>
              <a:off x="2402248" y="121902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h7088"/>
            <p:cNvSpPr/>
            <p:nvPr/>
          </p:nvSpPr>
          <p:spPr>
            <a:xfrm>
              <a:off x="2411688" y="1236593"/>
              <a:ext cx="921917" cy="914400"/>
            </a:xfrm>
            <a:custGeom>
              <a:avLst/>
              <a:pathLst>
                <a:path w="92191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036" y="896830"/>
                  </a:lnTo>
                  <a:lnTo>
                    <a:pt x="917199" y="899899"/>
                  </a:lnTo>
                  <a:lnTo>
                    <a:pt x="920287" y="909003"/>
                  </a:lnTo>
                  <a:lnTo>
                    <a:pt x="921917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h7089"/>
            <p:cNvSpPr/>
            <p:nvPr/>
          </p:nvSpPr>
          <p:spPr>
            <a:xfrm>
              <a:off x="3421794" y="123659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759" y="914400"/>
                  </a:lnTo>
                  <a:lnTo>
                    <a:pt x="914400" y="912952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h7090"/>
            <p:cNvSpPr/>
            <p:nvPr/>
          </p:nvSpPr>
          <p:spPr>
            <a:xfrm>
              <a:off x="3431234" y="123659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952"/>
                  </a:lnTo>
                  <a:lnTo>
                    <a:pt x="907471" y="910736"/>
                  </a:lnTo>
                  <a:lnTo>
                    <a:pt x="912734" y="906681"/>
                  </a:lnTo>
                  <a:lnTo>
                    <a:pt x="914400" y="905577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h7091"/>
            <p:cNvSpPr/>
            <p:nvPr/>
          </p:nvSpPr>
          <p:spPr>
            <a:xfrm>
              <a:off x="3440674" y="123659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577"/>
                  </a:lnTo>
                  <a:lnTo>
                    <a:pt x="908660" y="903125"/>
                  </a:lnTo>
                  <a:lnTo>
                    <a:pt x="914115" y="900074"/>
                  </a:lnTo>
                  <a:lnTo>
                    <a:pt x="914400" y="89993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h7092"/>
            <p:cNvSpPr/>
            <p:nvPr/>
          </p:nvSpPr>
          <p:spPr>
            <a:xfrm>
              <a:off x="3450115" y="121902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499"/>
                  </a:lnTo>
                  <a:lnTo>
                    <a:pt x="911055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h7093"/>
            <p:cNvSpPr/>
            <p:nvPr/>
          </p:nvSpPr>
          <p:spPr>
            <a:xfrm>
              <a:off x="345011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h7094"/>
            <p:cNvSpPr/>
            <p:nvPr/>
          </p:nvSpPr>
          <p:spPr>
            <a:xfrm>
              <a:off x="345955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h7095"/>
            <p:cNvSpPr/>
            <p:nvPr/>
          </p:nvSpPr>
          <p:spPr>
            <a:xfrm>
              <a:off x="346899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h7096"/>
            <p:cNvSpPr/>
            <p:nvPr/>
          </p:nvSpPr>
          <p:spPr>
            <a:xfrm>
              <a:off x="347843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h7097"/>
            <p:cNvSpPr/>
            <p:nvPr/>
          </p:nvSpPr>
          <p:spPr>
            <a:xfrm>
              <a:off x="348787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h7098"/>
            <p:cNvSpPr/>
            <p:nvPr/>
          </p:nvSpPr>
          <p:spPr>
            <a:xfrm>
              <a:off x="349731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h7099"/>
            <p:cNvSpPr/>
            <p:nvPr/>
          </p:nvSpPr>
          <p:spPr>
            <a:xfrm>
              <a:off x="350675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h7100"/>
            <p:cNvSpPr/>
            <p:nvPr/>
          </p:nvSpPr>
          <p:spPr>
            <a:xfrm>
              <a:off x="351619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h7101"/>
            <p:cNvSpPr/>
            <p:nvPr/>
          </p:nvSpPr>
          <p:spPr>
            <a:xfrm>
              <a:off x="352563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h7102"/>
            <p:cNvSpPr/>
            <p:nvPr/>
          </p:nvSpPr>
          <p:spPr>
            <a:xfrm>
              <a:off x="353507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h7103"/>
            <p:cNvSpPr/>
            <p:nvPr/>
          </p:nvSpPr>
          <p:spPr>
            <a:xfrm>
              <a:off x="354451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h7104"/>
            <p:cNvSpPr/>
            <p:nvPr/>
          </p:nvSpPr>
          <p:spPr>
            <a:xfrm>
              <a:off x="355395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h7105"/>
            <p:cNvSpPr/>
            <p:nvPr/>
          </p:nvSpPr>
          <p:spPr>
            <a:xfrm>
              <a:off x="356339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h7106"/>
            <p:cNvSpPr/>
            <p:nvPr/>
          </p:nvSpPr>
          <p:spPr>
            <a:xfrm>
              <a:off x="357283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h7107"/>
            <p:cNvSpPr/>
            <p:nvPr/>
          </p:nvSpPr>
          <p:spPr>
            <a:xfrm>
              <a:off x="358227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h7108"/>
            <p:cNvSpPr/>
            <p:nvPr/>
          </p:nvSpPr>
          <p:spPr>
            <a:xfrm>
              <a:off x="359171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h7109"/>
            <p:cNvSpPr/>
            <p:nvPr/>
          </p:nvSpPr>
          <p:spPr>
            <a:xfrm>
              <a:off x="360115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h7110"/>
            <p:cNvSpPr/>
            <p:nvPr/>
          </p:nvSpPr>
          <p:spPr>
            <a:xfrm>
              <a:off x="361059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h7111"/>
            <p:cNvSpPr/>
            <p:nvPr/>
          </p:nvSpPr>
          <p:spPr>
            <a:xfrm>
              <a:off x="362003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h7112"/>
            <p:cNvSpPr/>
            <p:nvPr/>
          </p:nvSpPr>
          <p:spPr>
            <a:xfrm>
              <a:off x="362947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h7113"/>
            <p:cNvSpPr/>
            <p:nvPr/>
          </p:nvSpPr>
          <p:spPr>
            <a:xfrm>
              <a:off x="363891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h7114"/>
            <p:cNvSpPr/>
            <p:nvPr/>
          </p:nvSpPr>
          <p:spPr>
            <a:xfrm>
              <a:off x="364836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h7115"/>
            <p:cNvSpPr/>
            <p:nvPr/>
          </p:nvSpPr>
          <p:spPr>
            <a:xfrm>
              <a:off x="365780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h7116"/>
            <p:cNvSpPr/>
            <p:nvPr/>
          </p:nvSpPr>
          <p:spPr>
            <a:xfrm>
              <a:off x="366724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h7117"/>
            <p:cNvSpPr/>
            <p:nvPr/>
          </p:nvSpPr>
          <p:spPr>
            <a:xfrm>
              <a:off x="367668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h7118"/>
            <p:cNvSpPr/>
            <p:nvPr/>
          </p:nvSpPr>
          <p:spPr>
            <a:xfrm>
              <a:off x="368612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h7119"/>
            <p:cNvSpPr/>
            <p:nvPr/>
          </p:nvSpPr>
          <p:spPr>
            <a:xfrm>
              <a:off x="369556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h7120"/>
            <p:cNvSpPr/>
            <p:nvPr/>
          </p:nvSpPr>
          <p:spPr>
            <a:xfrm>
              <a:off x="370500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h7121"/>
            <p:cNvSpPr/>
            <p:nvPr/>
          </p:nvSpPr>
          <p:spPr>
            <a:xfrm>
              <a:off x="371444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h7122"/>
            <p:cNvSpPr/>
            <p:nvPr/>
          </p:nvSpPr>
          <p:spPr>
            <a:xfrm>
              <a:off x="372388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h7123"/>
            <p:cNvSpPr/>
            <p:nvPr/>
          </p:nvSpPr>
          <p:spPr>
            <a:xfrm>
              <a:off x="373332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h7124"/>
            <p:cNvSpPr/>
            <p:nvPr/>
          </p:nvSpPr>
          <p:spPr>
            <a:xfrm>
              <a:off x="374276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h7125"/>
            <p:cNvSpPr/>
            <p:nvPr/>
          </p:nvSpPr>
          <p:spPr>
            <a:xfrm>
              <a:off x="375220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h7126"/>
            <p:cNvSpPr/>
            <p:nvPr/>
          </p:nvSpPr>
          <p:spPr>
            <a:xfrm>
              <a:off x="376164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h7127"/>
            <p:cNvSpPr/>
            <p:nvPr/>
          </p:nvSpPr>
          <p:spPr>
            <a:xfrm>
              <a:off x="377108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h7128"/>
            <p:cNvSpPr/>
            <p:nvPr/>
          </p:nvSpPr>
          <p:spPr>
            <a:xfrm>
              <a:off x="378052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h7129"/>
            <p:cNvSpPr/>
            <p:nvPr/>
          </p:nvSpPr>
          <p:spPr>
            <a:xfrm>
              <a:off x="378996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h7130"/>
            <p:cNvSpPr/>
            <p:nvPr/>
          </p:nvSpPr>
          <p:spPr>
            <a:xfrm>
              <a:off x="379940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h7131"/>
            <p:cNvSpPr/>
            <p:nvPr/>
          </p:nvSpPr>
          <p:spPr>
            <a:xfrm>
              <a:off x="380884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h7132"/>
            <p:cNvSpPr/>
            <p:nvPr/>
          </p:nvSpPr>
          <p:spPr>
            <a:xfrm>
              <a:off x="381828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h7133"/>
            <p:cNvSpPr/>
            <p:nvPr/>
          </p:nvSpPr>
          <p:spPr>
            <a:xfrm>
              <a:off x="382772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h7134"/>
            <p:cNvSpPr/>
            <p:nvPr/>
          </p:nvSpPr>
          <p:spPr>
            <a:xfrm>
              <a:off x="3837165" y="123659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45"/>
                  </a:lnTo>
                  <a:lnTo>
                    <a:pt x="923775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h7135"/>
            <p:cNvSpPr/>
            <p:nvPr/>
          </p:nvSpPr>
          <p:spPr>
            <a:xfrm>
              <a:off x="3846605" y="1219023"/>
              <a:ext cx="920718" cy="931814"/>
            </a:xfrm>
            <a:custGeom>
              <a:avLst/>
              <a:pathLst>
                <a:path w="920718" h="931814">
                  <a:moveTo>
                    <a:pt x="914400" y="914400"/>
                  </a:moveTo>
                  <a:lnTo>
                    <a:pt x="920718" y="914400"/>
                  </a:lnTo>
                  <a:lnTo>
                    <a:pt x="918283" y="921638"/>
                  </a:lnTo>
                  <a:lnTo>
                    <a:pt x="914920" y="930573"/>
                  </a:lnTo>
                  <a:lnTo>
                    <a:pt x="914400" y="931814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h7136"/>
            <p:cNvSpPr/>
            <p:nvPr/>
          </p:nvSpPr>
          <p:spPr>
            <a:xfrm>
              <a:off x="2052959" y="120145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12" y="931969"/>
                  </a:lnTo>
                  <a:lnTo>
                    <a:pt x="905803" y="923225"/>
                  </a:lnTo>
                  <a:lnTo>
                    <a:pt x="905340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h7137"/>
            <p:cNvSpPr/>
            <p:nvPr/>
          </p:nvSpPr>
          <p:spPr>
            <a:xfrm>
              <a:off x="205295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h7138"/>
            <p:cNvSpPr/>
            <p:nvPr/>
          </p:nvSpPr>
          <p:spPr>
            <a:xfrm>
              <a:off x="206239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h7139"/>
            <p:cNvSpPr/>
            <p:nvPr/>
          </p:nvSpPr>
          <p:spPr>
            <a:xfrm>
              <a:off x="207184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h7140"/>
            <p:cNvSpPr/>
            <p:nvPr/>
          </p:nvSpPr>
          <p:spPr>
            <a:xfrm>
              <a:off x="208128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h7141"/>
            <p:cNvSpPr/>
            <p:nvPr/>
          </p:nvSpPr>
          <p:spPr>
            <a:xfrm>
              <a:off x="209072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h7142"/>
            <p:cNvSpPr/>
            <p:nvPr/>
          </p:nvSpPr>
          <p:spPr>
            <a:xfrm>
              <a:off x="210016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h7143"/>
            <p:cNvSpPr/>
            <p:nvPr/>
          </p:nvSpPr>
          <p:spPr>
            <a:xfrm>
              <a:off x="210960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h7144"/>
            <p:cNvSpPr/>
            <p:nvPr/>
          </p:nvSpPr>
          <p:spPr>
            <a:xfrm>
              <a:off x="211904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h7145"/>
            <p:cNvSpPr/>
            <p:nvPr/>
          </p:nvSpPr>
          <p:spPr>
            <a:xfrm>
              <a:off x="212848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h7146"/>
            <p:cNvSpPr/>
            <p:nvPr/>
          </p:nvSpPr>
          <p:spPr>
            <a:xfrm>
              <a:off x="213792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h7147"/>
            <p:cNvSpPr/>
            <p:nvPr/>
          </p:nvSpPr>
          <p:spPr>
            <a:xfrm>
              <a:off x="214736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h7148"/>
            <p:cNvSpPr/>
            <p:nvPr/>
          </p:nvSpPr>
          <p:spPr>
            <a:xfrm>
              <a:off x="215680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h7149"/>
            <p:cNvSpPr/>
            <p:nvPr/>
          </p:nvSpPr>
          <p:spPr>
            <a:xfrm>
              <a:off x="216624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h7150"/>
            <p:cNvSpPr/>
            <p:nvPr/>
          </p:nvSpPr>
          <p:spPr>
            <a:xfrm>
              <a:off x="217568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h7151"/>
            <p:cNvSpPr/>
            <p:nvPr/>
          </p:nvSpPr>
          <p:spPr>
            <a:xfrm>
              <a:off x="218512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h7152"/>
            <p:cNvSpPr/>
            <p:nvPr/>
          </p:nvSpPr>
          <p:spPr>
            <a:xfrm>
              <a:off x="219456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h7153"/>
            <p:cNvSpPr/>
            <p:nvPr/>
          </p:nvSpPr>
          <p:spPr>
            <a:xfrm>
              <a:off x="220400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h7154"/>
            <p:cNvSpPr/>
            <p:nvPr/>
          </p:nvSpPr>
          <p:spPr>
            <a:xfrm>
              <a:off x="221344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h7155"/>
            <p:cNvSpPr/>
            <p:nvPr/>
          </p:nvSpPr>
          <p:spPr>
            <a:xfrm>
              <a:off x="222288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h7156"/>
            <p:cNvSpPr/>
            <p:nvPr/>
          </p:nvSpPr>
          <p:spPr>
            <a:xfrm>
              <a:off x="223232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h7157"/>
            <p:cNvSpPr/>
            <p:nvPr/>
          </p:nvSpPr>
          <p:spPr>
            <a:xfrm>
              <a:off x="224176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h7158"/>
            <p:cNvSpPr/>
            <p:nvPr/>
          </p:nvSpPr>
          <p:spPr>
            <a:xfrm>
              <a:off x="225120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h7159"/>
            <p:cNvSpPr/>
            <p:nvPr/>
          </p:nvSpPr>
          <p:spPr>
            <a:xfrm>
              <a:off x="226064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h7160"/>
            <p:cNvSpPr/>
            <p:nvPr/>
          </p:nvSpPr>
          <p:spPr>
            <a:xfrm>
              <a:off x="227008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h7161"/>
            <p:cNvSpPr/>
            <p:nvPr/>
          </p:nvSpPr>
          <p:spPr>
            <a:xfrm>
              <a:off x="227952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h7162"/>
            <p:cNvSpPr/>
            <p:nvPr/>
          </p:nvSpPr>
          <p:spPr>
            <a:xfrm>
              <a:off x="228896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h7163"/>
            <p:cNvSpPr/>
            <p:nvPr/>
          </p:nvSpPr>
          <p:spPr>
            <a:xfrm>
              <a:off x="229840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h7164"/>
            <p:cNvSpPr/>
            <p:nvPr/>
          </p:nvSpPr>
          <p:spPr>
            <a:xfrm>
              <a:off x="230784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h7165"/>
            <p:cNvSpPr/>
            <p:nvPr/>
          </p:nvSpPr>
          <p:spPr>
            <a:xfrm>
              <a:off x="231728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h7166"/>
            <p:cNvSpPr/>
            <p:nvPr/>
          </p:nvSpPr>
          <p:spPr>
            <a:xfrm>
              <a:off x="232672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h7167"/>
            <p:cNvSpPr/>
            <p:nvPr/>
          </p:nvSpPr>
          <p:spPr>
            <a:xfrm>
              <a:off x="233616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h7168"/>
            <p:cNvSpPr/>
            <p:nvPr/>
          </p:nvSpPr>
          <p:spPr>
            <a:xfrm>
              <a:off x="234560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h7169"/>
            <p:cNvSpPr/>
            <p:nvPr/>
          </p:nvSpPr>
          <p:spPr>
            <a:xfrm>
              <a:off x="235504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h7170"/>
            <p:cNvSpPr/>
            <p:nvPr/>
          </p:nvSpPr>
          <p:spPr>
            <a:xfrm>
              <a:off x="236448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h7171"/>
            <p:cNvSpPr/>
            <p:nvPr/>
          </p:nvSpPr>
          <p:spPr>
            <a:xfrm>
              <a:off x="237392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h7172"/>
            <p:cNvSpPr/>
            <p:nvPr/>
          </p:nvSpPr>
          <p:spPr>
            <a:xfrm>
              <a:off x="2383368" y="120145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h7173"/>
            <p:cNvSpPr/>
            <p:nvPr/>
          </p:nvSpPr>
          <p:spPr>
            <a:xfrm>
              <a:off x="239280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h7174"/>
            <p:cNvSpPr/>
            <p:nvPr/>
          </p:nvSpPr>
          <p:spPr>
            <a:xfrm>
              <a:off x="2411688" y="121902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18" y="896830"/>
                  </a:lnTo>
                  <a:lnTo>
                    <a:pt x="910294" y="900198"/>
                  </a:lnTo>
                  <a:lnTo>
                    <a:pt x="913865" y="908669"/>
                  </a:lnTo>
                  <a:lnTo>
                    <a:pt x="914400" y="91008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h7175"/>
            <p:cNvSpPr/>
            <p:nvPr/>
          </p:nvSpPr>
          <p:spPr>
            <a:xfrm>
              <a:off x="2411688" y="1219023"/>
              <a:ext cx="916036" cy="914400"/>
            </a:xfrm>
            <a:custGeom>
              <a:avLst/>
              <a:pathLst>
                <a:path w="916036" h="914400">
                  <a:moveTo>
                    <a:pt x="914400" y="914400"/>
                  </a:moveTo>
                  <a:lnTo>
                    <a:pt x="914400" y="910080"/>
                  </a:lnTo>
                  <a:lnTo>
                    <a:pt x="916036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h7176"/>
            <p:cNvSpPr/>
            <p:nvPr/>
          </p:nvSpPr>
          <p:spPr>
            <a:xfrm>
              <a:off x="3450115" y="121902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055" y="914400"/>
                  </a:lnTo>
                  <a:lnTo>
                    <a:pt x="914400" y="91269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h7177"/>
            <p:cNvSpPr/>
            <p:nvPr/>
          </p:nvSpPr>
          <p:spPr>
            <a:xfrm>
              <a:off x="3459555" y="120145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269"/>
                  </a:lnTo>
                  <a:lnTo>
                    <a:pt x="909156" y="928078"/>
                  </a:lnTo>
                  <a:lnTo>
                    <a:pt x="910298" y="917076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h7178"/>
            <p:cNvSpPr/>
            <p:nvPr/>
          </p:nvSpPr>
          <p:spPr>
            <a:xfrm>
              <a:off x="345955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h7179"/>
            <p:cNvSpPr/>
            <p:nvPr/>
          </p:nvSpPr>
          <p:spPr>
            <a:xfrm>
              <a:off x="346899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h7180"/>
            <p:cNvSpPr/>
            <p:nvPr/>
          </p:nvSpPr>
          <p:spPr>
            <a:xfrm>
              <a:off x="347843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h7181"/>
            <p:cNvSpPr/>
            <p:nvPr/>
          </p:nvSpPr>
          <p:spPr>
            <a:xfrm>
              <a:off x="348787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h7182"/>
            <p:cNvSpPr/>
            <p:nvPr/>
          </p:nvSpPr>
          <p:spPr>
            <a:xfrm>
              <a:off x="349731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h7183"/>
            <p:cNvSpPr/>
            <p:nvPr/>
          </p:nvSpPr>
          <p:spPr>
            <a:xfrm>
              <a:off x="350675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h7184"/>
            <p:cNvSpPr/>
            <p:nvPr/>
          </p:nvSpPr>
          <p:spPr>
            <a:xfrm>
              <a:off x="351619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h7185"/>
            <p:cNvSpPr/>
            <p:nvPr/>
          </p:nvSpPr>
          <p:spPr>
            <a:xfrm>
              <a:off x="352563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h7186"/>
            <p:cNvSpPr/>
            <p:nvPr/>
          </p:nvSpPr>
          <p:spPr>
            <a:xfrm>
              <a:off x="353507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h7187"/>
            <p:cNvSpPr/>
            <p:nvPr/>
          </p:nvSpPr>
          <p:spPr>
            <a:xfrm>
              <a:off x="354451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h7188"/>
            <p:cNvSpPr/>
            <p:nvPr/>
          </p:nvSpPr>
          <p:spPr>
            <a:xfrm>
              <a:off x="355395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h7189"/>
            <p:cNvSpPr/>
            <p:nvPr/>
          </p:nvSpPr>
          <p:spPr>
            <a:xfrm>
              <a:off x="356339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h7190"/>
            <p:cNvSpPr/>
            <p:nvPr/>
          </p:nvSpPr>
          <p:spPr>
            <a:xfrm>
              <a:off x="357283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h7191"/>
            <p:cNvSpPr/>
            <p:nvPr/>
          </p:nvSpPr>
          <p:spPr>
            <a:xfrm>
              <a:off x="358227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h7192"/>
            <p:cNvSpPr/>
            <p:nvPr/>
          </p:nvSpPr>
          <p:spPr>
            <a:xfrm>
              <a:off x="359171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h7193"/>
            <p:cNvSpPr/>
            <p:nvPr/>
          </p:nvSpPr>
          <p:spPr>
            <a:xfrm>
              <a:off x="360115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h7194"/>
            <p:cNvSpPr/>
            <p:nvPr/>
          </p:nvSpPr>
          <p:spPr>
            <a:xfrm>
              <a:off x="361059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h7195"/>
            <p:cNvSpPr/>
            <p:nvPr/>
          </p:nvSpPr>
          <p:spPr>
            <a:xfrm>
              <a:off x="362003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h7196"/>
            <p:cNvSpPr/>
            <p:nvPr/>
          </p:nvSpPr>
          <p:spPr>
            <a:xfrm>
              <a:off x="362947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h7197"/>
            <p:cNvSpPr/>
            <p:nvPr/>
          </p:nvSpPr>
          <p:spPr>
            <a:xfrm>
              <a:off x="363891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h7198"/>
            <p:cNvSpPr/>
            <p:nvPr/>
          </p:nvSpPr>
          <p:spPr>
            <a:xfrm>
              <a:off x="364836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h7199"/>
            <p:cNvSpPr/>
            <p:nvPr/>
          </p:nvSpPr>
          <p:spPr>
            <a:xfrm>
              <a:off x="365780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h7200"/>
            <p:cNvSpPr/>
            <p:nvPr/>
          </p:nvSpPr>
          <p:spPr>
            <a:xfrm>
              <a:off x="366724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h7201"/>
            <p:cNvSpPr/>
            <p:nvPr/>
          </p:nvSpPr>
          <p:spPr>
            <a:xfrm>
              <a:off x="367668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h7202"/>
            <p:cNvSpPr/>
            <p:nvPr/>
          </p:nvSpPr>
          <p:spPr>
            <a:xfrm>
              <a:off x="368612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h7203"/>
            <p:cNvSpPr/>
            <p:nvPr/>
          </p:nvSpPr>
          <p:spPr>
            <a:xfrm>
              <a:off x="369556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h7204"/>
            <p:cNvSpPr/>
            <p:nvPr/>
          </p:nvSpPr>
          <p:spPr>
            <a:xfrm>
              <a:off x="370500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h7205"/>
            <p:cNvSpPr/>
            <p:nvPr/>
          </p:nvSpPr>
          <p:spPr>
            <a:xfrm>
              <a:off x="371444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h7206"/>
            <p:cNvSpPr/>
            <p:nvPr/>
          </p:nvSpPr>
          <p:spPr>
            <a:xfrm>
              <a:off x="372388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h7207"/>
            <p:cNvSpPr/>
            <p:nvPr/>
          </p:nvSpPr>
          <p:spPr>
            <a:xfrm>
              <a:off x="373332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h7208"/>
            <p:cNvSpPr/>
            <p:nvPr/>
          </p:nvSpPr>
          <p:spPr>
            <a:xfrm>
              <a:off x="374276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h7209"/>
            <p:cNvSpPr/>
            <p:nvPr/>
          </p:nvSpPr>
          <p:spPr>
            <a:xfrm>
              <a:off x="375220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h7210"/>
            <p:cNvSpPr/>
            <p:nvPr/>
          </p:nvSpPr>
          <p:spPr>
            <a:xfrm>
              <a:off x="376164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h7211"/>
            <p:cNvSpPr/>
            <p:nvPr/>
          </p:nvSpPr>
          <p:spPr>
            <a:xfrm>
              <a:off x="377108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h7212"/>
            <p:cNvSpPr/>
            <p:nvPr/>
          </p:nvSpPr>
          <p:spPr>
            <a:xfrm>
              <a:off x="378052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h7213"/>
            <p:cNvSpPr/>
            <p:nvPr/>
          </p:nvSpPr>
          <p:spPr>
            <a:xfrm>
              <a:off x="378996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h7214"/>
            <p:cNvSpPr/>
            <p:nvPr/>
          </p:nvSpPr>
          <p:spPr>
            <a:xfrm>
              <a:off x="379940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h7215"/>
            <p:cNvSpPr/>
            <p:nvPr/>
          </p:nvSpPr>
          <p:spPr>
            <a:xfrm>
              <a:off x="380884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h7216"/>
            <p:cNvSpPr/>
            <p:nvPr/>
          </p:nvSpPr>
          <p:spPr>
            <a:xfrm>
              <a:off x="381828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h7217"/>
            <p:cNvSpPr/>
            <p:nvPr/>
          </p:nvSpPr>
          <p:spPr>
            <a:xfrm>
              <a:off x="382772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h7218"/>
            <p:cNvSpPr/>
            <p:nvPr/>
          </p:nvSpPr>
          <p:spPr>
            <a:xfrm>
              <a:off x="383716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h7219"/>
            <p:cNvSpPr/>
            <p:nvPr/>
          </p:nvSpPr>
          <p:spPr>
            <a:xfrm>
              <a:off x="3846605" y="121902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204"/>
                  </a:lnTo>
                  <a:lnTo>
                    <a:pt x="921393" y="912392"/>
                  </a:lnTo>
                  <a:lnTo>
                    <a:pt x="92071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h7220"/>
            <p:cNvSpPr/>
            <p:nvPr/>
          </p:nvSpPr>
          <p:spPr>
            <a:xfrm>
              <a:off x="3856045" y="1201453"/>
              <a:ext cx="916390" cy="921773"/>
            </a:xfrm>
            <a:custGeom>
              <a:avLst/>
              <a:pathLst>
                <a:path w="916390" h="921773">
                  <a:moveTo>
                    <a:pt x="914400" y="914400"/>
                  </a:moveTo>
                  <a:lnTo>
                    <a:pt x="916390" y="914400"/>
                  </a:lnTo>
                  <a:lnTo>
                    <a:pt x="914802" y="920428"/>
                  </a:lnTo>
                  <a:lnTo>
                    <a:pt x="914400" y="921773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h7221"/>
            <p:cNvSpPr/>
            <p:nvPr/>
          </p:nvSpPr>
          <p:spPr>
            <a:xfrm>
              <a:off x="2052959" y="118388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40" y="931969"/>
                  </a:lnTo>
                  <a:lnTo>
                    <a:pt x="905226" y="929809"/>
                  </a:lnTo>
                  <a:lnTo>
                    <a:pt x="904959" y="918782"/>
                  </a:lnTo>
                  <a:lnTo>
                    <a:pt x="904976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h7222"/>
            <p:cNvSpPr/>
            <p:nvPr/>
          </p:nvSpPr>
          <p:spPr>
            <a:xfrm>
              <a:off x="205295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h7223"/>
            <p:cNvSpPr/>
            <p:nvPr/>
          </p:nvSpPr>
          <p:spPr>
            <a:xfrm>
              <a:off x="206239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h7224"/>
            <p:cNvSpPr/>
            <p:nvPr/>
          </p:nvSpPr>
          <p:spPr>
            <a:xfrm>
              <a:off x="207184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h7225"/>
            <p:cNvSpPr/>
            <p:nvPr/>
          </p:nvSpPr>
          <p:spPr>
            <a:xfrm>
              <a:off x="208128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h7226"/>
            <p:cNvSpPr/>
            <p:nvPr/>
          </p:nvSpPr>
          <p:spPr>
            <a:xfrm>
              <a:off x="209072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h7227"/>
            <p:cNvSpPr/>
            <p:nvPr/>
          </p:nvSpPr>
          <p:spPr>
            <a:xfrm>
              <a:off x="210016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h7228"/>
            <p:cNvSpPr/>
            <p:nvPr/>
          </p:nvSpPr>
          <p:spPr>
            <a:xfrm>
              <a:off x="210960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h7229"/>
            <p:cNvSpPr/>
            <p:nvPr/>
          </p:nvSpPr>
          <p:spPr>
            <a:xfrm>
              <a:off x="211904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h7230"/>
            <p:cNvSpPr/>
            <p:nvPr/>
          </p:nvSpPr>
          <p:spPr>
            <a:xfrm>
              <a:off x="212848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h7231"/>
            <p:cNvSpPr/>
            <p:nvPr/>
          </p:nvSpPr>
          <p:spPr>
            <a:xfrm>
              <a:off x="213792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h7232"/>
            <p:cNvSpPr/>
            <p:nvPr/>
          </p:nvSpPr>
          <p:spPr>
            <a:xfrm>
              <a:off x="214736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h7233"/>
            <p:cNvSpPr/>
            <p:nvPr/>
          </p:nvSpPr>
          <p:spPr>
            <a:xfrm>
              <a:off x="215680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h7234"/>
            <p:cNvSpPr/>
            <p:nvPr/>
          </p:nvSpPr>
          <p:spPr>
            <a:xfrm>
              <a:off x="216624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h7235"/>
            <p:cNvSpPr/>
            <p:nvPr/>
          </p:nvSpPr>
          <p:spPr>
            <a:xfrm>
              <a:off x="217568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h7236"/>
            <p:cNvSpPr/>
            <p:nvPr/>
          </p:nvSpPr>
          <p:spPr>
            <a:xfrm>
              <a:off x="218512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h7237"/>
            <p:cNvSpPr/>
            <p:nvPr/>
          </p:nvSpPr>
          <p:spPr>
            <a:xfrm>
              <a:off x="219456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h7238"/>
            <p:cNvSpPr/>
            <p:nvPr/>
          </p:nvSpPr>
          <p:spPr>
            <a:xfrm>
              <a:off x="220400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h7239"/>
            <p:cNvSpPr/>
            <p:nvPr/>
          </p:nvSpPr>
          <p:spPr>
            <a:xfrm>
              <a:off x="221344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h7240"/>
            <p:cNvSpPr/>
            <p:nvPr/>
          </p:nvSpPr>
          <p:spPr>
            <a:xfrm>
              <a:off x="222288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h7241"/>
            <p:cNvSpPr/>
            <p:nvPr/>
          </p:nvSpPr>
          <p:spPr>
            <a:xfrm>
              <a:off x="223232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h7242"/>
            <p:cNvSpPr/>
            <p:nvPr/>
          </p:nvSpPr>
          <p:spPr>
            <a:xfrm>
              <a:off x="224176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h7243"/>
            <p:cNvSpPr/>
            <p:nvPr/>
          </p:nvSpPr>
          <p:spPr>
            <a:xfrm>
              <a:off x="225120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h7244"/>
            <p:cNvSpPr/>
            <p:nvPr/>
          </p:nvSpPr>
          <p:spPr>
            <a:xfrm>
              <a:off x="226064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h7245"/>
            <p:cNvSpPr/>
            <p:nvPr/>
          </p:nvSpPr>
          <p:spPr>
            <a:xfrm>
              <a:off x="227008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h7246"/>
            <p:cNvSpPr/>
            <p:nvPr/>
          </p:nvSpPr>
          <p:spPr>
            <a:xfrm>
              <a:off x="227952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h7247"/>
            <p:cNvSpPr/>
            <p:nvPr/>
          </p:nvSpPr>
          <p:spPr>
            <a:xfrm>
              <a:off x="228896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h7248"/>
            <p:cNvSpPr/>
            <p:nvPr/>
          </p:nvSpPr>
          <p:spPr>
            <a:xfrm>
              <a:off x="229840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h7249"/>
            <p:cNvSpPr/>
            <p:nvPr/>
          </p:nvSpPr>
          <p:spPr>
            <a:xfrm>
              <a:off x="230784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h7250"/>
            <p:cNvSpPr/>
            <p:nvPr/>
          </p:nvSpPr>
          <p:spPr>
            <a:xfrm>
              <a:off x="231728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h7251"/>
            <p:cNvSpPr/>
            <p:nvPr/>
          </p:nvSpPr>
          <p:spPr>
            <a:xfrm>
              <a:off x="232672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h7252"/>
            <p:cNvSpPr/>
            <p:nvPr/>
          </p:nvSpPr>
          <p:spPr>
            <a:xfrm>
              <a:off x="233616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h7253"/>
            <p:cNvSpPr/>
            <p:nvPr/>
          </p:nvSpPr>
          <p:spPr>
            <a:xfrm>
              <a:off x="234560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h7254"/>
            <p:cNvSpPr/>
            <p:nvPr/>
          </p:nvSpPr>
          <p:spPr>
            <a:xfrm>
              <a:off x="235504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h7255"/>
            <p:cNvSpPr/>
            <p:nvPr/>
          </p:nvSpPr>
          <p:spPr>
            <a:xfrm>
              <a:off x="236448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h7256"/>
            <p:cNvSpPr/>
            <p:nvPr/>
          </p:nvSpPr>
          <p:spPr>
            <a:xfrm>
              <a:off x="237392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h7257"/>
            <p:cNvSpPr/>
            <p:nvPr/>
          </p:nvSpPr>
          <p:spPr>
            <a:xfrm>
              <a:off x="2383368" y="11838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h7258"/>
            <p:cNvSpPr/>
            <p:nvPr/>
          </p:nvSpPr>
          <p:spPr>
            <a:xfrm>
              <a:off x="2402248" y="120145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10" y="896830"/>
                  </a:lnTo>
                  <a:lnTo>
                    <a:pt x="911919" y="901898"/>
                  </a:lnTo>
                  <a:lnTo>
                    <a:pt x="914399" y="906684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h7259"/>
            <p:cNvSpPr/>
            <p:nvPr/>
          </p:nvSpPr>
          <p:spPr>
            <a:xfrm>
              <a:off x="2402248" y="1201453"/>
              <a:ext cx="918159" cy="914400"/>
            </a:xfrm>
            <a:custGeom>
              <a:avLst/>
              <a:pathLst>
                <a:path w="918159" h="914400">
                  <a:moveTo>
                    <a:pt x="914399" y="914400"/>
                  </a:moveTo>
                  <a:lnTo>
                    <a:pt x="914399" y="906684"/>
                  </a:lnTo>
                  <a:lnTo>
                    <a:pt x="915936" y="909647"/>
                  </a:lnTo>
                  <a:lnTo>
                    <a:pt x="918159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h7260"/>
            <p:cNvSpPr/>
            <p:nvPr/>
          </p:nvSpPr>
          <p:spPr>
            <a:xfrm>
              <a:off x="3459555" y="118388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656" y="931969"/>
                  </a:lnTo>
                  <a:lnTo>
                    <a:pt x="911752" y="923773"/>
                  </a:lnTo>
                  <a:lnTo>
                    <a:pt x="913295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h7261"/>
            <p:cNvSpPr/>
            <p:nvPr/>
          </p:nvSpPr>
          <p:spPr>
            <a:xfrm>
              <a:off x="345955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h7262"/>
            <p:cNvSpPr/>
            <p:nvPr/>
          </p:nvSpPr>
          <p:spPr>
            <a:xfrm>
              <a:off x="346899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h7263"/>
            <p:cNvSpPr/>
            <p:nvPr/>
          </p:nvSpPr>
          <p:spPr>
            <a:xfrm>
              <a:off x="347843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h7264"/>
            <p:cNvSpPr/>
            <p:nvPr/>
          </p:nvSpPr>
          <p:spPr>
            <a:xfrm>
              <a:off x="348787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h7265"/>
            <p:cNvSpPr/>
            <p:nvPr/>
          </p:nvSpPr>
          <p:spPr>
            <a:xfrm>
              <a:off x="349731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h7266"/>
            <p:cNvSpPr/>
            <p:nvPr/>
          </p:nvSpPr>
          <p:spPr>
            <a:xfrm>
              <a:off x="350675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h7267"/>
            <p:cNvSpPr/>
            <p:nvPr/>
          </p:nvSpPr>
          <p:spPr>
            <a:xfrm>
              <a:off x="351619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h7268"/>
            <p:cNvSpPr/>
            <p:nvPr/>
          </p:nvSpPr>
          <p:spPr>
            <a:xfrm>
              <a:off x="352563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h7269"/>
            <p:cNvSpPr/>
            <p:nvPr/>
          </p:nvSpPr>
          <p:spPr>
            <a:xfrm>
              <a:off x="353507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h7270"/>
            <p:cNvSpPr/>
            <p:nvPr/>
          </p:nvSpPr>
          <p:spPr>
            <a:xfrm>
              <a:off x="354451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h7271"/>
            <p:cNvSpPr/>
            <p:nvPr/>
          </p:nvSpPr>
          <p:spPr>
            <a:xfrm>
              <a:off x="355395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h7272"/>
            <p:cNvSpPr/>
            <p:nvPr/>
          </p:nvSpPr>
          <p:spPr>
            <a:xfrm>
              <a:off x="356339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h7273"/>
            <p:cNvSpPr/>
            <p:nvPr/>
          </p:nvSpPr>
          <p:spPr>
            <a:xfrm>
              <a:off x="357283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h7274"/>
            <p:cNvSpPr/>
            <p:nvPr/>
          </p:nvSpPr>
          <p:spPr>
            <a:xfrm>
              <a:off x="358227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h7275"/>
            <p:cNvSpPr/>
            <p:nvPr/>
          </p:nvSpPr>
          <p:spPr>
            <a:xfrm>
              <a:off x="359171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h7276"/>
            <p:cNvSpPr/>
            <p:nvPr/>
          </p:nvSpPr>
          <p:spPr>
            <a:xfrm>
              <a:off x="360115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h7277"/>
            <p:cNvSpPr/>
            <p:nvPr/>
          </p:nvSpPr>
          <p:spPr>
            <a:xfrm>
              <a:off x="361059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h7278"/>
            <p:cNvSpPr/>
            <p:nvPr/>
          </p:nvSpPr>
          <p:spPr>
            <a:xfrm>
              <a:off x="362003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h7279"/>
            <p:cNvSpPr/>
            <p:nvPr/>
          </p:nvSpPr>
          <p:spPr>
            <a:xfrm>
              <a:off x="362947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h7280"/>
            <p:cNvSpPr/>
            <p:nvPr/>
          </p:nvSpPr>
          <p:spPr>
            <a:xfrm>
              <a:off x="363891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h7281"/>
            <p:cNvSpPr/>
            <p:nvPr/>
          </p:nvSpPr>
          <p:spPr>
            <a:xfrm>
              <a:off x="364836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h7282"/>
            <p:cNvSpPr/>
            <p:nvPr/>
          </p:nvSpPr>
          <p:spPr>
            <a:xfrm>
              <a:off x="365780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h7283"/>
            <p:cNvSpPr/>
            <p:nvPr/>
          </p:nvSpPr>
          <p:spPr>
            <a:xfrm>
              <a:off x="366724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h7284"/>
            <p:cNvSpPr/>
            <p:nvPr/>
          </p:nvSpPr>
          <p:spPr>
            <a:xfrm>
              <a:off x="367668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h7285"/>
            <p:cNvSpPr/>
            <p:nvPr/>
          </p:nvSpPr>
          <p:spPr>
            <a:xfrm>
              <a:off x="368612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h7286"/>
            <p:cNvSpPr/>
            <p:nvPr/>
          </p:nvSpPr>
          <p:spPr>
            <a:xfrm>
              <a:off x="369556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h7287"/>
            <p:cNvSpPr/>
            <p:nvPr/>
          </p:nvSpPr>
          <p:spPr>
            <a:xfrm>
              <a:off x="370500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h7288"/>
            <p:cNvSpPr/>
            <p:nvPr/>
          </p:nvSpPr>
          <p:spPr>
            <a:xfrm>
              <a:off x="371444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h7289"/>
            <p:cNvSpPr/>
            <p:nvPr/>
          </p:nvSpPr>
          <p:spPr>
            <a:xfrm>
              <a:off x="372388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h7290"/>
            <p:cNvSpPr/>
            <p:nvPr/>
          </p:nvSpPr>
          <p:spPr>
            <a:xfrm>
              <a:off x="373332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h7291"/>
            <p:cNvSpPr/>
            <p:nvPr/>
          </p:nvSpPr>
          <p:spPr>
            <a:xfrm>
              <a:off x="374276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h7292"/>
            <p:cNvSpPr/>
            <p:nvPr/>
          </p:nvSpPr>
          <p:spPr>
            <a:xfrm>
              <a:off x="375220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h7293"/>
            <p:cNvSpPr/>
            <p:nvPr/>
          </p:nvSpPr>
          <p:spPr>
            <a:xfrm>
              <a:off x="376164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h7294"/>
            <p:cNvSpPr/>
            <p:nvPr/>
          </p:nvSpPr>
          <p:spPr>
            <a:xfrm>
              <a:off x="377108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h7295"/>
            <p:cNvSpPr/>
            <p:nvPr/>
          </p:nvSpPr>
          <p:spPr>
            <a:xfrm>
              <a:off x="378052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h7296"/>
            <p:cNvSpPr/>
            <p:nvPr/>
          </p:nvSpPr>
          <p:spPr>
            <a:xfrm>
              <a:off x="378996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h7297"/>
            <p:cNvSpPr/>
            <p:nvPr/>
          </p:nvSpPr>
          <p:spPr>
            <a:xfrm>
              <a:off x="379940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h7298"/>
            <p:cNvSpPr/>
            <p:nvPr/>
          </p:nvSpPr>
          <p:spPr>
            <a:xfrm>
              <a:off x="380884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h7299"/>
            <p:cNvSpPr/>
            <p:nvPr/>
          </p:nvSpPr>
          <p:spPr>
            <a:xfrm>
              <a:off x="381828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h7300"/>
            <p:cNvSpPr/>
            <p:nvPr/>
          </p:nvSpPr>
          <p:spPr>
            <a:xfrm>
              <a:off x="382772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h7301"/>
            <p:cNvSpPr/>
            <p:nvPr/>
          </p:nvSpPr>
          <p:spPr>
            <a:xfrm>
              <a:off x="383716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h7302"/>
            <p:cNvSpPr/>
            <p:nvPr/>
          </p:nvSpPr>
          <p:spPr>
            <a:xfrm>
              <a:off x="384660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h7303"/>
            <p:cNvSpPr/>
            <p:nvPr/>
          </p:nvSpPr>
          <p:spPr>
            <a:xfrm>
              <a:off x="3856045" y="1201453"/>
              <a:ext cx="920431" cy="914400"/>
            </a:xfrm>
            <a:custGeom>
              <a:avLst/>
              <a:pathLst>
                <a:path w="9204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31" y="896830"/>
                  </a:lnTo>
                  <a:lnTo>
                    <a:pt x="919686" y="900602"/>
                  </a:lnTo>
                  <a:lnTo>
                    <a:pt x="917382" y="910633"/>
                  </a:lnTo>
                  <a:lnTo>
                    <a:pt x="916390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h7304"/>
            <p:cNvSpPr/>
            <p:nvPr/>
          </p:nvSpPr>
          <p:spPr>
            <a:xfrm>
              <a:off x="2052959" y="116631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76" y="931969"/>
                  </a:lnTo>
                  <a:lnTo>
                    <a:pt x="905003" y="925314"/>
                  </a:lnTo>
                  <a:lnTo>
                    <a:pt x="905353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h7305"/>
            <p:cNvSpPr/>
            <p:nvPr/>
          </p:nvSpPr>
          <p:spPr>
            <a:xfrm>
              <a:off x="205295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h7306"/>
            <p:cNvSpPr/>
            <p:nvPr/>
          </p:nvSpPr>
          <p:spPr>
            <a:xfrm>
              <a:off x="206239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h7307"/>
            <p:cNvSpPr/>
            <p:nvPr/>
          </p:nvSpPr>
          <p:spPr>
            <a:xfrm>
              <a:off x="207184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h7308"/>
            <p:cNvSpPr/>
            <p:nvPr/>
          </p:nvSpPr>
          <p:spPr>
            <a:xfrm>
              <a:off x="208128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h7309"/>
            <p:cNvSpPr/>
            <p:nvPr/>
          </p:nvSpPr>
          <p:spPr>
            <a:xfrm>
              <a:off x="209072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h7310"/>
            <p:cNvSpPr/>
            <p:nvPr/>
          </p:nvSpPr>
          <p:spPr>
            <a:xfrm>
              <a:off x="210016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h7311"/>
            <p:cNvSpPr/>
            <p:nvPr/>
          </p:nvSpPr>
          <p:spPr>
            <a:xfrm>
              <a:off x="210960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h7312"/>
            <p:cNvSpPr/>
            <p:nvPr/>
          </p:nvSpPr>
          <p:spPr>
            <a:xfrm>
              <a:off x="211904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h7313"/>
            <p:cNvSpPr/>
            <p:nvPr/>
          </p:nvSpPr>
          <p:spPr>
            <a:xfrm>
              <a:off x="212848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h7314"/>
            <p:cNvSpPr/>
            <p:nvPr/>
          </p:nvSpPr>
          <p:spPr>
            <a:xfrm>
              <a:off x="213792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h7315"/>
            <p:cNvSpPr/>
            <p:nvPr/>
          </p:nvSpPr>
          <p:spPr>
            <a:xfrm>
              <a:off x="214736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h7316"/>
            <p:cNvSpPr/>
            <p:nvPr/>
          </p:nvSpPr>
          <p:spPr>
            <a:xfrm>
              <a:off x="215680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h7317"/>
            <p:cNvSpPr/>
            <p:nvPr/>
          </p:nvSpPr>
          <p:spPr>
            <a:xfrm>
              <a:off x="216624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h7318"/>
            <p:cNvSpPr/>
            <p:nvPr/>
          </p:nvSpPr>
          <p:spPr>
            <a:xfrm>
              <a:off x="217568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h7319"/>
            <p:cNvSpPr/>
            <p:nvPr/>
          </p:nvSpPr>
          <p:spPr>
            <a:xfrm>
              <a:off x="218512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h7320"/>
            <p:cNvSpPr/>
            <p:nvPr/>
          </p:nvSpPr>
          <p:spPr>
            <a:xfrm>
              <a:off x="219456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h7321"/>
            <p:cNvSpPr/>
            <p:nvPr/>
          </p:nvSpPr>
          <p:spPr>
            <a:xfrm>
              <a:off x="220400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h7322"/>
            <p:cNvSpPr/>
            <p:nvPr/>
          </p:nvSpPr>
          <p:spPr>
            <a:xfrm>
              <a:off x="221344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h7323"/>
            <p:cNvSpPr/>
            <p:nvPr/>
          </p:nvSpPr>
          <p:spPr>
            <a:xfrm>
              <a:off x="222288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h7324"/>
            <p:cNvSpPr/>
            <p:nvPr/>
          </p:nvSpPr>
          <p:spPr>
            <a:xfrm>
              <a:off x="223232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h7325"/>
            <p:cNvSpPr/>
            <p:nvPr/>
          </p:nvSpPr>
          <p:spPr>
            <a:xfrm>
              <a:off x="224176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h7326"/>
            <p:cNvSpPr/>
            <p:nvPr/>
          </p:nvSpPr>
          <p:spPr>
            <a:xfrm>
              <a:off x="225120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h7327"/>
            <p:cNvSpPr/>
            <p:nvPr/>
          </p:nvSpPr>
          <p:spPr>
            <a:xfrm>
              <a:off x="226064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h7328"/>
            <p:cNvSpPr/>
            <p:nvPr/>
          </p:nvSpPr>
          <p:spPr>
            <a:xfrm>
              <a:off x="227008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h7329"/>
            <p:cNvSpPr/>
            <p:nvPr/>
          </p:nvSpPr>
          <p:spPr>
            <a:xfrm>
              <a:off x="227952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h7330"/>
            <p:cNvSpPr/>
            <p:nvPr/>
          </p:nvSpPr>
          <p:spPr>
            <a:xfrm>
              <a:off x="228896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h7331"/>
            <p:cNvSpPr/>
            <p:nvPr/>
          </p:nvSpPr>
          <p:spPr>
            <a:xfrm>
              <a:off x="229840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h7332"/>
            <p:cNvSpPr/>
            <p:nvPr/>
          </p:nvSpPr>
          <p:spPr>
            <a:xfrm>
              <a:off x="230784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h7333"/>
            <p:cNvSpPr/>
            <p:nvPr/>
          </p:nvSpPr>
          <p:spPr>
            <a:xfrm>
              <a:off x="231728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h7334"/>
            <p:cNvSpPr/>
            <p:nvPr/>
          </p:nvSpPr>
          <p:spPr>
            <a:xfrm>
              <a:off x="232672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h7335"/>
            <p:cNvSpPr/>
            <p:nvPr/>
          </p:nvSpPr>
          <p:spPr>
            <a:xfrm>
              <a:off x="233616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h7336"/>
            <p:cNvSpPr/>
            <p:nvPr/>
          </p:nvSpPr>
          <p:spPr>
            <a:xfrm>
              <a:off x="234560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h7337"/>
            <p:cNvSpPr/>
            <p:nvPr/>
          </p:nvSpPr>
          <p:spPr>
            <a:xfrm>
              <a:off x="235504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h7338"/>
            <p:cNvSpPr/>
            <p:nvPr/>
          </p:nvSpPr>
          <p:spPr>
            <a:xfrm>
              <a:off x="236448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h7339"/>
            <p:cNvSpPr/>
            <p:nvPr/>
          </p:nvSpPr>
          <p:spPr>
            <a:xfrm>
              <a:off x="237392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h7340"/>
            <p:cNvSpPr/>
            <p:nvPr/>
          </p:nvSpPr>
          <p:spPr>
            <a:xfrm>
              <a:off x="2392808" y="118388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681" y="896830"/>
                  </a:lnTo>
                  <a:lnTo>
                    <a:pt x="908111" y="898647"/>
                  </a:lnTo>
                  <a:lnTo>
                    <a:pt x="912716" y="905164"/>
                  </a:lnTo>
                  <a:lnTo>
                    <a:pt x="914400" y="90781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h7341"/>
            <p:cNvSpPr/>
            <p:nvPr/>
          </p:nvSpPr>
          <p:spPr>
            <a:xfrm>
              <a:off x="2392808" y="1183884"/>
              <a:ext cx="918450" cy="914400"/>
            </a:xfrm>
            <a:custGeom>
              <a:avLst/>
              <a:pathLst>
                <a:path w="918450" h="914400">
                  <a:moveTo>
                    <a:pt x="914400" y="914400"/>
                  </a:moveTo>
                  <a:lnTo>
                    <a:pt x="914400" y="907810"/>
                  </a:lnTo>
                  <a:lnTo>
                    <a:pt x="917136" y="912111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h7342"/>
            <p:cNvSpPr/>
            <p:nvPr/>
          </p:nvSpPr>
          <p:spPr>
            <a:xfrm>
              <a:off x="3459555" y="118388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295" y="914400"/>
                  </a:lnTo>
                  <a:lnTo>
                    <a:pt x="913515" y="913059"/>
                  </a:lnTo>
                  <a:lnTo>
                    <a:pt x="914400" y="908554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h7343"/>
            <p:cNvSpPr/>
            <p:nvPr/>
          </p:nvSpPr>
          <p:spPr>
            <a:xfrm>
              <a:off x="3468995" y="116631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123"/>
                  </a:lnTo>
                  <a:lnTo>
                    <a:pt x="906141" y="920104"/>
                  </a:lnTo>
                  <a:lnTo>
                    <a:pt x="907449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h7344"/>
            <p:cNvSpPr/>
            <p:nvPr/>
          </p:nvSpPr>
          <p:spPr>
            <a:xfrm>
              <a:off x="346899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h7345"/>
            <p:cNvSpPr/>
            <p:nvPr/>
          </p:nvSpPr>
          <p:spPr>
            <a:xfrm>
              <a:off x="347843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h7346"/>
            <p:cNvSpPr/>
            <p:nvPr/>
          </p:nvSpPr>
          <p:spPr>
            <a:xfrm>
              <a:off x="348787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h7347"/>
            <p:cNvSpPr/>
            <p:nvPr/>
          </p:nvSpPr>
          <p:spPr>
            <a:xfrm>
              <a:off x="349731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h7348"/>
            <p:cNvSpPr/>
            <p:nvPr/>
          </p:nvSpPr>
          <p:spPr>
            <a:xfrm>
              <a:off x="350675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h7349"/>
            <p:cNvSpPr/>
            <p:nvPr/>
          </p:nvSpPr>
          <p:spPr>
            <a:xfrm>
              <a:off x="351619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h7350"/>
            <p:cNvSpPr/>
            <p:nvPr/>
          </p:nvSpPr>
          <p:spPr>
            <a:xfrm>
              <a:off x="352563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h7351"/>
            <p:cNvSpPr/>
            <p:nvPr/>
          </p:nvSpPr>
          <p:spPr>
            <a:xfrm>
              <a:off x="353507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h7352"/>
            <p:cNvSpPr/>
            <p:nvPr/>
          </p:nvSpPr>
          <p:spPr>
            <a:xfrm>
              <a:off x="354451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h7353"/>
            <p:cNvSpPr/>
            <p:nvPr/>
          </p:nvSpPr>
          <p:spPr>
            <a:xfrm>
              <a:off x="355395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h7354"/>
            <p:cNvSpPr/>
            <p:nvPr/>
          </p:nvSpPr>
          <p:spPr>
            <a:xfrm>
              <a:off x="356339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h7355"/>
            <p:cNvSpPr/>
            <p:nvPr/>
          </p:nvSpPr>
          <p:spPr>
            <a:xfrm>
              <a:off x="357283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h7356"/>
            <p:cNvSpPr/>
            <p:nvPr/>
          </p:nvSpPr>
          <p:spPr>
            <a:xfrm>
              <a:off x="358227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h7357"/>
            <p:cNvSpPr/>
            <p:nvPr/>
          </p:nvSpPr>
          <p:spPr>
            <a:xfrm>
              <a:off x="359171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h7358"/>
            <p:cNvSpPr/>
            <p:nvPr/>
          </p:nvSpPr>
          <p:spPr>
            <a:xfrm>
              <a:off x="360115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h7359"/>
            <p:cNvSpPr/>
            <p:nvPr/>
          </p:nvSpPr>
          <p:spPr>
            <a:xfrm>
              <a:off x="361059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h7360"/>
            <p:cNvSpPr/>
            <p:nvPr/>
          </p:nvSpPr>
          <p:spPr>
            <a:xfrm>
              <a:off x="362003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h7361"/>
            <p:cNvSpPr/>
            <p:nvPr/>
          </p:nvSpPr>
          <p:spPr>
            <a:xfrm>
              <a:off x="362947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h7362"/>
            <p:cNvSpPr/>
            <p:nvPr/>
          </p:nvSpPr>
          <p:spPr>
            <a:xfrm>
              <a:off x="363891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h7363"/>
            <p:cNvSpPr/>
            <p:nvPr/>
          </p:nvSpPr>
          <p:spPr>
            <a:xfrm>
              <a:off x="364836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h7364"/>
            <p:cNvSpPr/>
            <p:nvPr/>
          </p:nvSpPr>
          <p:spPr>
            <a:xfrm>
              <a:off x="365780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h7365"/>
            <p:cNvSpPr/>
            <p:nvPr/>
          </p:nvSpPr>
          <p:spPr>
            <a:xfrm>
              <a:off x="366724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h7366"/>
            <p:cNvSpPr/>
            <p:nvPr/>
          </p:nvSpPr>
          <p:spPr>
            <a:xfrm>
              <a:off x="367668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h7367"/>
            <p:cNvSpPr/>
            <p:nvPr/>
          </p:nvSpPr>
          <p:spPr>
            <a:xfrm>
              <a:off x="368612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h7368"/>
            <p:cNvSpPr/>
            <p:nvPr/>
          </p:nvSpPr>
          <p:spPr>
            <a:xfrm>
              <a:off x="369556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h7369"/>
            <p:cNvSpPr/>
            <p:nvPr/>
          </p:nvSpPr>
          <p:spPr>
            <a:xfrm>
              <a:off x="370500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h7370"/>
            <p:cNvSpPr/>
            <p:nvPr/>
          </p:nvSpPr>
          <p:spPr>
            <a:xfrm>
              <a:off x="371444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h7371"/>
            <p:cNvSpPr/>
            <p:nvPr/>
          </p:nvSpPr>
          <p:spPr>
            <a:xfrm>
              <a:off x="372388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h7372"/>
            <p:cNvSpPr/>
            <p:nvPr/>
          </p:nvSpPr>
          <p:spPr>
            <a:xfrm>
              <a:off x="373332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h7373"/>
            <p:cNvSpPr/>
            <p:nvPr/>
          </p:nvSpPr>
          <p:spPr>
            <a:xfrm>
              <a:off x="374276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h7374"/>
            <p:cNvSpPr/>
            <p:nvPr/>
          </p:nvSpPr>
          <p:spPr>
            <a:xfrm>
              <a:off x="375220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h7375"/>
            <p:cNvSpPr/>
            <p:nvPr/>
          </p:nvSpPr>
          <p:spPr>
            <a:xfrm>
              <a:off x="376164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h7376"/>
            <p:cNvSpPr/>
            <p:nvPr/>
          </p:nvSpPr>
          <p:spPr>
            <a:xfrm>
              <a:off x="377108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h7377"/>
            <p:cNvSpPr/>
            <p:nvPr/>
          </p:nvSpPr>
          <p:spPr>
            <a:xfrm>
              <a:off x="378052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h7378"/>
            <p:cNvSpPr/>
            <p:nvPr/>
          </p:nvSpPr>
          <p:spPr>
            <a:xfrm>
              <a:off x="378996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h7379"/>
            <p:cNvSpPr/>
            <p:nvPr/>
          </p:nvSpPr>
          <p:spPr>
            <a:xfrm>
              <a:off x="379940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h7380"/>
            <p:cNvSpPr/>
            <p:nvPr/>
          </p:nvSpPr>
          <p:spPr>
            <a:xfrm>
              <a:off x="380884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h7381"/>
            <p:cNvSpPr/>
            <p:nvPr/>
          </p:nvSpPr>
          <p:spPr>
            <a:xfrm>
              <a:off x="381828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h7382"/>
            <p:cNvSpPr/>
            <p:nvPr/>
          </p:nvSpPr>
          <p:spPr>
            <a:xfrm>
              <a:off x="382772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h7383"/>
            <p:cNvSpPr/>
            <p:nvPr/>
          </p:nvSpPr>
          <p:spPr>
            <a:xfrm>
              <a:off x="383716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h7384"/>
            <p:cNvSpPr/>
            <p:nvPr/>
          </p:nvSpPr>
          <p:spPr>
            <a:xfrm>
              <a:off x="384660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h7385"/>
            <p:cNvSpPr/>
            <p:nvPr/>
          </p:nvSpPr>
          <p:spPr>
            <a:xfrm>
              <a:off x="3856045" y="1183884"/>
              <a:ext cx="923548" cy="914400"/>
            </a:xfrm>
            <a:custGeom>
              <a:avLst/>
              <a:pathLst>
                <a:path w="9235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548" y="896830"/>
                  </a:lnTo>
                  <a:lnTo>
                    <a:pt x="923444" y="897513"/>
                  </a:lnTo>
                  <a:lnTo>
                    <a:pt x="921709" y="907933"/>
                  </a:lnTo>
                  <a:lnTo>
                    <a:pt x="920431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h7386"/>
            <p:cNvSpPr/>
            <p:nvPr/>
          </p:nvSpPr>
          <p:spPr>
            <a:xfrm>
              <a:off x="2052959" y="114874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56" y="931865"/>
                  </a:lnTo>
                  <a:lnTo>
                    <a:pt x="906019" y="920896"/>
                  </a:lnTo>
                  <a:lnTo>
                    <a:pt x="906598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h7387"/>
            <p:cNvSpPr/>
            <p:nvPr/>
          </p:nvSpPr>
          <p:spPr>
            <a:xfrm>
              <a:off x="205295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h7388"/>
            <p:cNvSpPr/>
            <p:nvPr/>
          </p:nvSpPr>
          <p:spPr>
            <a:xfrm>
              <a:off x="206239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h7389"/>
            <p:cNvSpPr/>
            <p:nvPr/>
          </p:nvSpPr>
          <p:spPr>
            <a:xfrm>
              <a:off x="207184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h7390"/>
            <p:cNvSpPr/>
            <p:nvPr/>
          </p:nvSpPr>
          <p:spPr>
            <a:xfrm>
              <a:off x="208128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h7391"/>
            <p:cNvSpPr/>
            <p:nvPr/>
          </p:nvSpPr>
          <p:spPr>
            <a:xfrm>
              <a:off x="209072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h7392"/>
            <p:cNvSpPr/>
            <p:nvPr/>
          </p:nvSpPr>
          <p:spPr>
            <a:xfrm>
              <a:off x="210016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h7393"/>
            <p:cNvSpPr/>
            <p:nvPr/>
          </p:nvSpPr>
          <p:spPr>
            <a:xfrm>
              <a:off x="210960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h7394"/>
            <p:cNvSpPr/>
            <p:nvPr/>
          </p:nvSpPr>
          <p:spPr>
            <a:xfrm>
              <a:off x="211904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h7395"/>
            <p:cNvSpPr/>
            <p:nvPr/>
          </p:nvSpPr>
          <p:spPr>
            <a:xfrm>
              <a:off x="212848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h7396"/>
            <p:cNvSpPr/>
            <p:nvPr/>
          </p:nvSpPr>
          <p:spPr>
            <a:xfrm>
              <a:off x="213792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h7397"/>
            <p:cNvSpPr/>
            <p:nvPr/>
          </p:nvSpPr>
          <p:spPr>
            <a:xfrm>
              <a:off x="214736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h7398"/>
            <p:cNvSpPr/>
            <p:nvPr/>
          </p:nvSpPr>
          <p:spPr>
            <a:xfrm>
              <a:off x="215680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h7399"/>
            <p:cNvSpPr/>
            <p:nvPr/>
          </p:nvSpPr>
          <p:spPr>
            <a:xfrm>
              <a:off x="216624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h7400"/>
            <p:cNvSpPr/>
            <p:nvPr/>
          </p:nvSpPr>
          <p:spPr>
            <a:xfrm>
              <a:off x="217568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h7401"/>
            <p:cNvSpPr/>
            <p:nvPr/>
          </p:nvSpPr>
          <p:spPr>
            <a:xfrm>
              <a:off x="218512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h7402"/>
            <p:cNvSpPr/>
            <p:nvPr/>
          </p:nvSpPr>
          <p:spPr>
            <a:xfrm>
              <a:off x="219456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h7403"/>
            <p:cNvSpPr/>
            <p:nvPr/>
          </p:nvSpPr>
          <p:spPr>
            <a:xfrm>
              <a:off x="220400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h7404"/>
            <p:cNvSpPr/>
            <p:nvPr/>
          </p:nvSpPr>
          <p:spPr>
            <a:xfrm>
              <a:off x="221344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h7405"/>
            <p:cNvSpPr/>
            <p:nvPr/>
          </p:nvSpPr>
          <p:spPr>
            <a:xfrm>
              <a:off x="222288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h7406"/>
            <p:cNvSpPr/>
            <p:nvPr/>
          </p:nvSpPr>
          <p:spPr>
            <a:xfrm>
              <a:off x="223232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h7407"/>
            <p:cNvSpPr/>
            <p:nvPr/>
          </p:nvSpPr>
          <p:spPr>
            <a:xfrm>
              <a:off x="224176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h7408"/>
            <p:cNvSpPr/>
            <p:nvPr/>
          </p:nvSpPr>
          <p:spPr>
            <a:xfrm>
              <a:off x="225120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h7409"/>
            <p:cNvSpPr/>
            <p:nvPr/>
          </p:nvSpPr>
          <p:spPr>
            <a:xfrm>
              <a:off x="226064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h7410"/>
            <p:cNvSpPr/>
            <p:nvPr/>
          </p:nvSpPr>
          <p:spPr>
            <a:xfrm>
              <a:off x="227008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h7411"/>
            <p:cNvSpPr/>
            <p:nvPr/>
          </p:nvSpPr>
          <p:spPr>
            <a:xfrm>
              <a:off x="227952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h7412"/>
            <p:cNvSpPr/>
            <p:nvPr/>
          </p:nvSpPr>
          <p:spPr>
            <a:xfrm>
              <a:off x="228896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h7413"/>
            <p:cNvSpPr/>
            <p:nvPr/>
          </p:nvSpPr>
          <p:spPr>
            <a:xfrm>
              <a:off x="229840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h7414"/>
            <p:cNvSpPr/>
            <p:nvPr/>
          </p:nvSpPr>
          <p:spPr>
            <a:xfrm>
              <a:off x="230784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h7415"/>
            <p:cNvSpPr/>
            <p:nvPr/>
          </p:nvSpPr>
          <p:spPr>
            <a:xfrm>
              <a:off x="231728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h7416"/>
            <p:cNvSpPr/>
            <p:nvPr/>
          </p:nvSpPr>
          <p:spPr>
            <a:xfrm>
              <a:off x="232672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h7417"/>
            <p:cNvSpPr/>
            <p:nvPr/>
          </p:nvSpPr>
          <p:spPr>
            <a:xfrm>
              <a:off x="233616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h7418"/>
            <p:cNvSpPr/>
            <p:nvPr/>
          </p:nvSpPr>
          <p:spPr>
            <a:xfrm>
              <a:off x="234560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h7419"/>
            <p:cNvSpPr/>
            <p:nvPr/>
          </p:nvSpPr>
          <p:spPr>
            <a:xfrm>
              <a:off x="235504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h7420"/>
            <p:cNvSpPr/>
            <p:nvPr/>
          </p:nvSpPr>
          <p:spPr>
            <a:xfrm>
              <a:off x="2373927" y="116631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99" y="896830"/>
                  </a:lnTo>
                  <a:lnTo>
                    <a:pt x="912191" y="899402"/>
                  </a:lnTo>
                  <a:lnTo>
                    <a:pt x="914400" y="901632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h7421"/>
            <p:cNvSpPr/>
            <p:nvPr/>
          </p:nvSpPr>
          <p:spPr>
            <a:xfrm>
              <a:off x="2383368" y="116631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1632"/>
                  </a:lnTo>
                  <a:lnTo>
                    <a:pt x="907836" y="904535"/>
                  </a:lnTo>
                  <a:lnTo>
                    <a:pt x="912774" y="910145"/>
                  </a:lnTo>
                  <a:lnTo>
                    <a:pt x="914399" y="912211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h7422"/>
            <p:cNvSpPr/>
            <p:nvPr/>
          </p:nvSpPr>
          <p:spPr>
            <a:xfrm>
              <a:off x="2383368" y="1166314"/>
              <a:ext cx="916122" cy="914400"/>
            </a:xfrm>
            <a:custGeom>
              <a:avLst/>
              <a:pathLst>
                <a:path w="916122" h="914400">
                  <a:moveTo>
                    <a:pt x="914399" y="914400"/>
                  </a:moveTo>
                  <a:lnTo>
                    <a:pt x="914399" y="912211"/>
                  </a:lnTo>
                  <a:lnTo>
                    <a:pt x="916122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h7423"/>
            <p:cNvSpPr/>
            <p:nvPr/>
          </p:nvSpPr>
          <p:spPr>
            <a:xfrm>
              <a:off x="3468995" y="114874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449" y="931969"/>
                  </a:lnTo>
                  <a:lnTo>
                    <a:pt x="908504" y="927369"/>
                  </a:lnTo>
                  <a:lnTo>
                    <a:pt x="911159" y="917312"/>
                  </a:lnTo>
                  <a:lnTo>
                    <a:pt x="912034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h7424"/>
            <p:cNvSpPr/>
            <p:nvPr/>
          </p:nvSpPr>
          <p:spPr>
            <a:xfrm>
              <a:off x="346899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h7425"/>
            <p:cNvSpPr/>
            <p:nvPr/>
          </p:nvSpPr>
          <p:spPr>
            <a:xfrm>
              <a:off x="347843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h7426"/>
            <p:cNvSpPr/>
            <p:nvPr/>
          </p:nvSpPr>
          <p:spPr>
            <a:xfrm>
              <a:off x="348787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h7427"/>
            <p:cNvSpPr/>
            <p:nvPr/>
          </p:nvSpPr>
          <p:spPr>
            <a:xfrm>
              <a:off x="349731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h7428"/>
            <p:cNvSpPr/>
            <p:nvPr/>
          </p:nvSpPr>
          <p:spPr>
            <a:xfrm>
              <a:off x="350675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h7429"/>
            <p:cNvSpPr/>
            <p:nvPr/>
          </p:nvSpPr>
          <p:spPr>
            <a:xfrm>
              <a:off x="351619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h7430"/>
            <p:cNvSpPr/>
            <p:nvPr/>
          </p:nvSpPr>
          <p:spPr>
            <a:xfrm>
              <a:off x="352563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h7431"/>
            <p:cNvSpPr/>
            <p:nvPr/>
          </p:nvSpPr>
          <p:spPr>
            <a:xfrm>
              <a:off x="353507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h7432"/>
            <p:cNvSpPr/>
            <p:nvPr/>
          </p:nvSpPr>
          <p:spPr>
            <a:xfrm>
              <a:off x="354451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h7433"/>
            <p:cNvSpPr/>
            <p:nvPr/>
          </p:nvSpPr>
          <p:spPr>
            <a:xfrm>
              <a:off x="355395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h7434"/>
            <p:cNvSpPr/>
            <p:nvPr/>
          </p:nvSpPr>
          <p:spPr>
            <a:xfrm>
              <a:off x="356339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h7435"/>
            <p:cNvSpPr/>
            <p:nvPr/>
          </p:nvSpPr>
          <p:spPr>
            <a:xfrm>
              <a:off x="357283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h7436"/>
            <p:cNvSpPr/>
            <p:nvPr/>
          </p:nvSpPr>
          <p:spPr>
            <a:xfrm>
              <a:off x="358227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h7437"/>
            <p:cNvSpPr/>
            <p:nvPr/>
          </p:nvSpPr>
          <p:spPr>
            <a:xfrm>
              <a:off x="359171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h7438"/>
            <p:cNvSpPr/>
            <p:nvPr/>
          </p:nvSpPr>
          <p:spPr>
            <a:xfrm>
              <a:off x="360115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h7439"/>
            <p:cNvSpPr/>
            <p:nvPr/>
          </p:nvSpPr>
          <p:spPr>
            <a:xfrm>
              <a:off x="361059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h7440"/>
            <p:cNvSpPr/>
            <p:nvPr/>
          </p:nvSpPr>
          <p:spPr>
            <a:xfrm>
              <a:off x="362003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h7441"/>
            <p:cNvSpPr/>
            <p:nvPr/>
          </p:nvSpPr>
          <p:spPr>
            <a:xfrm>
              <a:off x="362947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h7442"/>
            <p:cNvSpPr/>
            <p:nvPr/>
          </p:nvSpPr>
          <p:spPr>
            <a:xfrm>
              <a:off x="363891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h7443"/>
            <p:cNvSpPr/>
            <p:nvPr/>
          </p:nvSpPr>
          <p:spPr>
            <a:xfrm>
              <a:off x="364836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h7444"/>
            <p:cNvSpPr/>
            <p:nvPr/>
          </p:nvSpPr>
          <p:spPr>
            <a:xfrm>
              <a:off x="365780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h7445"/>
            <p:cNvSpPr/>
            <p:nvPr/>
          </p:nvSpPr>
          <p:spPr>
            <a:xfrm>
              <a:off x="366724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h7446"/>
            <p:cNvSpPr/>
            <p:nvPr/>
          </p:nvSpPr>
          <p:spPr>
            <a:xfrm>
              <a:off x="367668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h7447"/>
            <p:cNvSpPr/>
            <p:nvPr/>
          </p:nvSpPr>
          <p:spPr>
            <a:xfrm>
              <a:off x="368612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h7448"/>
            <p:cNvSpPr/>
            <p:nvPr/>
          </p:nvSpPr>
          <p:spPr>
            <a:xfrm>
              <a:off x="369556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h7449"/>
            <p:cNvSpPr/>
            <p:nvPr/>
          </p:nvSpPr>
          <p:spPr>
            <a:xfrm>
              <a:off x="370500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h7450"/>
            <p:cNvSpPr/>
            <p:nvPr/>
          </p:nvSpPr>
          <p:spPr>
            <a:xfrm>
              <a:off x="371444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h7451"/>
            <p:cNvSpPr/>
            <p:nvPr/>
          </p:nvSpPr>
          <p:spPr>
            <a:xfrm>
              <a:off x="372388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h7452"/>
            <p:cNvSpPr/>
            <p:nvPr/>
          </p:nvSpPr>
          <p:spPr>
            <a:xfrm>
              <a:off x="373332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h7453"/>
            <p:cNvSpPr/>
            <p:nvPr/>
          </p:nvSpPr>
          <p:spPr>
            <a:xfrm>
              <a:off x="374276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h7454"/>
            <p:cNvSpPr/>
            <p:nvPr/>
          </p:nvSpPr>
          <p:spPr>
            <a:xfrm>
              <a:off x="375220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h7455"/>
            <p:cNvSpPr/>
            <p:nvPr/>
          </p:nvSpPr>
          <p:spPr>
            <a:xfrm>
              <a:off x="376164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h7456"/>
            <p:cNvSpPr/>
            <p:nvPr/>
          </p:nvSpPr>
          <p:spPr>
            <a:xfrm>
              <a:off x="377108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h7457"/>
            <p:cNvSpPr/>
            <p:nvPr/>
          </p:nvSpPr>
          <p:spPr>
            <a:xfrm>
              <a:off x="378052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h7458"/>
            <p:cNvSpPr/>
            <p:nvPr/>
          </p:nvSpPr>
          <p:spPr>
            <a:xfrm>
              <a:off x="378996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h7459"/>
            <p:cNvSpPr/>
            <p:nvPr/>
          </p:nvSpPr>
          <p:spPr>
            <a:xfrm>
              <a:off x="379940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h7460"/>
            <p:cNvSpPr/>
            <p:nvPr/>
          </p:nvSpPr>
          <p:spPr>
            <a:xfrm>
              <a:off x="380884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h7461"/>
            <p:cNvSpPr/>
            <p:nvPr/>
          </p:nvSpPr>
          <p:spPr>
            <a:xfrm>
              <a:off x="381828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h7462"/>
            <p:cNvSpPr/>
            <p:nvPr/>
          </p:nvSpPr>
          <p:spPr>
            <a:xfrm>
              <a:off x="382772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h7463"/>
            <p:cNvSpPr/>
            <p:nvPr/>
          </p:nvSpPr>
          <p:spPr>
            <a:xfrm>
              <a:off x="383716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h7464"/>
            <p:cNvSpPr/>
            <p:nvPr/>
          </p:nvSpPr>
          <p:spPr>
            <a:xfrm>
              <a:off x="384660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h7465"/>
            <p:cNvSpPr/>
            <p:nvPr/>
          </p:nvSpPr>
          <p:spPr>
            <a:xfrm>
              <a:off x="3856045" y="116631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71"/>
                  </a:lnTo>
                  <a:lnTo>
                    <a:pt x="92354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h7466"/>
            <p:cNvSpPr/>
            <p:nvPr/>
          </p:nvSpPr>
          <p:spPr>
            <a:xfrm>
              <a:off x="3865485" y="1148744"/>
              <a:ext cx="916772" cy="930041"/>
            </a:xfrm>
            <a:custGeom>
              <a:avLst/>
              <a:pathLst>
                <a:path w="916772" h="930041">
                  <a:moveTo>
                    <a:pt x="914400" y="914400"/>
                  </a:moveTo>
                  <a:lnTo>
                    <a:pt x="916772" y="914400"/>
                  </a:lnTo>
                  <a:lnTo>
                    <a:pt x="916334" y="917284"/>
                  </a:lnTo>
                  <a:lnTo>
                    <a:pt x="915868" y="920355"/>
                  </a:lnTo>
                  <a:lnTo>
                    <a:pt x="915402" y="923426"/>
                  </a:lnTo>
                  <a:lnTo>
                    <a:pt x="914936" y="926497"/>
                  </a:lnTo>
                  <a:lnTo>
                    <a:pt x="914471" y="929568"/>
                  </a:lnTo>
                  <a:lnTo>
                    <a:pt x="914400" y="930041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h7467"/>
            <p:cNvSpPr/>
            <p:nvPr/>
          </p:nvSpPr>
          <p:spPr>
            <a:xfrm>
              <a:off x="2052959" y="113117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98" y="931969"/>
                  </a:lnTo>
                  <a:lnTo>
                    <a:pt x="906990" y="927576"/>
                  </a:lnTo>
                  <a:lnTo>
                    <a:pt x="908265" y="916797"/>
                  </a:lnTo>
                  <a:lnTo>
                    <a:pt x="908621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h7468"/>
            <p:cNvSpPr/>
            <p:nvPr/>
          </p:nvSpPr>
          <p:spPr>
            <a:xfrm>
              <a:off x="205295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h7469"/>
            <p:cNvSpPr/>
            <p:nvPr/>
          </p:nvSpPr>
          <p:spPr>
            <a:xfrm>
              <a:off x="206239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h7470"/>
            <p:cNvSpPr/>
            <p:nvPr/>
          </p:nvSpPr>
          <p:spPr>
            <a:xfrm>
              <a:off x="207184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h7471"/>
            <p:cNvSpPr/>
            <p:nvPr/>
          </p:nvSpPr>
          <p:spPr>
            <a:xfrm>
              <a:off x="208128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h7472"/>
            <p:cNvSpPr/>
            <p:nvPr/>
          </p:nvSpPr>
          <p:spPr>
            <a:xfrm>
              <a:off x="209072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h7473"/>
            <p:cNvSpPr/>
            <p:nvPr/>
          </p:nvSpPr>
          <p:spPr>
            <a:xfrm>
              <a:off x="210016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h7474"/>
            <p:cNvSpPr/>
            <p:nvPr/>
          </p:nvSpPr>
          <p:spPr>
            <a:xfrm>
              <a:off x="210960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h7475"/>
            <p:cNvSpPr/>
            <p:nvPr/>
          </p:nvSpPr>
          <p:spPr>
            <a:xfrm>
              <a:off x="211904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h7476"/>
            <p:cNvSpPr/>
            <p:nvPr/>
          </p:nvSpPr>
          <p:spPr>
            <a:xfrm>
              <a:off x="212848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h7477"/>
            <p:cNvSpPr/>
            <p:nvPr/>
          </p:nvSpPr>
          <p:spPr>
            <a:xfrm>
              <a:off x="213792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h7478"/>
            <p:cNvSpPr/>
            <p:nvPr/>
          </p:nvSpPr>
          <p:spPr>
            <a:xfrm>
              <a:off x="214736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h7479"/>
            <p:cNvSpPr/>
            <p:nvPr/>
          </p:nvSpPr>
          <p:spPr>
            <a:xfrm>
              <a:off x="215680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h7480"/>
            <p:cNvSpPr/>
            <p:nvPr/>
          </p:nvSpPr>
          <p:spPr>
            <a:xfrm>
              <a:off x="216624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h7481"/>
            <p:cNvSpPr/>
            <p:nvPr/>
          </p:nvSpPr>
          <p:spPr>
            <a:xfrm>
              <a:off x="217568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h7482"/>
            <p:cNvSpPr/>
            <p:nvPr/>
          </p:nvSpPr>
          <p:spPr>
            <a:xfrm>
              <a:off x="218512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h7483"/>
            <p:cNvSpPr/>
            <p:nvPr/>
          </p:nvSpPr>
          <p:spPr>
            <a:xfrm>
              <a:off x="219456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h7484"/>
            <p:cNvSpPr/>
            <p:nvPr/>
          </p:nvSpPr>
          <p:spPr>
            <a:xfrm>
              <a:off x="220400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h7485"/>
            <p:cNvSpPr/>
            <p:nvPr/>
          </p:nvSpPr>
          <p:spPr>
            <a:xfrm>
              <a:off x="221344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h7486"/>
            <p:cNvSpPr/>
            <p:nvPr/>
          </p:nvSpPr>
          <p:spPr>
            <a:xfrm>
              <a:off x="222288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h7487"/>
            <p:cNvSpPr/>
            <p:nvPr/>
          </p:nvSpPr>
          <p:spPr>
            <a:xfrm>
              <a:off x="223232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h7488"/>
            <p:cNvSpPr/>
            <p:nvPr/>
          </p:nvSpPr>
          <p:spPr>
            <a:xfrm>
              <a:off x="224176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h7489"/>
            <p:cNvSpPr/>
            <p:nvPr/>
          </p:nvSpPr>
          <p:spPr>
            <a:xfrm>
              <a:off x="225120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h7490"/>
            <p:cNvSpPr/>
            <p:nvPr/>
          </p:nvSpPr>
          <p:spPr>
            <a:xfrm>
              <a:off x="226064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h7491"/>
            <p:cNvSpPr/>
            <p:nvPr/>
          </p:nvSpPr>
          <p:spPr>
            <a:xfrm>
              <a:off x="227008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h7492"/>
            <p:cNvSpPr/>
            <p:nvPr/>
          </p:nvSpPr>
          <p:spPr>
            <a:xfrm>
              <a:off x="227952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h7493"/>
            <p:cNvSpPr/>
            <p:nvPr/>
          </p:nvSpPr>
          <p:spPr>
            <a:xfrm>
              <a:off x="228896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h7494"/>
            <p:cNvSpPr/>
            <p:nvPr/>
          </p:nvSpPr>
          <p:spPr>
            <a:xfrm>
              <a:off x="229840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h7495"/>
            <p:cNvSpPr/>
            <p:nvPr/>
          </p:nvSpPr>
          <p:spPr>
            <a:xfrm>
              <a:off x="230784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h7496"/>
            <p:cNvSpPr/>
            <p:nvPr/>
          </p:nvSpPr>
          <p:spPr>
            <a:xfrm>
              <a:off x="231728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h7497"/>
            <p:cNvSpPr/>
            <p:nvPr/>
          </p:nvSpPr>
          <p:spPr>
            <a:xfrm>
              <a:off x="232672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h7498"/>
            <p:cNvSpPr/>
            <p:nvPr/>
          </p:nvSpPr>
          <p:spPr>
            <a:xfrm>
              <a:off x="2345607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669" y="896838"/>
                  </a:lnTo>
                  <a:lnTo>
                    <a:pt x="913349" y="898877"/>
                  </a:lnTo>
                  <a:lnTo>
                    <a:pt x="914400" y="89935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h7499"/>
            <p:cNvSpPr/>
            <p:nvPr/>
          </p:nvSpPr>
          <p:spPr>
            <a:xfrm>
              <a:off x="2355047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58"/>
                  </a:lnTo>
                  <a:lnTo>
                    <a:pt x="909526" y="901452"/>
                  </a:lnTo>
                  <a:lnTo>
                    <a:pt x="914400" y="904186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h7500"/>
            <p:cNvSpPr/>
            <p:nvPr/>
          </p:nvSpPr>
          <p:spPr>
            <a:xfrm>
              <a:off x="2364487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186"/>
                  </a:lnTo>
                  <a:lnTo>
                    <a:pt x="905625" y="904559"/>
                  </a:lnTo>
                  <a:lnTo>
                    <a:pt x="911071" y="908187"/>
                  </a:lnTo>
                  <a:lnTo>
                    <a:pt x="914400" y="91076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h7501"/>
            <p:cNvSpPr/>
            <p:nvPr/>
          </p:nvSpPr>
          <p:spPr>
            <a:xfrm>
              <a:off x="2364487" y="1148744"/>
              <a:ext cx="918739" cy="914400"/>
            </a:xfrm>
            <a:custGeom>
              <a:avLst/>
              <a:pathLst>
                <a:path w="918739" h="914400">
                  <a:moveTo>
                    <a:pt x="914400" y="914400"/>
                  </a:moveTo>
                  <a:lnTo>
                    <a:pt x="914400" y="910768"/>
                  </a:lnTo>
                  <a:lnTo>
                    <a:pt x="916411" y="912329"/>
                  </a:lnTo>
                  <a:lnTo>
                    <a:pt x="918739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h7502"/>
            <p:cNvSpPr/>
            <p:nvPr/>
          </p:nvSpPr>
          <p:spPr>
            <a:xfrm>
              <a:off x="3468995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34" y="914400"/>
                  </a:lnTo>
                  <a:lnTo>
                    <a:pt x="914096" y="907532"/>
                  </a:lnTo>
                  <a:lnTo>
                    <a:pt x="914400" y="906637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h7503"/>
            <p:cNvSpPr/>
            <p:nvPr/>
          </p:nvSpPr>
          <p:spPr>
            <a:xfrm>
              <a:off x="3478435" y="113117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207"/>
                  </a:lnTo>
                  <a:lnTo>
                    <a:pt x="907869" y="915625"/>
                  </a:lnTo>
                  <a:lnTo>
                    <a:pt x="908335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h7504"/>
            <p:cNvSpPr/>
            <p:nvPr/>
          </p:nvSpPr>
          <p:spPr>
            <a:xfrm>
              <a:off x="347843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h7505"/>
            <p:cNvSpPr/>
            <p:nvPr/>
          </p:nvSpPr>
          <p:spPr>
            <a:xfrm>
              <a:off x="348787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h7506"/>
            <p:cNvSpPr/>
            <p:nvPr/>
          </p:nvSpPr>
          <p:spPr>
            <a:xfrm>
              <a:off x="349731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h7507"/>
            <p:cNvSpPr/>
            <p:nvPr/>
          </p:nvSpPr>
          <p:spPr>
            <a:xfrm>
              <a:off x="350675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h7508"/>
            <p:cNvSpPr/>
            <p:nvPr/>
          </p:nvSpPr>
          <p:spPr>
            <a:xfrm>
              <a:off x="351619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h7509"/>
            <p:cNvSpPr/>
            <p:nvPr/>
          </p:nvSpPr>
          <p:spPr>
            <a:xfrm>
              <a:off x="352563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h7510"/>
            <p:cNvSpPr/>
            <p:nvPr/>
          </p:nvSpPr>
          <p:spPr>
            <a:xfrm>
              <a:off x="353507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h7511"/>
            <p:cNvSpPr/>
            <p:nvPr/>
          </p:nvSpPr>
          <p:spPr>
            <a:xfrm>
              <a:off x="354451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h7512"/>
            <p:cNvSpPr/>
            <p:nvPr/>
          </p:nvSpPr>
          <p:spPr>
            <a:xfrm>
              <a:off x="355395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h7513"/>
            <p:cNvSpPr/>
            <p:nvPr/>
          </p:nvSpPr>
          <p:spPr>
            <a:xfrm>
              <a:off x="356339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h7514"/>
            <p:cNvSpPr/>
            <p:nvPr/>
          </p:nvSpPr>
          <p:spPr>
            <a:xfrm>
              <a:off x="357283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h7515"/>
            <p:cNvSpPr/>
            <p:nvPr/>
          </p:nvSpPr>
          <p:spPr>
            <a:xfrm>
              <a:off x="358227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h7516"/>
            <p:cNvSpPr/>
            <p:nvPr/>
          </p:nvSpPr>
          <p:spPr>
            <a:xfrm>
              <a:off x="359171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h7517"/>
            <p:cNvSpPr/>
            <p:nvPr/>
          </p:nvSpPr>
          <p:spPr>
            <a:xfrm>
              <a:off x="360115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h7518"/>
            <p:cNvSpPr/>
            <p:nvPr/>
          </p:nvSpPr>
          <p:spPr>
            <a:xfrm>
              <a:off x="361059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h7519"/>
            <p:cNvSpPr/>
            <p:nvPr/>
          </p:nvSpPr>
          <p:spPr>
            <a:xfrm>
              <a:off x="362003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h7520"/>
            <p:cNvSpPr/>
            <p:nvPr/>
          </p:nvSpPr>
          <p:spPr>
            <a:xfrm>
              <a:off x="362947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h7521"/>
            <p:cNvSpPr/>
            <p:nvPr/>
          </p:nvSpPr>
          <p:spPr>
            <a:xfrm>
              <a:off x="363891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h7522"/>
            <p:cNvSpPr/>
            <p:nvPr/>
          </p:nvSpPr>
          <p:spPr>
            <a:xfrm>
              <a:off x="364836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h7523"/>
            <p:cNvSpPr/>
            <p:nvPr/>
          </p:nvSpPr>
          <p:spPr>
            <a:xfrm>
              <a:off x="365780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h7524"/>
            <p:cNvSpPr/>
            <p:nvPr/>
          </p:nvSpPr>
          <p:spPr>
            <a:xfrm>
              <a:off x="366724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h7525"/>
            <p:cNvSpPr/>
            <p:nvPr/>
          </p:nvSpPr>
          <p:spPr>
            <a:xfrm>
              <a:off x="367668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h7526"/>
            <p:cNvSpPr/>
            <p:nvPr/>
          </p:nvSpPr>
          <p:spPr>
            <a:xfrm>
              <a:off x="368612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h7527"/>
            <p:cNvSpPr/>
            <p:nvPr/>
          </p:nvSpPr>
          <p:spPr>
            <a:xfrm>
              <a:off x="369556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h7528"/>
            <p:cNvSpPr/>
            <p:nvPr/>
          </p:nvSpPr>
          <p:spPr>
            <a:xfrm>
              <a:off x="370500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h7529"/>
            <p:cNvSpPr/>
            <p:nvPr/>
          </p:nvSpPr>
          <p:spPr>
            <a:xfrm>
              <a:off x="371444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h7530"/>
            <p:cNvSpPr/>
            <p:nvPr/>
          </p:nvSpPr>
          <p:spPr>
            <a:xfrm>
              <a:off x="372388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h7531"/>
            <p:cNvSpPr/>
            <p:nvPr/>
          </p:nvSpPr>
          <p:spPr>
            <a:xfrm>
              <a:off x="373332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h7532"/>
            <p:cNvSpPr/>
            <p:nvPr/>
          </p:nvSpPr>
          <p:spPr>
            <a:xfrm>
              <a:off x="374276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h7533"/>
            <p:cNvSpPr/>
            <p:nvPr/>
          </p:nvSpPr>
          <p:spPr>
            <a:xfrm>
              <a:off x="375220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h7534"/>
            <p:cNvSpPr/>
            <p:nvPr/>
          </p:nvSpPr>
          <p:spPr>
            <a:xfrm>
              <a:off x="376164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h7535"/>
            <p:cNvSpPr/>
            <p:nvPr/>
          </p:nvSpPr>
          <p:spPr>
            <a:xfrm>
              <a:off x="377108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h7536"/>
            <p:cNvSpPr/>
            <p:nvPr/>
          </p:nvSpPr>
          <p:spPr>
            <a:xfrm>
              <a:off x="378052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h7537"/>
            <p:cNvSpPr/>
            <p:nvPr/>
          </p:nvSpPr>
          <p:spPr>
            <a:xfrm>
              <a:off x="378996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h7538"/>
            <p:cNvSpPr/>
            <p:nvPr/>
          </p:nvSpPr>
          <p:spPr>
            <a:xfrm>
              <a:off x="379940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h7539"/>
            <p:cNvSpPr/>
            <p:nvPr/>
          </p:nvSpPr>
          <p:spPr>
            <a:xfrm>
              <a:off x="380884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h7540"/>
            <p:cNvSpPr/>
            <p:nvPr/>
          </p:nvSpPr>
          <p:spPr>
            <a:xfrm>
              <a:off x="381828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h7541"/>
            <p:cNvSpPr/>
            <p:nvPr/>
          </p:nvSpPr>
          <p:spPr>
            <a:xfrm>
              <a:off x="382772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h7542"/>
            <p:cNvSpPr/>
            <p:nvPr/>
          </p:nvSpPr>
          <p:spPr>
            <a:xfrm>
              <a:off x="383716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h7543"/>
            <p:cNvSpPr/>
            <p:nvPr/>
          </p:nvSpPr>
          <p:spPr>
            <a:xfrm>
              <a:off x="384660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h7544"/>
            <p:cNvSpPr/>
            <p:nvPr/>
          </p:nvSpPr>
          <p:spPr>
            <a:xfrm>
              <a:off x="385604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h7545"/>
            <p:cNvSpPr/>
            <p:nvPr/>
          </p:nvSpPr>
          <p:spPr>
            <a:xfrm>
              <a:off x="3865485" y="1148744"/>
              <a:ext cx="919258" cy="914400"/>
            </a:xfrm>
            <a:custGeom>
              <a:avLst/>
              <a:pathLst>
                <a:path w="91925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258" y="896830"/>
                  </a:lnTo>
                  <a:lnTo>
                    <a:pt x="919208" y="897292"/>
                  </a:lnTo>
                  <a:lnTo>
                    <a:pt x="917735" y="908058"/>
                  </a:lnTo>
                  <a:lnTo>
                    <a:pt x="917266" y="911143"/>
                  </a:lnTo>
                  <a:lnTo>
                    <a:pt x="916800" y="914214"/>
                  </a:lnTo>
                  <a:lnTo>
                    <a:pt x="916772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h7546"/>
            <p:cNvSpPr/>
            <p:nvPr/>
          </p:nvSpPr>
          <p:spPr>
            <a:xfrm>
              <a:off x="2052959" y="1113604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621" y="931969"/>
                  </a:lnTo>
                  <a:lnTo>
                    <a:pt x="909842" y="923725"/>
                  </a:lnTo>
                  <a:lnTo>
                    <a:pt x="911511" y="91439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h7547"/>
            <p:cNvSpPr/>
            <p:nvPr/>
          </p:nvSpPr>
          <p:spPr>
            <a:xfrm>
              <a:off x="205295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h7548"/>
            <p:cNvSpPr/>
            <p:nvPr/>
          </p:nvSpPr>
          <p:spPr>
            <a:xfrm>
              <a:off x="206239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h7549"/>
            <p:cNvSpPr/>
            <p:nvPr/>
          </p:nvSpPr>
          <p:spPr>
            <a:xfrm>
              <a:off x="207184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h7550"/>
            <p:cNvSpPr/>
            <p:nvPr/>
          </p:nvSpPr>
          <p:spPr>
            <a:xfrm>
              <a:off x="208128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h7551"/>
            <p:cNvSpPr/>
            <p:nvPr/>
          </p:nvSpPr>
          <p:spPr>
            <a:xfrm>
              <a:off x="209072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h7552"/>
            <p:cNvSpPr/>
            <p:nvPr/>
          </p:nvSpPr>
          <p:spPr>
            <a:xfrm>
              <a:off x="210016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h7553"/>
            <p:cNvSpPr/>
            <p:nvPr/>
          </p:nvSpPr>
          <p:spPr>
            <a:xfrm>
              <a:off x="210960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h7554"/>
            <p:cNvSpPr/>
            <p:nvPr/>
          </p:nvSpPr>
          <p:spPr>
            <a:xfrm>
              <a:off x="211904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h7555"/>
            <p:cNvSpPr/>
            <p:nvPr/>
          </p:nvSpPr>
          <p:spPr>
            <a:xfrm>
              <a:off x="212848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h7556"/>
            <p:cNvSpPr/>
            <p:nvPr/>
          </p:nvSpPr>
          <p:spPr>
            <a:xfrm>
              <a:off x="213792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h7557"/>
            <p:cNvSpPr/>
            <p:nvPr/>
          </p:nvSpPr>
          <p:spPr>
            <a:xfrm>
              <a:off x="214736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h7558"/>
            <p:cNvSpPr/>
            <p:nvPr/>
          </p:nvSpPr>
          <p:spPr>
            <a:xfrm>
              <a:off x="215680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h7559"/>
            <p:cNvSpPr/>
            <p:nvPr/>
          </p:nvSpPr>
          <p:spPr>
            <a:xfrm>
              <a:off x="216624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h7560"/>
            <p:cNvSpPr/>
            <p:nvPr/>
          </p:nvSpPr>
          <p:spPr>
            <a:xfrm>
              <a:off x="217568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h7561"/>
            <p:cNvSpPr/>
            <p:nvPr/>
          </p:nvSpPr>
          <p:spPr>
            <a:xfrm>
              <a:off x="218512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h7562"/>
            <p:cNvSpPr/>
            <p:nvPr/>
          </p:nvSpPr>
          <p:spPr>
            <a:xfrm>
              <a:off x="219456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h7563"/>
            <p:cNvSpPr/>
            <p:nvPr/>
          </p:nvSpPr>
          <p:spPr>
            <a:xfrm>
              <a:off x="220400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h7564"/>
            <p:cNvSpPr/>
            <p:nvPr/>
          </p:nvSpPr>
          <p:spPr>
            <a:xfrm>
              <a:off x="221344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h7565"/>
            <p:cNvSpPr/>
            <p:nvPr/>
          </p:nvSpPr>
          <p:spPr>
            <a:xfrm>
              <a:off x="222288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h7566"/>
            <p:cNvSpPr/>
            <p:nvPr/>
          </p:nvSpPr>
          <p:spPr>
            <a:xfrm>
              <a:off x="223232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h7567"/>
            <p:cNvSpPr/>
            <p:nvPr/>
          </p:nvSpPr>
          <p:spPr>
            <a:xfrm>
              <a:off x="224176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h7568"/>
            <p:cNvSpPr/>
            <p:nvPr/>
          </p:nvSpPr>
          <p:spPr>
            <a:xfrm>
              <a:off x="225120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h7569"/>
            <p:cNvSpPr/>
            <p:nvPr/>
          </p:nvSpPr>
          <p:spPr>
            <a:xfrm>
              <a:off x="226064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h7570"/>
            <p:cNvSpPr/>
            <p:nvPr/>
          </p:nvSpPr>
          <p:spPr>
            <a:xfrm>
              <a:off x="227008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h7571"/>
            <p:cNvSpPr/>
            <p:nvPr/>
          </p:nvSpPr>
          <p:spPr>
            <a:xfrm>
              <a:off x="227952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h7572"/>
            <p:cNvSpPr/>
            <p:nvPr/>
          </p:nvSpPr>
          <p:spPr>
            <a:xfrm>
              <a:off x="2298405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87" y="896830"/>
                  </a:lnTo>
                  <a:lnTo>
                    <a:pt x="908514" y="900233"/>
                  </a:lnTo>
                  <a:lnTo>
                    <a:pt x="910495" y="900746"/>
                  </a:lnTo>
                  <a:lnTo>
                    <a:pt x="910840" y="900852"/>
                  </a:lnTo>
                  <a:lnTo>
                    <a:pt x="911187" y="900958"/>
                  </a:lnTo>
                  <a:lnTo>
                    <a:pt x="911534" y="901064"/>
                  </a:lnTo>
                  <a:lnTo>
                    <a:pt x="911881" y="901170"/>
                  </a:lnTo>
                  <a:lnTo>
                    <a:pt x="912228" y="901276"/>
                  </a:lnTo>
                  <a:lnTo>
                    <a:pt x="912575" y="901383"/>
                  </a:lnTo>
                  <a:lnTo>
                    <a:pt x="912922" y="901489"/>
                  </a:lnTo>
                  <a:lnTo>
                    <a:pt x="913270" y="901595"/>
                  </a:lnTo>
                  <a:lnTo>
                    <a:pt x="913617" y="901701"/>
                  </a:lnTo>
                  <a:lnTo>
                    <a:pt x="913964" y="901808"/>
                  </a:lnTo>
                  <a:lnTo>
                    <a:pt x="914400" y="901941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h7573"/>
            <p:cNvSpPr/>
            <p:nvPr/>
          </p:nvSpPr>
          <p:spPr>
            <a:xfrm>
              <a:off x="2307846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941"/>
                  </a:lnTo>
                  <a:lnTo>
                    <a:pt x="905217" y="902020"/>
                  </a:lnTo>
                  <a:lnTo>
                    <a:pt x="905564" y="902126"/>
                  </a:lnTo>
                  <a:lnTo>
                    <a:pt x="905911" y="902233"/>
                  </a:lnTo>
                  <a:lnTo>
                    <a:pt x="906258" y="902339"/>
                  </a:lnTo>
                  <a:lnTo>
                    <a:pt x="906605" y="902445"/>
                  </a:lnTo>
                  <a:lnTo>
                    <a:pt x="906952" y="902551"/>
                  </a:lnTo>
                  <a:lnTo>
                    <a:pt x="907299" y="902658"/>
                  </a:lnTo>
                  <a:lnTo>
                    <a:pt x="907646" y="902764"/>
                  </a:lnTo>
                  <a:lnTo>
                    <a:pt x="907993" y="902870"/>
                  </a:lnTo>
                  <a:lnTo>
                    <a:pt x="908340" y="902977"/>
                  </a:lnTo>
                  <a:lnTo>
                    <a:pt x="908687" y="903083"/>
                  </a:lnTo>
                  <a:lnTo>
                    <a:pt x="909034" y="903189"/>
                  </a:lnTo>
                  <a:lnTo>
                    <a:pt x="909381" y="903296"/>
                  </a:lnTo>
                  <a:lnTo>
                    <a:pt x="909728" y="903402"/>
                  </a:lnTo>
                  <a:lnTo>
                    <a:pt x="910075" y="903509"/>
                  </a:lnTo>
                  <a:lnTo>
                    <a:pt x="910422" y="903615"/>
                  </a:lnTo>
                  <a:lnTo>
                    <a:pt x="910769" y="903721"/>
                  </a:lnTo>
                  <a:lnTo>
                    <a:pt x="911116" y="903828"/>
                  </a:lnTo>
                  <a:lnTo>
                    <a:pt x="911463" y="903934"/>
                  </a:lnTo>
                  <a:lnTo>
                    <a:pt x="911809" y="904041"/>
                  </a:lnTo>
                  <a:lnTo>
                    <a:pt x="912156" y="904147"/>
                  </a:lnTo>
                  <a:lnTo>
                    <a:pt x="912503" y="904254"/>
                  </a:lnTo>
                  <a:lnTo>
                    <a:pt x="912850" y="904360"/>
                  </a:lnTo>
                  <a:lnTo>
                    <a:pt x="913197" y="904466"/>
                  </a:lnTo>
                  <a:lnTo>
                    <a:pt x="913544" y="904573"/>
                  </a:lnTo>
                  <a:lnTo>
                    <a:pt x="913891" y="904679"/>
                  </a:lnTo>
                  <a:lnTo>
                    <a:pt x="914238" y="904786"/>
                  </a:lnTo>
                  <a:lnTo>
                    <a:pt x="914400" y="904836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h7574"/>
            <p:cNvSpPr/>
            <p:nvPr/>
          </p:nvSpPr>
          <p:spPr>
            <a:xfrm>
              <a:off x="2317286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836"/>
                  </a:lnTo>
                  <a:lnTo>
                    <a:pt x="905144" y="904892"/>
                  </a:lnTo>
                  <a:lnTo>
                    <a:pt x="905491" y="904999"/>
                  </a:lnTo>
                  <a:lnTo>
                    <a:pt x="905838" y="905105"/>
                  </a:lnTo>
                  <a:lnTo>
                    <a:pt x="906185" y="905212"/>
                  </a:lnTo>
                  <a:lnTo>
                    <a:pt x="906531" y="905319"/>
                  </a:lnTo>
                  <a:lnTo>
                    <a:pt x="906878" y="905425"/>
                  </a:lnTo>
                  <a:lnTo>
                    <a:pt x="907225" y="905532"/>
                  </a:lnTo>
                  <a:lnTo>
                    <a:pt x="907572" y="905638"/>
                  </a:lnTo>
                  <a:lnTo>
                    <a:pt x="907919" y="905745"/>
                  </a:lnTo>
                  <a:lnTo>
                    <a:pt x="908265" y="905851"/>
                  </a:lnTo>
                  <a:lnTo>
                    <a:pt x="908612" y="905958"/>
                  </a:lnTo>
                  <a:lnTo>
                    <a:pt x="908959" y="906065"/>
                  </a:lnTo>
                  <a:lnTo>
                    <a:pt x="909306" y="906171"/>
                  </a:lnTo>
                  <a:lnTo>
                    <a:pt x="909653" y="906278"/>
                  </a:lnTo>
                  <a:lnTo>
                    <a:pt x="909999" y="906384"/>
                  </a:lnTo>
                  <a:lnTo>
                    <a:pt x="910346" y="906491"/>
                  </a:lnTo>
                  <a:lnTo>
                    <a:pt x="910693" y="906598"/>
                  </a:lnTo>
                  <a:lnTo>
                    <a:pt x="911040" y="906704"/>
                  </a:lnTo>
                  <a:lnTo>
                    <a:pt x="911386" y="906811"/>
                  </a:lnTo>
                  <a:lnTo>
                    <a:pt x="911733" y="906918"/>
                  </a:lnTo>
                  <a:lnTo>
                    <a:pt x="912080" y="907024"/>
                  </a:lnTo>
                  <a:lnTo>
                    <a:pt x="912427" y="907131"/>
                  </a:lnTo>
                  <a:lnTo>
                    <a:pt x="912773" y="907238"/>
                  </a:lnTo>
                  <a:lnTo>
                    <a:pt x="913120" y="907344"/>
                  </a:lnTo>
                  <a:lnTo>
                    <a:pt x="913467" y="907451"/>
                  </a:lnTo>
                  <a:lnTo>
                    <a:pt x="913813" y="907558"/>
                  </a:lnTo>
                  <a:lnTo>
                    <a:pt x="914160" y="907665"/>
                  </a:lnTo>
                  <a:lnTo>
                    <a:pt x="914400" y="9077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h7575"/>
            <p:cNvSpPr/>
            <p:nvPr/>
          </p:nvSpPr>
          <p:spPr>
            <a:xfrm>
              <a:off x="2326726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6" y="907771"/>
                  </a:lnTo>
                  <a:lnTo>
                    <a:pt x="905413" y="907878"/>
                  </a:lnTo>
                  <a:lnTo>
                    <a:pt x="905760" y="907985"/>
                  </a:lnTo>
                  <a:lnTo>
                    <a:pt x="906106" y="908092"/>
                  </a:lnTo>
                  <a:lnTo>
                    <a:pt x="906453" y="908198"/>
                  </a:lnTo>
                  <a:lnTo>
                    <a:pt x="906800" y="908305"/>
                  </a:lnTo>
                  <a:lnTo>
                    <a:pt x="907146" y="908412"/>
                  </a:lnTo>
                  <a:lnTo>
                    <a:pt x="907493" y="908519"/>
                  </a:lnTo>
                  <a:lnTo>
                    <a:pt x="907840" y="908626"/>
                  </a:lnTo>
                  <a:lnTo>
                    <a:pt x="908186" y="908733"/>
                  </a:lnTo>
                  <a:lnTo>
                    <a:pt x="908533" y="908839"/>
                  </a:lnTo>
                  <a:lnTo>
                    <a:pt x="908880" y="908946"/>
                  </a:lnTo>
                  <a:lnTo>
                    <a:pt x="909226" y="909053"/>
                  </a:lnTo>
                  <a:lnTo>
                    <a:pt x="909573" y="909160"/>
                  </a:lnTo>
                  <a:lnTo>
                    <a:pt x="909919" y="909267"/>
                  </a:lnTo>
                  <a:lnTo>
                    <a:pt x="910266" y="909374"/>
                  </a:lnTo>
                  <a:lnTo>
                    <a:pt x="910613" y="909481"/>
                  </a:lnTo>
                  <a:lnTo>
                    <a:pt x="910959" y="909587"/>
                  </a:lnTo>
                  <a:lnTo>
                    <a:pt x="911306" y="909694"/>
                  </a:lnTo>
                  <a:lnTo>
                    <a:pt x="911652" y="909801"/>
                  </a:lnTo>
                  <a:lnTo>
                    <a:pt x="911999" y="909908"/>
                  </a:lnTo>
                  <a:lnTo>
                    <a:pt x="912345" y="910015"/>
                  </a:lnTo>
                  <a:lnTo>
                    <a:pt x="912692" y="910122"/>
                  </a:lnTo>
                  <a:lnTo>
                    <a:pt x="913039" y="910229"/>
                  </a:lnTo>
                  <a:lnTo>
                    <a:pt x="913385" y="910336"/>
                  </a:lnTo>
                  <a:lnTo>
                    <a:pt x="913732" y="910443"/>
                  </a:lnTo>
                  <a:lnTo>
                    <a:pt x="914078" y="910550"/>
                  </a:lnTo>
                  <a:lnTo>
                    <a:pt x="914400" y="91064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h7576"/>
            <p:cNvSpPr/>
            <p:nvPr/>
          </p:nvSpPr>
          <p:spPr>
            <a:xfrm>
              <a:off x="2336166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84" y="910657"/>
                  </a:lnTo>
                  <a:lnTo>
                    <a:pt x="905331" y="910764"/>
                  </a:lnTo>
                  <a:lnTo>
                    <a:pt x="905677" y="910871"/>
                  </a:lnTo>
                  <a:lnTo>
                    <a:pt x="906024" y="910978"/>
                  </a:lnTo>
                  <a:lnTo>
                    <a:pt x="906370" y="911085"/>
                  </a:lnTo>
                  <a:lnTo>
                    <a:pt x="906717" y="911192"/>
                  </a:lnTo>
                  <a:lnTo>
                    <a:pt x="907063" y="911299"/>
                  </a:lnTo>
                  <a:lnTo>
                    <a:pt x="907410" y="911406"/>
                  </a:lnTo>
                  <a:lnTo>
                    <a:pt x="907756" y="911513"/>
                  </a:lnTo>
                  <a:lnTo>
                    <a:pt x="908103" y="911620"/>
                  </a:lnTo>
                  <a:lnTo>
                    <a:pt x="908449" y="911727"/>
                  </a:lnTo>
                  <a:lnTo>
                    <a:pt x="908796" y="911834"/>
                  </a:lnTo>
                  <a:lnTo>
                    <a:pt x="909142" y="911942"/>
                  </a:lnTo>
                  <a:lnTo>
                    <a:pt x="909489" y="912049"/>
                  </a:lnTo>
                  <a:lnTo>
                    <a:pt x="909835" y="912156"/>
                  </a:lnTo>
                  <a:lnTo>
                    <a:pt x="910181" y="912263"/>
                  </a:lnTo>
                  <a:lnTo>
                    <a:pt x="910528" y="912370"/>
                  </a:lnTo>
                  <a:lnTo>
                    <a:pt x="910874" y="912477"/>
                  </a:lnTo>
                  <a:lnTo>
                    <a:pt x="911221" y="912584"/>
                  </a:lnTo>
                  <a:lnTo>
                    <a:pt x="911567" y="912692"/>
                  </a:lnTo>
                  <a:lnTo>
                    <a:pt x="911914" y="912799"/>
                  </a:lnTo>
                  <a:lnTo>
                    <a:pt x="912260" y="912906"/>
                  </a:lnTo>
                  <a:lnTo>
                    <a:pt x="912606" y="913013"/>
                  </a:lnTo>
                  <a:lnTo>
                    <a:pt x="912953" y="913120"/>
                  </a:lnTo>
                  <a:lnTo>
                    <a:pt x="913299" y="913228"/>
                  </a:lnTo>
                  <a:lnTo>
                    <a:pt x="913645" y="913335"/>
                  </a:lnTo>
                  <a:lnTo>
                    <a:pt x="913992" y="913442"/>
                  </a:lnTo>
                  <a:lnTo>
                    <a:pt x="914400" y="91356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h7577"/>
            <p:cNvSpPr/>
            <p:nvPr/>
          </p:nvSpPr>
          <p:spPr>
            <a:xfrm>
              <a:off x="2336166" y="1131174"/>
              <a:ext cx="917083" cy="914400"/>
            </a:xfrm>
            <a:custGeom>
              <a:avLst/>
              <a:pathLst>
                <a:path w="917083" h="914400">
                  <a:moveTo>
                    <a:pt x="914400" y="914400"/>
                  </a:moveTo>
                  <a:lnTo>
                    <a:pt x="914400" y="913568"/>
                  </a:lnTo>
                  <a:lnTo>
                    <a:pt x="914684" y="913656"/>
                  </a:lnTo>
                  <a:lnTo>
                    <a:pt x="915031" y="913764"/>
                  </a:lnTo>
                  <a:lnTo>
                    <a:pt x="915377" y="913871"/>
                  </a:lnTo>
                  <a:lnTo>
                    <a:pt x="915724" y="913978"/>
                  </a:lnTo>
                  <a:lnTo>
                    <a:pt x="916070" y="914086"/>
                  </a:lnTo>
                  <a:lnTo>
                    <a:pt x="916416" y="914193"/>
                  </a:lnTo>
                  <a:lnTo>
                    <a:pt x="916762" y="914300"/>
                  </a:lnTo>
                  <a:lnTo>
                    <a:pt x="917083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h7578"/>
            <p:cNvSpPr/>
            <p:nvPr/>
          </p:nvSpPr>
          <p:spPr>
            <a:xfrm>
              <a:off x="3478435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335" y="914400"/>
                  </a:lnTo>
                  <a:lnTo>
                    <a:pt x="911347" y="906480"/>
                  </a:lnTo>
                  <a:lnTo>
                    <a:pt x="914400" y="8992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h7579"/>
            <p:cNvSpPr/>
            <p:nvPr/>
          </p:nvSpPr>
          <p:spPr>
            <a:xfrm>
              <a:off x="3487876" y="1113604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868"/>
                  </a:lnTo>
                  <a:lnTo>
                    <a:pt x="905642" y="915262"/>
                  </a:lnTo>
                  <a:lnTo>
                    <a:pt x="906050" y="91439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h7580"/>
            <p:cNvSpPr/>
            <p:nvPr/>
          </p:nvSpPr>
          <p:spPr>
            <a:xfrm>
              <a:off x="348787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h7581"/>
            <p:cNvSpPr/>
            <p:nvPr/>
          </p:nvSpPr>
          <p:spPr>
            <a:xfrm>
              <a:off x="349731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h7582"/>
            <p:cNvSpPr/>
            <p:nvPr/>
          </p:nvSpPr>
          <p:spPr>
            <a:xfrm>
              <a:off x="350675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h7583"/>
            <p:cNvSpPr/>
            <p:nvPr/>
          </p:nvSpPr>
          <p:spPr>
            <a:xfrm>
              <a:off x="351619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h7584"/>
            <p:cNvSpPr/>
            <p:nvPr/>
          </p:nvSpPr>
          <p:spPr>
            <a:xfrm>
              <a:off x="352563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h7585"/>
            <p:cNvSpPr/>
            <p:nvPr/>
          </p:nvSpPr>
          <p:spPr>
            <a:xfrm>
              <a:off x="353507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h7586"/>
            <p:cNvSpPr/>
            <p:nvPr/>
          </p:nvSpPr>
          <p:spPr>
            <a:xfrm>
              <a:off x="354451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h7587"/>
            <p:cNvSpPr/>
            <p:nvPr/>
          </p:nvSpPr>
          <p:spPr>
            <a:xfrm>
              <a:off x="355395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h7588"/>
            <p:cNvSpPr/>
            <p:nvPr/>
          </p:nvSpPr>
          <p:spPr>
            <a:xfrm>
              <a:off x="356339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h7589"/>
            <p:cNvSpPr/>
            <p:nvPr/>
          </p:nvSpPr>
          <p:spPr>
            <a:xfrm>
              <a:off x="357283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h7590"/>
            <p:cNvSpPr/>
            <p:nvPr/>
          </p:nvSpPr>
          <p:spPr>
            <a:xfrm>
              <a:off x="358227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h7591"/>
            <p:cNvSpPr/>
            <p:nvPr/>
          </p:nvSpPr>
          <p:spPr>
            <a:xfrm>
              <a:off x="359171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h7592"/>
            <p:cNvSpPr/>
            <p:nvPr/>
          </p:nvSpPr>
          <p:spPr>
            <a:xfrm>
              <a:off x="360115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h7593"/>
            <p:cNvSpPr/>
            <p:nvPr/>
          </p:nvSpPr>
          <p:spPr>
            <a:xfrm>
              <a:off x="361059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h7594"/>
            <p:cNvSpPr/>
            <p:nvPr/>
          </p:nvSpPr>
          <p:spPr>
            <a:xfrm>
              <a:off x="362003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h7595"/>
            <p:cNvSpPr/>
            <p:nvPr/>
          </p:nvSpPr>
          <p:spPr>
            <a:xfrm>
              <a:off x="362947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h7596"/>
            <p:cNvSpPr/>
            <p:nvPr/>
          </p:nvSpPr>
          <p:spPr>
            <a:xfrm>
              <a:off x="363891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h7597"/>
            <p:cNvSpPr/>
            <p:nvPr/>
          </p:nvSpPr>
          <p:spPr>
            <a:xfrm>
              <a:off x="364836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h7598"/>
            <p:cNvSpPr/>
            <p:nvPr/>
          </p:nvSpPr>
          <p:spPr>
            <a:xfrm>
              <a:off x="365780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h7599"/>
            <p:cNvSpPr/>
            <p:nvPr/>
          </p:nvSpPr>
          <p:spPr>
            <a:xfrm>
              <a:off x="366724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h7600"/>
            <p:cNvSpPr/>
            <p:nvPr/>
          </p:nvSpPr>
          <p:spPr>
            <a:xfrm>
              <a:off x="367668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h7601"/>
            <p:cNvSpPr/>
            <p:nvPr/>
          </p:nvSpPr>
          <p:spPr>
            <a:xfrm>
              <a:off x="368612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h7602"/>
            <p:cNvSpPr/>
            <p:nvPr/>
          </p:nvSpPr>
          <p:spPr>
            <a:xfrm>
              <a:off x="369556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h7603"/>
            <p:cNvSpPr/>
            <p:nvPr/>
          </p:nvSpPr>
          <p:spPr>
            <a:xfrm>
              <a:off x="370500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h7604"/>
            <p:cNvSpPr/>
            <p:nvPr/>
          </p:nvSpPr>
          <p:spPr>
            <a:xfrm>
              <a:off x="371444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h7605"/>
            <p:cNvSpPr/>
            <p:nvPr/>
          </p:nvSpPr>
          <p:spPr>
            <a:xfrm>
              <a:off x="372388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h7606"/>
            <p:cNvSpPr/>
            <p:nvPr/>
          </p:nvSpPr>
          <p:spPr>
            <a:xfrm>
              <a:off x="373332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h7607"/>
            <p:cNvSpPr/>
            <p:nvPr/>
          </p:nvSpPr>
          <p:spPr>
            <a:xfrm>
              <a:off x="374276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h7608"/>
            <p:cNvSpPr/>
            <p:nvPr/>
          </p:nvSpPr>
          <p:spPr>
            <a:xfrm>
              <a:off x="375220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h7609"/>
            <p:cNvSpPr/>
            <p:nvPr/>
          </p:nvSpPr>
          <p:spPr>
            <a:xfrm>
              <a:off x="376164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h7610"/>
            <p:cNvSpPr/>
            <p:nvPr/>
          </p:nvSpPr>
          <p:spPr>
            <a:xfrm>
              <a:off x="377108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h7611"/>
            <p:cNvSpPr/>
            <p:nvPr/>
          </p:nvSpPr>
          <p:spPr>
            <a:xfrm>
              <a:off x="378052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h7612"/>
            <p:cNvSpPr/>
            <p:nvPr/>
          </p:nvSpPr>
          <p:spPr>
            <a:xfrm>
              <a:off x="378996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h7613"/>
            <p:cNvSpPr/>
            <p:nvPr/>
          </p:nvSpPr>
          <p:spPr>
            <a:xfrm>
              <a:off x="379940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h7614"/>
            <p:cNvSpPr/>
            <p:nvPr/>
          </p:nvSpPr>
          <p:spPr>
            <a:xfrm>
              <a:off x="380884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h7615"/>
            <p:cNvSpPr/>
            <p:nvPr/>
          </p:nvSpPr>
          <p:spPr>
            <a:xfrm>
              <a:off x="381828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h7616"/>
            <p:cNvSpPr/>
            <p:nvPr/>
          </p:nvSpPr>
          <p:spPr>
            <a:xfrm>
              <a:off x="382772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h7617"/>
            <p:cNvSpPr/>
            <p:nvPr/>
          </p:nvSpPr>
          <p:spPr>
            <a:xfrm>
              <a:off x="383716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h7618"/>
            <p:cNvSpPr/>
            <p:nvPr/>
          </p:nvSpPr>
          <p:spPr>
            <a:xfrm>
              <a:off x="384660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h7619"/>
            <p:cNvSpPr/>
            <p:nvPr/>
          </p:nvSpPr>
          <p:spPr>
            <a:xfrm>
              <a:off x="385604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h7620"/>
            <p:cNvSpPr/>
            <p:nvPr/>
          </p:nvSpPr>
          <p:spPr>
            <a:xfrm>
              <a:off x="3865485" y="1131174"/>
              <a:ext cx="920930" cy="914400"/>
            </a:xfrm>
            <a:custGeom>
              <a:avLst/>
              <a:pathLst>
                <a:path w="9209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30" y="896830"/>
                  </a:lnTo>
                  <a:lnTo>
                    <a:pt x="920374" y="903967"/>
                  </a:lnTo>
                  <a:lnTo>
                    <a:pt x="91925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h7621"/>
            <p:cNvSpPr/>
            <p:nvPr/>
          </p:nvSpPr>
          <p:spPr>
            <a:xfrm>
              <a:off x="2052959" y="1096035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1511" y="931969"/>
                  </a:lnTo>
                  <a:lnTo>
                    <a:pt x="911716" y="930823"/>
                  </a:lnTo>
                  <a:lnTo>
                    <a:pt x="911844" y="930215"/>
                  </a:lnTo>
                  <a:lnTo>
                    <a:pt x="911909" y="928593"/>
                  </a:lnTo>
                  <a:lnTo>
                    <a:pt x="912658" y="917657"/>
                  </a:lnTo>
                  <a:lnTo>
                    <a:pt x="912974" y="91439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h7622"/>
            <p:cNvSpPr/>
            <p:nvPr/>
          </p:nvSpPr>
          <p:spPr>
            <a:xfrm>
              <a:off x="205295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h7623"/>
            <p:cNvSpPr/>
            <p:nvPr/>
          </p:nvSpPr>
          <p:spPr>
            <a:xfrm>
              <a:off x="206239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h7624"/>
            <p:cNvSpPr/>
            <p:nvPr/>
          </p:nvSpPr>
          <p:spPr>
            <a:xfrm>
              <a:off x="207184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h7625"/>
            <p:cNvSpPr/>
            <p:nvPr/>
          </p:nvSpPr>
          <p:spPr>
            <a:xfrm>
              <a:off x="208128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h7626"/>
            <p:cNvSpPr/>
            <p:nvPr/>
          </p:nvSpPr>
          <p:spPr>
            <a:xfrm>
              <a:off x="209072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h7627"/>
            <p:cNvSpPr/>
            <p:nvPr/>
          </p:nvSpPr>
          <p:spPr>
            <a:xfrm>
              <a:off x="210016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h7628"/>
            <p:cNvSpPr/>
            <p:nvPr/>
          </p:nvSpPr>
          <p:spPr>
            <a:xfrm>
              <a:off x="210960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h7629"/>
            <p:cNvSpPr/>
            <p:nvPr/>
          </p:nvSpPr>
          <p:spPr>
            <a:xfrm>
              <a:off x="211904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h7630"/>
            <p:cNvSpPr/>
            <p:nvPr/>
          </p:nvSpPr>
          <p:spPr>
            <a:xfrm>
              <a:off x="212848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h7631"/>
            <p:cNvSpPr/>
            <p:nvPr/>
          </p:nvSpPr>
          <p:spPr>
            <a:xfrm>
              <a:off x="213792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h7632"/>
            <p:cNvSpPr/>
            <p:nvPr/>
          </p:nvSpPr>
          <p:spPr>
            <a:xfrm>
              <a:off x="214736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h7633"/>
            <p:cNvSpPr/>
            <p:nvPr/>
          </p:nvSpPr>
          <p:spPr>
            <a:xfrm>
              <a:off x="215680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h7634"/>
            <p:cNvSpPr/>
            <p:nvPr/>
          </p:nvSpPr>
          <p:spPr>
            <a:xfrm>
              <a:off x="216624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h7635"/>
            <p:cNvSpPr/>
            <p:nvPr/>
          </p:nvSpPr>
          <p:spPr>
            <a:xfrm>
              <a:off x="217568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h7636"/>
            <p:cNvSpPr/>
            <p:nvPr/>
          </p:nvSpPr>
          <p:spPr>
            <a:xfrm>
              <a:off x="218512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h7637"/>
            <p:cNvSpPr/>
            <p:nvPr/>
          </p:nvSpPr>
          <p:spPr>
            <a:xfrm>
              <a:off x="219456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h7638"/>
            <p:cNvSpPr/>
            <p:nvPr/>
          </p:nvSpPr>
          <p:spPr>
            <a:xfrm>
              <a:off x="220400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h7639"/>
            <p:cNvSpPr/>
            <p:nvPr/>
          </p:nvSpPr>
          <p:spPr>
            <a:xfrm>
              <a:off x="221344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h7640"/>
            <p:cNvSpPr/>
            <p:nvPr/>
          </p:nvSpPr>
          <p:spPr>
            <a:xfrm>
              <a:off x="222288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h7641"/>
            <p:cNvSpPr/>
            <p:nvPr/>
          </p:nvSpPr>
          <p:spPr>
            <a:xfrm>
              <a:off x="223232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h7642"/>
            <p:cNvSpPr/>
            <p:nvPr/>
          </p:nvSpPr>
          <p:spPr>
            <a:xfrm>
              <a:off x="224176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h7643"/>
            <p:cNvSpPr/>
            <p:nvPr/>
          </p:nvSpPr>
          <p:spPr>
            <a:xfrm>
              <a:off x="225120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h7644"/>
            <p:cNvSpPr/>
            <p:nvPr/>
          </p:nvSpPr>
          <p:spPr>
            <a:xfrm>
              <a:off x="226064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h7645"/>
            <p:cNvSpPr/>
            <p:nvPr/>
          </p:nvSpPr>
          <p:spPr>
            <a:xfrm>
              <a:off x="227008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h7646"/>
            <p:cNvSpPr/>
            <p:nvPr/>
          </p:nvSpPr>
          <p:spPr>
            <a:xfrm>
              <a:off x="227952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h7647"/>
            <p:cNvSpPr/>
            <p:nvPr/>
          </p:nvSpPr>
          <p:spPr>
            <a:xfrm>
              <a:off x="2288965" y="1113604"/>
              <a:ext cx="917528" cy="914399"/>
            </a:xfrm>
            <a:custGeom>
              <a:avLst/>
              <a:pathLst>
                <a:path w="9175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4750" y="896830"/>
                  </a:lnTo>
                  <a:lnTo>
                    <a:pt x="915404" y="900276"/>
                  </a:lnTo>
                  <a:lnTo>
                    <a:pt x="917157" y="911440"/>
                  </a:lnTo>
                  <a:lnTo>
                    <a:pt x="917528" y="91439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h7648"/>
            <p:cNvSpPr/>
            <p:nvPr/>
          </p:nvSpPr>
          <p:spPr>
            <a:xfrm>
              <a:off x="3487876" y="1113604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6050" y="914399"/>
                  </a:lnTo>
                  <a:lnTo>
                    <a:pt x="909622" y="906855"/>
                  </a:lnTo>
                  <a:lnTo>
                    <a:pt x="913837" y="898854"/>
                  </a:lnTo>
                  <a:lnTo>
                    <a:pt x="914400" y="897894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h7649"/>
            <p:cNvSpPr/>
            <p:nvPr/>
          </p:nvSpPr>
          <p:spPr>
            <a:xfrm>
              <a:off x="3497316" y="1096035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464"/>
                  </a:lnTo>
                  <a:lnTo>
                    <a:pt x="905583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h7650"/>
            <p:cNvSpPr/>
            <p:nvPr/>
          </p:nvSpPr>
          <p:spPr>
            <a:xfrm>
              <a:off x="349731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h7651"/>
            <p:cNvSpPr/>
            <p:nvPr/>
          </p:nvSpPr>
          <p:spPr>
            <a:xfrm>
              <a:off x="350675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h7652"/>
            <p:cNvSpPr/>
            <p:nvPr/>
          </p:nvSpPr>
          <p:spPr>
            <a:xfrm>
              <a:off x="351619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h7653"/>
            <p:cNvSpPr/>
            <p:nvPr/>
          </p:nvSpPr>
          <p:spPr>
            <a:xfrm>
              <a:off x="352563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h7654"/>
            <p:cNvSpPr/>
            <p:nvPr/>
          </p:nvSpPr>
          <p:spPr>
            <a:xfrm>
              <a:off x="353507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h7655"/>
            <p:cNvSpPr/>
            <p:nvPr/>
          </p:nvSpPr>
          <p:spPr>
            <a:xfrm>
              <a:off x="354451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h7656"/>
            <p:cNvSpPr/>
            <p:nvPr/>
          </p:nvSpPr>
          <p:spPr>
            <a:xfrm>
              <a:off x="355395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h7657"/>
            <p:cNvSpPr/>
            <p:nvPr/>
          </p:nvSpPr>
          <p:spPr>
            <a:xfrm>
              <a:off x="356339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h7658"/>
            <p:cNvSpPr/>
            <p:nvPr/>
          </p:nvSpPr>
          <p:spPr>
            <a:xfrm>
              <a:off x="357283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h7659"/>
            <p:cNvSpPr/>
            <p:nvPr/>
          </p:nvSpPr>
          <p:spPr>
            <a:xfrm>
              <a:off x="358227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h7660"/>
            <p:cNvSpPr/>
            <p:nvPr/>
          </p:nvSpPr>
          <p:spPr>
            <a:xfrm>
              <a:off x="359171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h7661"/>
            <p:cNvSpPr/>
            <p:nvPr/>
          </p:nvSpPr>
          <p:spPr>
            <a:xfrm>
              <a:off x="360115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h7662"/>
            <p:cNvSpPr/>
            <p:nvPr/>
          </p:nvSpPr>
          <p:spPr>
            <a:xfrm>
              <a:off x="361059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h7663"/>
            <p:cNvSpPr/>
            <p:nvPr/>
          </p:nvSpPr>
          <p:spPr>
            <a:xfrm>
              <a:off x="362003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h7664"/>
            <p:cNvSpPr/>
            <p:nvPr/>
          </p:nvSpPr>
          <p:spPr>
            <a:xfrm>
              <a:off x="362947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h7665"/>
            <p:cNvSpPr/>
            <p:nvPr/>
          </p:nvSpPr>
          <p:spPr>
            <a:xfrm>
              <a:off x="363891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h7666"/>
            <p:cNvSpPr/>
            <p:nvPr/>
          </p:nvSpPr>
          <p:spPr>
            <a:xfrm>
              <a:off x="364836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h7667"/>
            <p:cNvSpPr/>
            <p:nvPr/>
          </p:nvSpPr>
          <p:spPr>
            <a:xfrm>
              <a:off x="365780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h7668"/>
            <p:cNvSpPr/>
            <p:nvPr/>
          </p:nvSpPr>
          <p:spPr>
            <a:xfrm>
              <a:off x="366724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h7669"/>
            <p:cNvSpPr/>
            <p:nvPr/>
          </p:nvSpPr>
          <p:spPr>
            <a:xfrm>
              <a:off x="367668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h7670"/>
            <p:cNvSpPr/>
            <p:nvPr/>
          </p:nvSpPr>
          <p:spPr>
            <a:xfrm>
              <a:off x="368612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h7671"/>
            <p:cNvSpPr/>
            <p:nvPr/>
          </p:nvSpPr>
          <p:spPr>
            <a:xfrm>
              <a:off x="369556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h7672"/>
            <p:cNvSpPr/>
            <p:nvPr/>
          </p:nvSpPr>
          <p:spPr>
            <a:xfrm>
              <a:off x="370500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h7673"/>
            <p:cNvSpPr/>
            <p:nvPr/>
          </p:nvSpPr>
          <p:spPr>
            <a:xfrm>
              <a:off x="371444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h7674"/>
            <p:cNvSpPr/>
            <p:nvPr/>
          </p:nvSpPr>
          <p:spPr>
            <a:xfrm>
              <a:off x="372388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h7675"/>
            <p:cNvSpPr/>
            <p:nvPr/>
          </p:nvSpPr>
          <p:spPr>
            <a:xfrm>
              <a:off x="373332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h7676"/>
            <p:cNvSpPr/>
            <p:nvPr/>
          </p:nvSpPr>
          <p:spPr>
            <a:xfrm>
              <a:off x="374276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h7677"/>
            <p:cNvSpPr/>
            <p:nvPr/>
          </p:nvSpPr>
          <p:spPr>
            <a:xfrm>
              <a:off x="375220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h7678"/>
            <p:cNvSpPr/>
            <p:nvPr/>
          </p:nvSpPr>
          <p:spPr>
            <a:xfrm>
              <a:off x="376164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h7679"/>
            <p:cNvSpPr/>
            <p:nvPr/>
          </p:nvSpPr>
          <p:spPr>
            <a:xfrm>
              <a:off x="377108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h7680"/>
            <p:cNvSpPr/>
            <p:nvPr/>
          </p:nvSpPr>
          <p:spPr>
            <a:xfrm>
              <a:off x="378052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h7681"/>
            <p:cNvSpPr/>
            <p:nvPr/>
          </p:nvSpPr>
          <p:spPr>
            <a:xfrm>
              <a:off x="378996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h7682"/>
            <p:cNvSpPr/>
            <p:nvPr/>
          </p:nvSpPr>
          <p:spPr>
            <a:xfrm>
              <a:off x="379940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h7683"/>
            <p:cNvSpPr/>
            <p:nvPr/>
          </p:nvSpPr>
          <p:spPr>
            <a:xfrm>
              <a:off x="380884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h7684"/>
            <p:cNvSpPr/>
            <p:nvPr/>
          </p:nvSpPr>
          <p:spPr>
            <a:xfrm>
              <a:off x="381828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h7685"/>
            <p:cNvSpPr/>
            <p:nvPr/>
          </p:nvSpPr>
          <p:spPr>
            <a:xfrm>
              <a:off x="382772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h7686"/>
            <p:cNvSpPr/>
            <p:nvPr/>
          </p:nvSpPr>
          <p:spPr>
            <a:xfrm>
              <a:off x="383716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h7687"/>
            <p:cNvSpPr/>
            <p:nvPr/>
          </p:nvSpPr>
          <p:spPr>
            <a:xfrm>
              <a:off x="384660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h7688"/>
            <p:cNvSpPr/>
            <p:nvPr/>
          </p:nvSpPr>
          <p:spPr>
            <a:xfrm>
              <a:off x="385604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h7689"/>
            <p:cNvSpPr/>
            <p:nvPr/>
          </p:nvSpPr>
          <p:spPr>
            <a:xfrm>
              <a:off x="3865485" y="1113604"/>
              <a:ext cx="921829" cy="914399"/>
            </a:xfrm>
            <a:custGeom>
              <a:avLst/>
              <a:pathLst>
                <a:path w="92182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29" y="896830"/>
                  </a:lnTo>
                  <a:lnTo>
                    <a:pt x="921774" y="899480"/>
                  </a:lnTo>
                  <a:lnTo>
                    <a:pt x="921230" y="910543"/>
                  </a:lnTo>
                  <a:lnTo>
                    <a:pt x="920930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h7690"/>
            <p:cNvSpPr/>
            <p:nvPr/>
          </p:nvSpPr>
          <p:spPr>
            <a:xfrm>
              <a:off x="2052959" y="109603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974" y="914399"/>
                  </a:lnTo>
                  <a:lnTo>
                    <a:pt x="913712" y="906808"/>
                  </a:lnTo>
                  <a:lnTo>
                    <a:pt x="914400" y="901376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h7691"/>
            <p:cNvSpPr/>
            <p:nvPr/>
          </p:nvSpPr>
          <p:spPr>
            <a:xfrm>
              <a:off x="2062399" y="107846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6"/>
                  </a:lnTo>
                  <a:lnTo>
                    <a:pt x="905535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h7692"/>
            <p:cNvSpPr/>
            <p:nvPr/>
          </p:nvSpPr>
          <p:spPr>
            <a:xfrm>
              <a:off x="206239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h7693"/>
            <p:cNvSpPr/>
            <p:nvPr/>
          </p:nvSpPr>
          <p:spPr>
            <a:xfrm>
              <a:off x="207184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h7694"/>
            <p:cNvSpPr/>
            <p:nvPr/>
          </p:nvSpPr>
          <p:spPr>
            <a:xfrm>
              <a:off x="208128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h7695"/>
            <p:cNvSpPr/>
            <p:nvPr/>
          </p:nvSpPr>
          <p:spPr>
            <a:xfrm>
              <a:off x="209072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h7696"/>
            <p:cNvSpPr/>
            <p:nvPr/>
          </p:nvSpPr>
          <p:spPr>
            <a:xfrm>
              <a:off x="210016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h7697"/>
            <p:cNvSpPr/>
            <p:nvPr/>
          </p:nvSpPr>
          <p:spPr>
            <a:xfrm>
              <a:off x="210960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h7698"/>
            <p:cNvSpPr/>
            <p:nvPr/>
          </p:nvSpPr>
          <p:spPr>
            <a:xfrm>
              <a:off x="211904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h7699"/>
            <p:cNvSpPr/>
            <p:nvPr/>
          </p:nvSpPr>
          <p:spPr>
            <a:xfrm>
              <a:off x="212848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h7700"/>
            <p:cNvSpPr/>
            <p:nvPr/>
          </p:nvSpPr>
          <p:spPr>
            <a:xfrm>
              <a:off x="213792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h7701"/>
            <p:cNvSpPr/>
            <p:nvPr/>
          </p:nvSpPr>
          <p:spPr>
            <a:xfrm>
              <a:off x="214736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h7702"/>
            <p:cNvSpPr/>
            <p:nvPr/>
          </p:nvSpPr>
          <p:spPr>
            <a:xfrm>
              <a:off x="215680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h7703"/>
            <p:cNvSpPr/>
            <p:nvPr/>
          </p:nvSpPr>
          <p:spPr>
            <a:xfrm>
              <a:off x="216624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h7704"/>
            <p:cNvSpPr/>
            <p:nvPr/>
          </p:nvSpPr>
          <p:spPr>
            <a:xfrm>
              <a:off x="217568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h7705"/>
            <p:cNvSpPr/>
            <p:nvPr/>
          </p:nvSpPr>
          <p:spPr>
            <a:xfrm>
              <a:off x="218512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h7706"/>
            <p:cNvSpPr/>
            <p:nvPr/>
          </p:nvSpPr>
          <p:spPr>
            <a:xfrm>
              <a:off x="219456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h7707"/>
            <p:cNvSpPr/>
            <p:nvPr/>
          </p:nvSpPr>
          <p:spPr>
            <a:xfrm>
              <a:off x="220400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h7708"/>
            <p:cNvSpPr/>
            <p:nvPr/>
          </p:nvSpPr>
          <p:spPr>
            <a:xfrm>
              <a:off x="221344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h7709"/>
            <p:cNvSpPr/>
            <p:nvPr/>
          </p:nvSpPr>
          <p:spPr>
            <a:xfrm>
              <a:off x="222288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h7710"/>
            <p:cNvSpPr/>
            <p:nvPr/>
          </p:nvSpPr>
          <p:spPr>
            <a:xfrm>
              <a:off x="223232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h7711"/>
            <p:cNvSpPr/>
            <p:nvPr/>
          </p:nvSpPr>
          <p:spPr>
            <a:xfrm>
              <a:off x="224176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h7712"/>
            <p:cNvSpPr/>
            <p:nvPr/>
          </p:nvSpPr>
          <p:spPr>
            <a:xfrm>
              <a:off x="225120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h7713"/>
            <p:cNvSpPr/>
            <p:nvPr/>
          </p:nvSpPr>
          <p:spPr>
            <a:xfrm>
              <a:off x="226064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h7714"/>
            <p:cNvSpPr/>
            <p:nvPr/>
          </p:nvSpPr>
          <p:spPr>
            <a:xfrm>
              <a:off x="227008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h7715"/>
            <p:cNvSpPr/>
            <p:nvPr/>
          </p:nvSpPr>
          <p:spPr>
            <a:xfrm>
              <a:off x="2288965" y="109603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2396" y="896830"/>
                  </a:lnTo>
                  <a:lnTo>
                    <a:pt x="912784" y="902020"/>
                  </a:lnTo>
                  <a:lnTo>
                    <a:pt x="912976" y="905200"/>
                  </a:lnTo>
                  <a:lnTo>
                    <a:pt x="913056" y="905586"/>
                  </a:lnTo>
                  <a:lnTo>
                    <a:pt x="913145" y="906017"/>
                  </a:lnTo>
                  <a:lnTo>
                    <a:pt x="913234" y="906448"/>
                  </a:lnTo>
                  <a:lnTo>
                    <a:pt x="913323" y="906878"/>
                  </a:lnTo>
                  <a:lnTo>
                    <a:pt x="914400" y="912552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h7716"/>
            <p:cNvSpPr/>
            <p:nvPr/>
          </p:nvSpPr>
          <p:spPr>
            <a:xfrm>
              <a:off x="2288965" y="1096035"/>
              <a:ext cx="914750" cy="914399"/>
            </a:xfrm>
            <a:custGeom>
              <a:avLst/>
              <a:pathLst>
                <a:path w="914750" h="914399">
                  <a:moveTo>
                    <a:pt x="914400" y="914399"/>
                  </a:moveTo>
                  <a:lnTo>
                    <a:pt x="914400" y="912552"/>
                  </a:lnTo>
                  <a:lnTo>
                    <a:pt x="914750" y="91439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h7717"/>
            <p:cNvSpPr/>
            <p:nvPr/>
          </p:nvSpPr>
          <p:spPr>
            <a:xfrm>
              <a:off x="3497316" y="109603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583" y="914399"/>
                  </a:lnTo>
                  <a:lnTo>
                    <a:pt x="908834" y="908851"/>
                  </a:lnTo>
                  <a:lnTo>
                    <a:pt x="913481" y="901727"/>
                  </a:lnTo>
                  <a:lnTo>
                    <a:pt x="914400" y="90046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h7718"/>
            <p:cNvSpPr/>
            <p:nvPr/>
          </p:nvSpPr>
          <p:spPr>
            <a:xfrm>
              <a:off x="3506756" y="107846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035"/>
                  </a:lnTo>
                  <a:lnTo>
                    <a:pt x="90760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h7719"/>
            <p:cNvSpPr/>
            <p:nvPr/>
          </p:nvSpPr>
          <p:spPr>
            <a:xfrm>
              <a:off x="350675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h7720"/>
            <p:cNvSpPr/>
            <p:nvPr/>
          </p:nvSpPr>
          <p:spPr>
            <a:xfrm>
              <a:off x="351619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h7721"/>
            <p:cNvSpPr/>
            <p:nvPr/>
          </p:nvSpPr>
          <p:spPr>
            <a:xfrm>
              <a:off x="352563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h7722"/>
            <p:cNvSpPr/>
            <p:nvPr/>
          </p:nvSpPr>
          <p:spPr>
            <a:xfrm>
              <a:off x="353507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h7723"/>
            <p:cNvSpPr/>
            <p:nvPr/>
          </p:nvSpPr>
          <p:spPr>
            <a:xfrm>
              <a:off x="354451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h7724"/>
            <p:cNvSpPr/>
            <p:nvPr/>
          </p:nvSpPr>
          <p:spPr>
            <a:xfrm>
              <a:off x="355395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h7725"/>
            <p:cNvSpPr/>
            <p:nvPr/>
          </p:nvSpPr>
          <p:spPr>
            <a:xfrm>
              <a:off x="356339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h7726"/>
            <p:cNvSpPr/>
            <p:nvPr/>
          </p:nvSpPr>
          <p:spPr>
            <a:xfrm>
              <a:off x="357283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h7727"/>
            <p:cNvSpPr/>
            <p:nvPr/>
          </p:nvSpPr>
          <p:spPr>
            <a:xfrm>
              <a:off x="358227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h7728"/>
            <p:cNvSpPr/>
            <p:nvPr/>
          </p:nvSpPr>
          <p:spPr>
            <a:xfrm>
              <a:off x="359171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h7729"/>
            <p:cNvSpPr/>
            <p:nvPr/>
          </p:nvSpPr>
          <p:spPr>
            <a:xfrm>
              <a:off x="360115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h7730"/>
            <p:cNvSpPr/>
            <p:nvPr/>
          </p:nvSpPr>
          <p:spPr>
            <a:xfrm>
              <a:off x="361059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h7731"/>
            <p:cNvSpPr/>
            <p:nvPr/>
          </p:nvSpPr>
          <p:spPr>
            <a:xfrm>
              <a:off x="362003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h7732"/>
            <p:cNvSpPr/>
            <p:nvPr/>
          </p:nvSpPr>
          <p:spPr>
            <a:xfrm>
              <a:off x="362947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h7733"/>
            <p:cNvSpPr/>
            <p:nvPr/>
          </p:nvSpPr>
          <p:spPr>
            <a:xfrm>
              <a:off x="363891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h7734"/>
            <p:cNvSpPr/>
            <p:nvPr/>
          </p:nvSpPr>
          <p:spPr>
            <a:xfrm>
              <a:off x="364836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h7735"/>
            <p:cNvSpPr/>
            <p:nvPr/>
          </p:nvSpPr>
          <p:spPr>
            <a:xfrm>
              <a:off x="365780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h7736"/>
            <p:cNvSpPr/>
            <p:nvPr/>
          </p:nvSpPr>
          <p:spPr>
            <a:xfrm>
              <a:off x="366724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h7737"/>
            <p:cNvSpPr/>
            <p:nvPr/>
          </p:nvSpPr>
          <p:spPr>
            <a:xfrm>
              <a:off x="367668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h7738"/>
            <p:cNvSpPr/>
            <p:nvPr/>
          </p:nvSpPr>
          <p:spPr>
            <a:xfrm>
              <a:off x="368612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h7739"/>
            <p:cNvSpPr/>
            <p:nvPr/>
          </p:nvSpPr>
          <p:spPr>
            <a:xfrm>
              <a:off x="369556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h7740"/>
            <p:cNvSpPr/>
            <p:nvPr/>
          </p:nvSpPr>
          <p:spPr>
            <a:xfrm>
              <a:off x="370500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h7741"/>
            <p:cNvSpPr/>
            <p:nvPr/>
          </p:nvSpPr>
          <p:spPr>
            <a:xfrm>
              <a:off x="371444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h7742"/>
            <p:cNvSpPr/>
            <p:nvPr/>
          </p:nvSpPr>
          <p:spPr>
            <a:xfrm>
              <a:off x="372388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h7743"/>
            <p:cNvSpPr/>
            <p:nvPr/>
          </p:nvSpPr>
          <p:spPr>
            <a:xfrm>
              <a:off x="373332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h7744"/>
            <p:cNvSpPr/>
            <p:nvPr/>
          </p:nvSpPr>
          <p:spPr>
            <a:xfrm>
              <a:off x="374276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h7745"/>
            <p:cNvSpPr/>
            <p:nvPr/>
          </p:nvSpPr>
          <p:spPr>
            <a:xfrm>
              <a:off x="375220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h7746"/>
            <p:cNvSpPr/>
            <p:nvPr/>
          </p:nvSpPr>
          <p:spPr>
            <a:xfrm>
              <a:off x="376164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h7747"/>
            <p:cNvSpPr/>
            <p:nvPr/>
          </p:nvSpPr>
          <p:spPr>
            <a:xfrm>
              <a:off x="377108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h7748"/>
            <p:cNvSpPr/>
            <p:nvPr/>
          </p:nvSpPr>
          <p:spPr>
            <a:xfrm>
              <a:off x="378052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h7749"/>
            <p:cNvSpPr/>
            <p:nvPr/>
          </p:nvSpPr>
          <p:spPr>
            <a:xfrm>
              <a:off x="378996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h7750"/>
            <p:cNvSpPr/>
            <p:nvPr/>
          </p:nvSpPr>
          <p:spPr>
            <a:xfrm>
              <a:off x="379940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h7751"/>
            <p:cNvSpPr/>
            <p:nvPr/>
          </p:nvSpPr>
          <p:spPr>
            <a:xfrm>
              <a:off x="380884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h7752"/>
            <p:cNvSpPr/>
            <p:nvPr/>
          </p:nvSpPr>
          <p:spPr>
            <a:xfrm>
              <a:off x="381828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h7753"/>
            <p:cNvSpPr/>
            <p:nvPr/>
          </p:nvSpPr>
          <p:spPr>
            <a:xfrm>
              <a:off x="382772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h7754"/>
            <p:cNvSpPr/>
            <p:nvPr/>
          </p:nvSpPr>
          <p:spPr>
            <a:xfrm>
              <a:off x="383716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h7755"/>
            <p:cNvSpPr/>
            <p:nvPr/>
          </p:nvSpPr>
          <p:spPr>
            <a:xfrm>
              <a:off x="384660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h7756"/>
            <p:cNvSpPr/>
            <p:nvPr/>
          </p:nvSpPr>
          <p:spPr>
            <a:xfrm>
              <a:off x="385604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h7757"/>
            <p:cNvSpPr/>
            <p:nvPr/>
          </p:nvSpPr>
          <p:spPr>
            <a:xfrm>
              <a:off x="3865485" y="1096035"/>
              <a:ext cx="922004" cy="914399"/>
            </a:xfrm>
            <a:custGeom>
              <a:avLst/>
              <a:pathLst>
                <a:path w="922004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935" y="896830"/>
                  </a:lnTo>
                  <a:lnTo>
                    <a:pt x="922004" y="905949"/>
                  </a:lnTo>
                  <a:lnTo>
                    <a:pt x="921829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h7758"/>
            <p:cNvSpPr/>
            <p:nvPr/>
          </p:nvSpPr>
          <p:spPr>
            <a:xfrm>
              <a:off x="2062399" y="106089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5" y="931969"/>
                  </a:lnTo>
                  <a:lnTo>
                    <a:pt x="905630" y="931217"/>
                  </a:lnTo>
                  <a:lnTo>
                    <a:pt x="907287" y="920633"/>
                  </a:lnTo>
                  <a:lnTo>
                    <a:pt x="908456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h7759"/>
            <p:cNvSpPr/>
            <p:nvPr/>
          </p:nvSpPr>
          <p:spPr>
            <a:xfrm>
              <a:off x="206239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h7760"/>
            <p:cNvSpPr/>
            <p:nvPr/>
          </p:nvSpPr>
          <p:spPr>
            <a:xfrm>
              <a:off x="207184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h7761"/>
            <p:cNvSpPr/>
            <p:nvPr/>
          </p:nvSpPr>
          <p:spPr>
            <a:xfrm>
              <a:off x="208128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h7762"/>
            <p:cNvSpPr/>
            <p:nvPr/>
          </p:nvSpPr>
          <p:spPr>
            <a:xfrm>
              <a:off x="209072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h7763"/>
            <p:cNvSpPr/>
            <p:nvPr/>
          </p:nvSpPr>
          <p:spPr>
            <a:xfrm>
              <a:off x="210016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h7764"/>
            <p:cNvSpPr/>
            <p:nvPr/>
          </p:nvSpPr>
          <p:spPr>
            <a:xfrm>
              <a:off x="210960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h7765"/>
            <p:cNvSpPr/>
            <p:nvPr/>
          </p:nvSpPr>
          <p:spPr>
            <a:xfrm>
              <a:off x="211904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h7766"/>
            <p:cNvSpPr/>
            <p:nvPr/>
          </p:nvSpPr>
          <p:spPr>
            <a:xfrm>
              <a:off x="212848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h7767"/>
            <p:cNvSpPr/>
            <p:nvPr/>
          </p:nvSpPr>
          <p:spPr>
            <a:xfrm>
              <a:off x="213792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h7768"/>
            <p:cNvSpPr/>
            <p:nvPr/>
          </p:nvSpPr>
          <p:spPr>
            <a:xfrm>
              <a:off x="214736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h7769"/>
            <p:cNvSpPr/>
            <p:nvPr/>
          </p:nvSpPr>
          <p:spPr>
            <a:xfrm>
              <a:off x="215680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h7770"/>
            <p:cNvSpPr/>
            <p:nvPr/>
          </p:nvSpPr>
          <p:spPr>
            <a:xfrm>
              <a:off x="216624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h7771"/>
            <p:cNvSpPr/>
            <p:nvPr/>
          </p:nvSpPr>
          <p:spPr>
            <a:xfrm>
              <a:off x="217568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h7772"/>
            <p:cNvSpPr/>
            <p:nvPr/>
          </p:nvSpPr>
          <p:spPr>
            <a:xfrm>
              <a:off x="218512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h7773"/>
            <p:cNvSpPr/>
            <p:nvPr/>
          </p:nvSpPr>
          <p:spPr>
            <a:xfrm>
              <a:off x="219456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h7774"/>
            <p:cNvSpPr/>
            <p:nvPr/>
          </p:nvSpPr>
          <p:spPr>
            <a:xfrm>
              <a:off x="220400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h7775"/>
            <p:cNvSpPr/>
            <p:nvPr/>
          </p:nvSpPr>
          <p:spPr>
            <a:xfrm>
              <a:off x="221344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h7776"/>
            <p:cNvSpPr/>
            <p:nvPr/>
          </p:nvSpPr>
          <p:spPr>
            <a:xfrm>
              <a:off x="222288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h7777"/>
            <p:cNvSpPr/>
            <p:nvPr/>
          </p:nvSpPr>
          <p:spPr>
            <a:xfrm>
              <a:off x="223232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h7778"/>
            <p:cNvSpPr/>
            <p:nvPr/>
          </p:nvSpPr>
          <p:spPr>
            <a:xfrm>
              <a:off x="224176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h7779"/>
            <p:cNvSpPr/>
            <p:nvPr/>
          </p:nvSpPr>
          <p:spPr>
            <a:xfrm>
              <a:off x="225120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h7780"/>
            <p:cNvSpPr/>
            <p:nvPr/>
          </p:nvSpPr>
          <p:spPr>
            <a:xfrm>
              <a:off x="226064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h7781"/>
            <p:cNvSpPr/>
            <p:nvPr/>
          </p:nvSpPr>
          <p:spPr>
            <a:xfrm>
              <a:off x="227008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h7782"/>
            <p:cNvSpPr/>
            <p:nvPr/>
          </p:nvSpPr>
          <p:spPr>
            <a:xfrm>
              <a:off x="2279525" y="1078465"/>
              <a:ext cx="921836" cy="914400"/>
            </a:xfrm>
            <a:custGeom>
              <a:avLst/>
              <a:pathLst>
                <a:path w="92183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151" y="896830"/>
                  </a:lnTo>
                  <a:lnTo>
                    <a:pt x="920288" y="897862"/>
                  </a:lnTo>
                  <a:lnTo>
                    <a:pt x="921409" y="908679"/>
                  </a:lnTo>
                  <a:lnTo>
                    <a:pt x="921836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h7783"/>
            <p:cNvSpPr/>
            <p:nvPr/>
          </p:nvSpPr>
          <p:spPr>
            <a:xfrm>
              <a:off x="3506756" y="107846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606" y="914400"/>
                  </a:lnTo>
                  <a:lnTo>
                    <a:pt x="908885" y="912643"/>
                  </a:lnTo>
                  <a:lnTo>
                    <a:pt x="913911" y="906477"/>
                  </a:lnTo>
                  <a:lnTo>
                    <a:pt x="914400" y="90594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h7784"/>
            <p:cNvSpPr/>
            <p:nvPr/>
          </p:nvSpPr>
          <p:spPr>
            <a:xfrm>
              <a:off x="3516196" y="106089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516"/>
                  </a:lnTo>
                  <a:lnTo>
                    <a:pt x="909667" y="918387"/>
                  </a:lnTo>
                  <a:lnTo>
                    <a:pt x="91381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h7785"/>
            <p:cNvSpPr/>
            <p:nvPr/>
          </p:nvSpPr>
          <p:spPr>
            <a:xfrm>
              <a:off x="351619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h7786"/>
            <p:cNvSpPr/>
            <p:nvPr/>
          </p:nvSpPr>
          <p:spPr>
            <a:xfrm>
              <a:off x="352563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h7787"/>
            <p:cNvSpPr/>
            <p:nvPr/>
          </p:nvSpPr>
          <p:spPr>
            <a:xfrm>
              <a:off x="353507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h7788"/>
            <p:cNvSpPr/>
            <p:nvPr/>
          </p:nvSpPr>
          <p:spPr>
            <a:xfrm>
              <a:off x="354451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h7789"/>
            <p:cNvSpPr/>
            <p:nvPr/>
          </p:nvSpPr>
          <p:spPr>
            <a:xfrm>
              <a:off x="355395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h7790"/>
            <p:cNvSpPr/>
            <p:nvPr/>
          </p:nvSpPr>
          <p:spPr>
            <a:xfrm>
              <a:off x="356339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h7791"/>
            <p:cNvSpPr/>
            <p:nvPr/>
          </p:nvSpPr>
          <p:spPr>
            <a:xfrm>
              <a:off x="357283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h7792"/>
            <p:cNvSpPr/>
            <p:nvPr/>
          </p:nvSpPr>
          <p:spPr>
            <a:xfrm>
              <a:off x="358227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h7793"/>
            <p:cNvSpPr/>
            <p:nvPr/>
          </p:nvSpPr>
          <p:spPr>
            <a:xfrm>
              <a:off x="359171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h7794"/>
            <p:cNvSpPr/>
            <p:nvPr/>
          </p:nvSpPr>
          <p:spPr>
            <a:xfrm>
              <a:off x="360115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h7795"/>
            <p:cNvSpPr/>
            <p:nvPr/>
          </p:nvSpPr>
          <p:spPr>
            <a:xfrm>
              <a:off x="361059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h7796"/>
            <p:cNvSpPr/>
            <p:nvPr/>
          </p:nvSpPr>
          <p:spPr>
            <a:xfrm>
              <a:off x="362003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h7797"/>
            <p:cNvSpPr/>
            <p:nvPr/>
          </p:nvSpPr>
          <p:spPr>
            <a:xfrm>
              <a:off x="362947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h7798"/>
            <p:cNvSpPr/>
            <p:nvPr/>
          </p:nvSpPr>
          <p:spPr>
            <a:xfrm>
              <a:off x="363891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h7799"/>
            <p:cNvSpPr/>
            <p:nvPr/>
          </p:nvSpPr>
          <p:spPr>
            <a:xfrm>
              <a:off x="364836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h7800"/>
            <p:cNvSpPr/>
            <p:nvPr/>
          </p:nvSpPr>
          <p:spPr>
            <a:xfrm>
              <a:off x="365780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h7801"/>
            <p:cNvSpPr/>
            <p:nvPr/>
          </p:nvSpPr>
          <p:spPr>
            <a:xfrm>
              <a:off x="366724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h7802"/>
            <p:cNvSpPr/>
            <p:nvPr/>
          </p:nvSpPr>
          <p:spPr>
            <a:xfrm>
              <a:off x="367668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h7803"/>
            <p:cNvSpPr/>
            <p:nvPr/>
          </p:nvSpPr>
          <p:spPr>
            <a:xfrm>
              <a:off x="368612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h7804"/>
            <p:cNvSpPr/>
            <p:nvPr/>
          </p:nvSpPr>
          <p:spPr>
            <a:xfrm>
              <a:off x="369556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h7805"/>
            <p:cNvSpPr/>
            <p:nvPr/>
          </p:nvSpPr>
          <p:spPr>
            <a:xfrm>
              <a:off x="370500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h7806"/>
            <p:cNvSpPr/>
            <p:nvPr/>
          </p:nvSpPr>
          <p:spPr>
            <a:xfrm>
              <a:off x="371444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h7807"/>
            <p:cNvSpPr/>
            <p:nvPr/>
          </p:nvSpPr>
          <p:spPr>
            <a:xfrm>
              <a:off x="372388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h7808"/>
            <p:cNvSpPr/>
            <p:nvPr/>
          </p:nvSpPr>
          <p:spPr>
            <a:xfrm>
              <a:off x="373332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h7809"/>
            <p:cNvSpPr/>
            <p:nvPr/>
          </p:nvSpPr>
          <p:spPr>
            <a:xfrm>
              <a:off x="374276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h7810"/>
            <p:cNvSpPr/>
            <p:nvPr/>
          </p:nvSpPr>
          <p:spPr>
            <a:xfrm>
              <a:off x="375220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h7811"/>
            <p:cNvSpPr/>
            <p:nvPr/>
          </p:nvSpPr>
          <p:spPr>
            <a:xfrm>
              <a:off x="376164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h7812"/>
            <p:cNvSpPr/>
            <p:nvPr/>
          </p:nvSpPr>
          <p:spPr>
            <a:xfrm>
              <a:off x="377108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h7813"/>
            <p:cNvSpPr/>
            <p:nvPr/>
          </p:nvSpPr>
          <p:spPr>
            <a:xfrm>
              <a:off x="378052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h7814"/>
            <p:cNvSpPr/>
            <p:nvPr/>
          </p:nvSpPr>
          <p:spPr>
            <a:xfrm>
              <a:off x="378996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h7815"/>
            <p:cNvSpPr/>
            <p:nvPr/>
          </p:nvSpPr>
          <p:spPr>
            <a:xfrm>
              <a:off x="379940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h7816"/>
            <p:cNvSpPr/>
            <p:nvPr/>
          </p:nvSpPr>
          <p:spPr>
            <a:xfrm>
              <a:off x="380884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h7817"/>
            <p:cNvSpPr/>
            <p:nvPr/>
          </p:nvSpPr>
          <p:spPr>
            <a:xfrm>
              <a:off x="381828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h7818"/>
            <p:cNvSpPr/>
            <p:nvPr/>
          </p:nvSpPr>
          <p:spPr>
            <a:xfrm>
              <a:off x="382772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h7819"/>
            <p:cNvSpPr/>
            <p:nvPr/>
          </p:nvSpPr>
          <p:spPr>
            <a:xfrm>
              <a:off x="383716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h7820"/>
            <p:cNvSpPr/>
            <p:nvPr/>
          </p:nvSpPr>
          <p:spPr>
            <a:xfrm>
              <a:off x="384660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h7821"/>
            <p:cNvSpPr/>
            <p:nvPr/>
          </p:nvSpPr>
          <p:spPr>
            <a:xfrm>
              <a:off x="385604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h7822"/>
            <p:cNvSpPr/>
            <p:nvPr/>
          </p:nvSpPr>
          <p:spPr>
            <a:xfrm>
              <a:off x="3865485" y="1078465"/>
              <a:ext cx="921935" cy="914400"/>
            </a:xfrm>
            <a:custGeom>
              <a:avLst/>
              <a:pathLst>
                <a:path w="9219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231" y="896830"/>
                  </a:lnTo>
                  <a:lnTo>
                    <a:pt x="921521" y="901327"/>
                  </a:lnTo>
                  <a:lnTo>
                    <a:pt x="921920" y="912411"/>
                  </a:lnTo>
                  <a:lnTo>
                    <a:pt x="921935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h7823"/>
            <p:cNvSpPr/>
            <p:nvPr/>
          </p:nvSpPr>
          <p:spPr>
            <a:xfrm>
              <a:off x="2062399" y="1043325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456" y="931969"/>
                  </a:lnTo>
                  <a:lnTo>
                    <a:pt x="909239" y="927794"/>
                  </a:lnTo>
                  <a:lnTo>
                    <a:pt x="911481" y="917590"/>
                  </a:lnTo>
                  <a:lnTo>
                    <a:pt x="912289" y="91439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h7824"/>
            <p:cNvSpPr/>
            <p:nvPr/>
          </p:nvSpPr>
          <p:spPr>
            <a:xfrm>
              <a:off x="206239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h7825"/>
            <p:cNvSpPr/>
            <p:nvPr/>
          </p:nvSpPr>
          <p:spPr>
            <a:xfrm>
              <a:off x="207184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h7826"/>
            <p:cNvSpPr/>
            <p:nvPr/>
          </p:nvSpPr>
          <p:spPr>
            <a:xfrm>
              <a:off x="208128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h7827"/>
            <p:cNvSpPr/>
            <p:nvPr/>
          </p:nvSpPr>
          <p:spPr>
            <a:xfrm>
              <a:off x="209072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h7828"/>
            <p:cNvSpPr/>
            <p:nvPr/>
          </p:nvSpPr>
          <p:spPr>
            <a:xfrm>
              <a:off x="210016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h7829"/>
            <p:cNvSpPr/>
            <p:nvPr/>
          </p:nvSpPr>
          <p:spPr>
            <a:xfrm>
              <a:off x="210960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h7830"/>
            <p:cNvSpPr/>
            <p:nvPr/>
          </p:nvSpPr>
          <p:spPr>
            <a:xfrm>
              <a:off x="211904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h7831"/>
            <p:cNvSpPr/>
            <p:nvPr/>
          </p:nvSpPr>
          <p:spPr>
            <a:xfrm>
              <a:off x="212848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h7832"/>
            <p:cNvSpPr/>
            <p:nvPr/>
          </p:nvSpPr>
          <p:spPr>
            <a:xfrm>
              <a:off x="213792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h7833"/>
            <p:cNvSpPr/>
            <p:nvPr/>
          </p:nvSpPr>
          <p:spPr>
            <a:xfrm>
              <a:off x="214736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h7834"/>
            <p:cNvSpPr/>
            <p:nvPr/>
          </p:nvSpPr>
          <p:spPr>
            <a:xfrm>
              <a:off x="215680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h7835"/>
            <p:cNvSpPr/>
            <p:nvPr/>
          </p:nvSpPr>
          <p:spPr>
            <a:xfrm>
              <a:off x="216624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h7836"/>
            <p:cNvSpPr/>
            <p:nvPr/>
          </p:nvSpPr>
          <p:spPr>
            <a:xfrm>
              <a:off x="217568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h7837"/>
            <p:cNvSpPr/>
            <p:nvPr/>
          </p:nvSpPr>
          <p:spPr>
            <a:xfrm>
              <a:off x="218512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h7838"/>
            <p:cNvSpPr/>
            <p:nvPr/>
          </p:nvSpPr>
          <p:spPr>
            <a:xfrm>
              <a:off x="219456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h7839"/>
            <p:cNvSpPr/>
            <p:nvPr/>
          </p:nvSpPr>
          <p:spPr>
            <a:xfrm>
              <a:off x="220400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h7840"/>
            <p:cNvSpPr/>
            <p:nvPr/>
          </p:nvSpPr>
          <p:spPr>
            <a:xfrm>
              <a:off x="221344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h7841"/>
            <p:cNvSpPr/>
            <p:nvPr/>
          </p:nvSpPr>
          <p:spPr>
            <a:xfrm>
              <a:off x="222288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h7842"/>
            <p:cNvSpPr/>
            <p:nvPr/>
          </p:nvSpPr>
          <p:spPr>
            <a:xfrm>
              <a:off x="223232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h7843"/>
            <p:cNvSpPr/>
            <p:nvPr/>
          </p:nvSpPr>
          <p:spPr>
            <a:xfrm>
              <a:off x="224176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h7844"/>
            <p:cNvSpPr/>
            <p:nvPr/>
          </p:nvSpPr>
          <p:spPr>
            <a:xfrm>
              <a:off x="225120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h7845"/>
            <p:cNvSpPr/>
            <p:nvPr/>
          </p:nvSpPr>
          <p:spPr>
            <a:xfrm>
              <a:off x="226064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h7846"/>
            <p:cNvSpPr/>
            <p:nvPr/>
          </p:nvSpPr>
          <p:spPr>
            <a:xfrm>
              <a:off x="227008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h7847"/>
            <p:cNvSpPr/>
            <p:nvPr/>
          </p:nvSpPr>
          <p:spPr>
            <a:xfrm>
              <a:off x="2279525" y="1060895"/>
              <a:ext cx="920151" cy="914400"/>
            </a:xfrm>
            <a:custGeom>
              <a:avLst/>
              <a:pathLst>
                <a:path w="92015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575" y="896830"/>
                  </a:lnTo>
                  <a:lnTo>
                    <a:pt x="918866" y="904738"/>
                  </a:lnTo>
                  <a:lnTo>
                    <a:pt x="920151" y="914400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h7848"/>
            <p:cNvSpPr/>
            <p:nvPr/>
          </p:nvSpPr>
          <p:spPr>
            <a:xfrm>
              <a:off x="3487876" y="1043325"/>
              <a:ext cx="914400" cy="914649"/>
            </a:xfrm>
            <a:custGeom>
              <a:avLst/>
              <a:pathLst>
                <a:path w="914400" h="914649">
                  <a:moveTo>
                    <a:pt x="914400" y="914399"/>
                  </a:moveTo>
                  <a:lnTo>
                    <a:pt x="914400" y="914649"/>
                  </a:lnTo>
                  <a:lnTo>
                    <a:pt x="913660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h7849"/>
            <p:cNvSpPr/>
            <p:nvPr/>
          </p:nvSpPr>
          <p:spPr>
            <a:xfrm>
              <a:off x="3487876" y="1043325"/>
              <a:ext cx="923840" cy="917249"/>
            </a:xfrm>
            <a:custGeom>
              <a:avLst/>
              <a:pathLst>
                <a:path w="923840" h="917249">
                  <a:moveTo>
                    <a:pt x="914400" y="914399"/>
                  </a:moveTo>
                  <a:lnTo>
                    <a:pt x="923840" y="914399"/>
                  </a:lnTo>
                  <a:lnTo>
                    <a:pt x="923765" y="917249"/>
                  </a:lnTo>
                  <a:lnTo>
                    <a:pt x="917999" y="915865"/>
                  </a:lnTo>
                  <a:lnTo>
                    <a:pt x="914400" y="91464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h7850"/>
            <p:cNvSpPr/>
            <p:nvPr/>
          </p:nvSpPr>
          <p:spPr>
            <a:xfrm>
              <a:off x="3497316" y="1043325"/>
              <a:ext cx="923840" cy="918257"/>
            </a:xfrm>
            <a:custGeom>
              <a:avLst/>
              <a:pathLst>
                <a:path w="923840" h="918257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8257"/>
                  </a:lnTo>
                  <a:lnTo>
                    <a:pt x="920121" y="918080"/>
                  </a:lnTo>
                  <a:lnTo>
                    <a:pt x="914400" y="91725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h7851"/>
            <p:cNvSpPr/>
            <p:nvPr/>
          </p:nvSpPr>
          <p:spPr>
            <a:xfrm>
              <a:off x="3516196" y="10608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19" y="914400"/>
                  </a:lnTo>
                  <a:lnTo>
                    <a:pt x="914400" y="91384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h7852"/>
            <p:cNvSpPr/>
            <p:nvPr/>
          </p:nvSpPr>
          <p:spPr>
            <a:xfrm>
              <a:off x="3506756" y="1043325"/>
              <a:ext cx="923840" cy="918356"/>
            </a:xfrm>
            <a:custGeom>
              <a:avLst/>
              <a:pathLst>
                <a:path w="923840" h="918356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931"/>
                  </a:lnTo>
                  <a:lnTo>
                    <a:pt x="922305" y="918078"/>
                  </a:lnTo>
                  <a:lnTo>
                    <a:pt x="916493" y="918356"/>
                  </a:lnTo>
                  <a:lnTo>
                    <a:pt x="914400" y="91825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h7853"/>
            <p:cNvSpPr/>
            <p:nvPr/>
          </p:nvSpPr>
          <p:spPr>
            <a:xfrm>
              <a:off x="3525637" y="10608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842"/>
                  </a:lnTo>
                  <a:lnTo>
                    <a:pt x="905577" y="913249"/>
                  </a:lnTo>
                  <a:lnTo>
                    <a:pt x="911066" y="908647"/>
                  </a:lnTo>
                  <a:lnTo>
                    <a:pt x="914400" y="90624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h7854"/>
            <p:cNvSpPr/>
            <p:nvPr/>
          </p:nvSpPr>
          <p:spPr>
            <a:xfrm>
              <a:off x="3516196" y="1043325"/>
              <a:ext cx="923840" cy="917931"/>
            </a:xfrm>
            <a:custGeom>
              <a:avLst/>
              <a:pathLst>
                <a:path w="923840" h="9179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030"/>
                  </a:lnTo>
                  <a:lnTo>
                    <a:pt x="922390" y="917168"/>
                  </a:lnTo>
                  <a:lnTo>
                    <a:pt x="920485" y="917349"/>
                  </a:lnTo>
                  <a:lnTo>
                    <a:pt x="918581" y="917531"/>
                  </a:lnTo>
                  <a:lnTo>
                    <a:pt x="916677" y="917713"/>
                  </a:lnTo>
                  <a:lnTo>
                    <a:pt x="914773" y="917895"/>
                  </a:lnTo>
                  <a:lnTo>
                    <a:pt x="914400" y="91793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h7855"/>
            <p:cNvSpPr/>
            <p:nvPr/>
          </p:nvSpPr>
          <p:spPr>
            <a:xfrm>
              <a:off x="352563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lnTo>
                    <a:pt x="914400" y="923810"/>
                  </a:lnTo>
                  <a:lnTo>
                    <a:pt x="916679" y="922164"/>
                  </a:lnTo>
                  <a:lnTo>
                    <a:pt x="916972" y="921969"/>
                  </a:lnTo>
                  <a:lnTo>
                    <a:pt x="917268" y="921772"/>
                  </a:lnTo>
                  <a:lnTo>
                    <a:pt x="917563" y="921575"/>
                  </a:lnTo>
                  <a:lnTo>
                    <a:pt x="917859" y="921378"/>
                  </a:lnTo>
                  <a:lnTo>
                    <a:pt x="918155" y="921181"/>
                  </a:lnTo>
                  <a:lnTo>
                    <a:pt x="918450" y="920985"/>
                  </a:lnTo>
                  <a:lnTo>
                    <a:pt x="918746" y="920788"/>
                  </a:lnTo>
                  <a:lnTo>
                    <a:pt x="919042" y="920591"/>
                  </a:lnTo>
                  <a:lnTo>
                    <a:pt x="919337" y="920394"/>
                  </a:lnTo>
                  <a:lnTo>
                    <a:pt x="919633" y="920198"/>
                  </a:lnTo>
                  <a:lnTo>
                    <a:pt x="919929" y="920001"/>
                  </a:lnTo>
                  <a:lnTo>
                    <a:pt x="920225" y="919804"/>
                  </a:lnTo>
                  <a:lnTo>
                    <a:pt x="920520" y="919607"/>
                  </a:lnTo>
                  <a:lnTo>
                    <a:pt x="920816" y="919411"/>
                  </a:lnTo>
                  <a:lnTo>
                    <a:pt x="921112" y="919214"/>
                  </a:lnTo>
                  <a:lnTo>
                    <a:pt x="921408" y="919017"/>
                  </a:lnTo>
                  <a:lnTo>
                    <a:pt x="921703" y="918821"/>
                  </a:lnTo>
                  <a:lnTo>
                    <a:pt x="921999" y="918624"/>
                  </a:lnTo>
                  <a:lnTo>
                    <a:pt x="922221" y="918476"/>
                  </a:lnTo>
                  <a:lnTo>
                    <a:pt x="921052" y="916983"/>
                  </a:lnTo>
                  <a:lnTo>
                    <a:pt x="920560" y="916355"/>
                  </a:lnTo>
                  <a:lnTo>
                    <a:pt x="918667" y="916625"/>
                  </a:lnTo>
                  <a:lnTo>
                    <a:pt x="916758" y="916806"/>
                  </a:lnTo>
                  <a:lnTo>
                    <a:pt x="914854" y="916987"/>
                  </a:lnTo>
                  <a:lnTo>
                    <a:pt x="914400" y="91703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h7856"/>
            <p:cNvSpPr/>
            <p:nvPr/>
          </p:nvSpPr>
          <p:spPr>
            <a:xfrm>
              <a:off x="353507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h7857"/>
            <p:cNvSpPr/>
            <p:nvPr/>
          </p:nvSpPr>
          <p:spPr>
            <a:xfrm>
              <a:off x="354451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h7858"/>
            <p:cNvSpPr/>
            <p:nvPr/>
          </p:nvSpPr>
          <p:spPr>
            <a:xfrm>
              <a:off x="355395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h7859"/>
            <p:cNvSpPr/>
            <p:nvPr/>
          </p:nvSpPr>
          <p:spPr>
            <a:xfrm>
              <a:off x="356339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h7860"/>
            <p:cNvSpPr/>
            <p:nvPr/>
          </p:nvSpPr>
          <p:spPr>
            <a:xfrm>
              <a:off x="357283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h7861"/>
            <p:cNvSpPr/>
            <p:nvPr/>
          </p:nvSpPr>
          <p:spPr>
            <a:xfrm>
              <a:off x="358227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h7862"/>
            <p:cNvSpPr/>
            <p:nvPr/>
          </p:nvSpPr>
          <p:spPr>
            <a:xfrm>
              <a:off x="359171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h7863"/>
            <p:cNvSpPr/>
            <p:nvPr/>
          </p:nvSpPr>
          <p:spPr>
            <a:xfrm>
              <a:off x="360115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h7864"/>
            <p:cNvSpPr/>
            <p:nvPr/>
          </p:nvSpPr>
          <p:spPr>
            <a:xfrm>
              <a:off x="361059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h7865"/>
            <p:cNvSpPr/>
            <p:nvPr/>
          </p:nvSpPr>
          <p:spPr>
            <a:xfrm>
              <a:off x="362003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h7866"/>
            <p:cNvSpPr/>
            <p:nvPr/>
          </p:nvSpPr>
          <p:spPr>
            <a:xfrm>
              <a:off x="362947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h7867"/>
            <p:cNvSpPr/>
            <p:nvPr/>
          </p:nvSpPr>
          <p:spPr>
            <a:xfrm>
              <a:off x="363891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h7868"/>
            <p:cNvSpPr/>
            <p:nvPr/>
          </p:nvSpPr>
          <p:spPr>
            <a:xfrm>
              <a:off x="364836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h7869"/>
            <p:cNvSpPr/>
            <p:nvPr/>
          </p:nvSpPr>
          <p:spPr>
            <a:xfrm>
              <a:off x="365780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h7870"/>
            <p:cNvSpPr/>
            <p:nvPr/>
          </p:nvSpPr>
          <p:spPr>
            <a:xfrm>
              <a:off x="366724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h7871"/>
            <p:cNvSpPr/>
            <p:nvPr/>
          </p:nvSpPr>
          <p:spPr>
            <a:xfrm>
              <a:off x="367668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h7872"/>
            <p:cNvSpPr/>
            <p:nvPr/>
          </p:nvSpPr>
          <p:spPr>
            <a:xfrm>
              <a:off x="368612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h7873"/>
            <p:cNvSpPr/>
            <p:nvPr/>
          </p:nvSpPr>
          <p:spPr>
            <a:xfrm>
              <a:off x="369556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h7874"/>
            <p:cNvSpPr/>
            <p:nvPr/>
          </p:nvSpPr>
          <p:spPr>
            <a:xfrm>
              <a:off x="370500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h7875"/>
            <p:cNvSpPr/>
            <p:nvPr/>
          </p:nvSpPr>
          <p:spPr>
            <a:xfrm>
              <a:off x="371444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h7876"/>
            <p:cNvSpPr/>
            <p:nvPr/>
          </p:nvSpPr>
          <p:spPr>
            <a:xfrm>
              <a:off x="372388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h7877"/>
            <p:cNvSpPr/>
            <p:nvPr/>
          </p:nvSpPr>
          <p:spPr>
            <a:xfrm>
              <a:off x="373332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h7878"/>
            <p:cNvSpPr/>
            <p:nvPr/>
          </p:nvSpPr>
          <p:spPr>
            <a:xfrm>
              <a:off x="374276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h7879"/>
            <p:cNvSpPr/>
            <p:nvPr/>
          </p:nvSpPr>
          <p:spPr>
            <a:xfrm>
              <a:off x="375220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h7880"/>
            <p:cNvSpPr/>
            <p:nvPr/>
          </p:nvSpPr>
          <p:spPr>
            <a:xfrm>
              <a:off x="376164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h7881"/>
            <p:cNvSpPr/>
            <p:nvPr/>
          </p:nvSpPr>
          <p:spPr>
            <a:xfrm>
              <a:off x="377108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h7882"/>
            <p:cNvSpPr/>
            <p:nvPr/>
          </p:nvSpPr>
          <p:spPr>
            <a:xfrm>
              <a:off x="378052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h7883"/>
            <p:cNvSpPr/>
            <p:nvPr/>
          </p:nvSpPr>
          <p:spPr>
            <a:xfrm>
              <a:off x="378996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h7884"/>
            <p:cNvSpPr/>
            <p:nvPr/>
          </p:nvSpPr>
          <p:spPr>
            <a:xfrm>
              <a:off x="379940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h7885"/>
            <p:cNvSpPr/>
            <p:nvPr/>
          </p:nvSpPr>
          <p:spPr>
            <a:xfrm>
              <a:off x="380884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h7886"/>
            <p:cNvSpPr/>
            <p:nvPr/>
          </p:nvSpPr>
          <p:spPr>
            <a:xfrm>
              <a:off x="381828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h7887"/>
            <p:cNvSpPr/>
            <p:nvPr/>
          </p:nvSpPr>
          <p:spPr>
            <a:xfrm>
              <a:off x="382772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h7888"/>
            <p:cNvSpPr/>
            <p:nvPr/>
          </p:nvSpPr>
          <p:spPr>
            <a:xfrm>
              <a:off x="383716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h7889"/>
            <p:cNvSpPr/>
            <p:nvPr/>
          </p:nvSpPr>
          <p:spPr>
            <a:xfrm>
              <a:off x="384660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h7890"/>
            <p:cNvSpPr/>
            <p:nvPr/>
          </p:nvSpPr>
          <p:spPr>
            <a:xfrm>
              <a:off x="385604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h7891"/>
            <p:cNvSpPr/>
            <p:nvPr/>
          </p:nvSpPr>
          <p:spPr>
            <a:xfrm>
              <a:off x="3865485" y="1060895"/>
              <a:ext cx="921231" cy="914400"/>
            </a:xfrm>
            <a:custGeom>
              <a:avLst/>
              <a:pathLst>
                <a:path w="9212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786" y="896922"/>
                  </a:lnTo>
                  <a:lnTo>
                    <a:pt x="920809" y="907867"/>
                  </a:lnTo>
                  <a:lnTo>
                    <a:pt x="921231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h7892"/>
            <p:cNvSpPr/>
            <p:nvPr/>
          </p:nvSpPr>
          <p:spPr>
            <a:xfrm>
              <a:off x="2062399" y="104332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289" y="914399"/>
                  </a:lnTo>
                  <a:lnTo>
                    <a:pt x="914007" y="907617"/>
                  </a:lnTo>
                  <a:lnTo>
                    <a:pt x="914400" y="906257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h7893"/>
            <p:cNvSpPr/>
            <p:nvPr/>
          </p:nvSpPr>
          <p:spPr>
            <a:xfrm>
              <a:off x="2071840" y="102575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826"/>
                  </a:lnTo>
                  <a:lnTo>
                    <a:pt x="907369" y="915474"/>
                  </a:lnTo>
                  <a:lnTo>
                    <a:pt x="907719" y="91439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h7894"/>
            <p:cNvSpPr/>
            <p:nvPr/>
          </p:nvSpPr>
          <p:spPr>
            <a:xfrm>
              <a:off x="207184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h7895"/>
            <p:cNvSpPr/>
            <p:nvPr/>
          </p:nvSpPr>
          <p:spPr>
            <a:xfrm>
              <a:off x="208128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h7896"/>
            <p:cNvSpPr/>
            <p:nvPr/>
          </p:nvSpPr>
          <p:spPr>
            <a:xfrm>
              <a:off x="209072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h7897"/>
            <p:cNvSpPr/>
            <p:nvPr/>
          </p:nvSpPr>
          <p:spPr>
            <a:xfrm>
              <a:off x="210016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h7898"/>
            <p:cNvSpPr/>
            <p:nvPr/>
          </p:nvSpPr>
          <p:spPr>
            <a:xfrm>
              <a:off x="210960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h7899"/>
            <p:cNvSpPr/>
            <p:nvPr/>
          </p:nvSpPr>
          <p:spPr>
            <a:xfrm>
              <a:off x="211904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h7900"/>
            <p:cNvSpPr/>
            <p:nvPr/>
          </p:nvSpPr>
          <p:spPr>
            <a:xfrm>
              <a:off x="212848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h7901"/>
            <p:cNvSpPr/>
            <p:nvPr/>
          </p:nvSpPr>
          <p:spPr>
            <a:xfrm>
              <a:off x="213792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h7902"/>
            <p:cNvSpPr/>
            <p:nvPr/>
          </p:nvSpPr>
          <p:spPr>
            <a:xfrm>
              <a:off x="214736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h7903"/>
            <p:cNvSpPr/>
            <p:nvPr/>
          </p:nvSpPr>
          <p:spPr>
            <a:xfrm>
              <a:off x="215680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h7904"/>
            <p:cNvSpPr/>
            <p:nvPr/>
          </p:nvSpPr>
          <p:spPr>
            <a:xfrm>
              <a:off x="216624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h7905"/>
            <p:cNvSpPr/>
            <p:nvPr/>
          </p:nvSpPr>
          <p:spPr>
            <a:xfrm>
              <a:off x="217568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h7906"/>
            <p:cNvSpPr/>
            <p:nvPr/>
          </p:nvSpPr>
          <p:spPr>
            <a:xfrm>
              <a:off x="218512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h7907"/>
            <p:cNvSpPr/>
            <p:nvPr/>
          </p:nvSpPr>
          <p:spPr>
            <a:xfrm>
              <a:off x="219456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h7908"/>
            <p:cNvSpPr/>
            <p:nvPr/>
          </p:nvSpPr>
          <p:spPr>
            <a:xfrm>
              <a:off x="220400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h7909"/>
            <p:cNvSpPr/>
            <p:nvPr/>
          </p:nvSpPr>
          <p:spPr>
            <a:xfrm>
              <a:off x="221344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h7910"/>
            <p:cNvSpPr/>
            <p:nvPr/>
          </p:nvSpPr>
          <p:spPr>
            <a:xfrm>
              <a:off x="222288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h7911"/>
            <p:cNvSpPr/>
            <p:nvPr/>
          </p:nvSpPr>
          <p:spPr>
            <a:xfrm>
              <a:off x="223232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h7912"/>
            <p:cNvSpPr/>
            <p:nvPr/>
          </p:nvSpPr>
          <p:spPr>
            <a:xfrm>
              <a:off x="224176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h7913"/>
            <p:cNvSpPr/>
            <p:nvPr/>
          </p:nvSpPr>
          <p:spPr>
            <a:xfrm>
              <a:off x="225120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h7914"/>
            <p:cNvSpPr/>
            <p:nvPr/>
          </p:nvSpPr>
          <p:spPr>
            <a:xfrm>
              <a:off x="226064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h7915"/>
            <p:cNvSpPr/>
            <p:nvPr/>
          </p:nvSpPr>
          <p:spPr>
            <a:xfrm>
              <a:off x="2279525" y="104332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092" y="896830"/>
                  </a:lnTo>
                  <a:lnTo>
                    <a:pt x="914400" y="898183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h7916"/>
            <p:cNvSpPr/>
            <p:nvPr/>
          </p:nvSpPr>
          <p:spPr>
            <a:xfrm>
              <a:off x="2279525" y="1043325"/>
              <a:ext cx="917575" cy="914399"/>
            </a:xfrm>
            <a:custGeom>
              <a:avLst/>
              <a:pathLst>
                <a:path w="917575" h="914399">
                  <a:moveTo>
                    <a:pt x="914400" y="914399"/>
                  </a:moveTo>
                  <a:lnTo>
                    <a:pt x="914400" y="898183"/>
                  </a:lnTo>
                  <a:lnTo>
                    <a:pt x="915131" y="901409"/>
                  </a:lnTo>
                  <a:lnTo>
                    <a:pt x="917145" y="911768"/>
                  </a:lnTo>
                  <a:lnTo>
                    <a:pt x="917575" y="91439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h7917"/>
            <p:cNvSpPr/>
            <p:nvPr/>
          </p:nvSpPr>
          <p:spPr>
            <a:xfrm>
              <a:off x="3459555" y="1025756"/>
              <a:ext cx="914400" cy="914875"/>
            </a:xfrm>
            <a:custGeom>
              <a:avLst/>
              <a:pathLst>
                <a:path w="914400" h="914875">
                  <a:moveTo>
                    <a:pt x="914400" y="914399"/>
                  </a:moveTo>
                  <a:lnTo>
                    <a:pt x="914400" y="914875"/>
                  </a:lnTo>
                  <a:lnTo>
                    <a:pt x="913852" y="91439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h7918"/>
            <p:cNvSpPr/>
            <p:nvPr/>
          </p:nvSpPr>
          <p:spPr>
            <a:xfrm>
              <a:off x="3459555" y="1025756"/>
              <a:ext cx="923840" cy="922454"/>
            </a:xfrm>
            <a:custGeom>
              <a:avLst/>
              <a:pathLst>
                <a:path w="923840" h="92245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454"/>
                  </a:lnTo>
                  <a:lnTo>
                    <a:pt x="918474" y="918409"/>
                  </a:lnTo>
                  <a:lnTo>
                    <a:pt x="914400" y="914875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h7919"/>
            <p:cNvSpPr/>
            <p:nvPr/>
          </p:nvSpPr>
          <p:spPr>
            <a:xfrm>
              <a:off x="3468995" y="1025756"/>
              <a:ext cx="923840" cy="928131"/>
            </a:xfrm>
            <a:custGeom>
              <a:avLst/>
              <a:pathLst>
                <a:path w="923840" h="9281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8131"/>
                  </a:lnTo>
                  <a:lnTo>
                    <a:pt x="919916" y="926014"/>
                  </a:lnTo>
                  <a:lnTo>
                    <a:pt x="914400" y="92245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h7920"/>
            <p:cNvSpPr/>
            <p:nvPr/>
          </p:nvSpPr>
          <p:spPr>
            <a:xfrm>
              <a:off x="347843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100" y="931969"/>
                  </a:lnTo>
                  <a:lnTo>
                    <a:pt x="921719" y="931503"/>
                  </a:lnTo>
                  <a:lnTo>
                    <a:pt x="916059" y="929027"/>
                  </a:lnTo>
                  <a:lnTo>
                    <a:pt x="914400" y="92813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h7921"/>
            <p:cNvSpPr/>
            <p:nvPr/>
          </p:nvSpPr>
          <p:spPr>
            <a:xfrm>
              <a:off x="348787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h7922"/>
            <p:cNvSpPr/>
            <p:nvPr/>
          </p:nvSpPr>
          <p:spPr>
            <a:xfrm>
              <a:off x="349731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h7923"/>
            <p:cNvSpPr/>
            <p:nvPr/>
          </p:nvSpPr>
          <p:spPr>
            <a:xfrm>
              <a:off x="350675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h7924"/>
            <p:cNvSpPr/>
            <p:nvPr/>
          </p:nvSpPr>
          <p:spPr>
            <a:xfrm>
              <a:off x="351619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h7925"/>
            <p:cNvSpPr/>
            <p:nvPr/>
          </p:nvSpPr>
          <p:spPr>
            <a:xfrm>
              <a:off x="352563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h7926"/>
            <p:cNvSpPr/>
            <p:nvPr/>
          </p:nvSpPr>
          <p:spPr>
            <a:xfrm>
              <a:off x="353507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h7927"/>
            <p:cNvSpPr/>
            <p:nvPr/>
          </p:nvSpPr>
          <p:spPr>
            <a:xfrm>
              <a:off x="354451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h7928"/>
            <p:cNvSpPr/>
            <p:nvPr/>
          </p:nvSpPr>
          <p:spPr>
            <a:xfrm>
              <a:off x="355395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h7929"/>
            <p:cNvSpPr/>
            <p:nvPr/>
          </p:nvSpPr>
          <p:spPr>
            <a:xfrm>
              <a:off x="356339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h7930"/>
            <p:cNvSpPr/>
            <p:nvPr/>
          </p:nvSpPr>
          <p:spPr>
            <a:xfrm>
              <a:off x="357283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h7931"/>
            <p:cNvSpPr/>
            <p:nvPr/>
          </p:nvSpPr>
          <p:spPr>
            <a:xfrm>
              <a:off x="358227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h7932"/>
            <p:cNvSpPr/>
            <p:nvPr/>
          </p:nvSpPr>
          <p:spPr>
            <a:xfrm>
              <a:off x="359171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h7933"/>
            <p:cNvSpPr/>
            <p:nvPr/>
          </p:nvSpPr>
          <p:spPr>
            <a:xfrm>
              <a:off x="360115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h7934"/>
            <p:cNvSpPr/>
            <p:nvPr/>
          </p:nvSpPr>
          <p:spPr>
            <a:xfrm>
              <a:off x="361059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h7935"/>
            <p:cNvSpPr/>
            <p:nvPr/>
          </p:nvSpPr>
          <p:spPr>
            <a:xfrm>
              <a:off x="362003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h7936"/>
            <p:cNvSpPr/>
            <p:nvPr/>
          </p:nvSpPr>
          <p:spPr>
            <a:xfrm>
              <a:off x="362947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h7937"/>
            <p:cNvSpPr/>
            <p:nvPr/>
          </p:nvSpPr>
          <p:spPr>
            <a:xfrm>
              <a:off x="363891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h7938"/>
            <p:cNvSpPr/>
            <p:nvPr/>
          </p:nvSpPr>
          <p:spPr>
            <a:xfrm>
              <a:off x="364836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h7939"/>
            <p:cNvSpPr/>
            <p:nvPr/>
          </p:nvSpPr>
          <p:spPr>
            <a:xfrm>
              <a:off x="365780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h7940"/>
            <p:cNvSpPr/>
            <p:nvPr/>
          </p:nvSpPr>
          <p:spPr>
            <a:xfrm>
              <a:off x="366724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h7941"/>
            <p:cNvSpPr/>
            <p:nvPr/>
          </p:nvSpPr>
          <p:spPr>
            <a:xfrm>
              <a:off x="367668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h7942"/>
            <p:cNvSpPr/>
            <p:nvPr/>
          </p:nvSpPr>
          <p:spPr>
            <a:xfrm>
              <a:off x="368612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h7943"/>
            <p:cNvSpPr/>
            <p:nvPr/>
          </p:nvSpPr>
          <p:spPr>
            <a:xfrm>
              <a:off x="369556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h7944"/>
            <p:cNvSpPr/>
            <p:nvPr/>
          </p:nvSpPr>
          <p:spPr>
            <a:xfrm>
              <a:off x="370500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h7945"/>
            <p:cNvSpPr/>
            <p:nvPr/>
          </p:nvSpPr>
          <p:spPr>
            <a:xfrm>
              <a:off x="371444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h7946"/>
            <p:cNvSpPr/>
            <p:nvPr/>
          </p:nvSpPr>
          <p:spPr>
            <a:xfrm>
              <a:off x="372388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h7947"/>
            <p:cNvSpPr/>
            <p:nvPr/>
          </p:nvSpPr>
          <p:spPr>
            <a:xfrm>
              <a:off x="373332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h7948"/>
            <p:cNvSpPr/>
            <p:nvPr/>
          </p:nvSpPr>
          <p:spPr>
            <a:xfrm>
              <a:off x="374276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h7949"/>
            <p:cNvSpPr/>
            <p:nvPr/>
          </p:nvSpPr>
          <p:spPr>
            <a:xfrm>
              <a:off x="375220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h7950"/>
            <p:cNvSpPr/>
            <p:nvPr/>
          </p:nvSpPr>
          <p:spPr>
            <a:xfrm>
              <a:off x="376164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h7951"/>
            <p:cNvSpPr/>
            <p:nvPr/>
          </p:nvSpPr>
          <p:spPr>
            <a:xfrm>
              <a:off x="377108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h7952"/>
            <p:cNvSpPr/>
            <p:nvPr/>
          </p:nvSpPr>
          <p:spPr>
            <a:xfrm>
              <a:off x="378052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h7953"/>
            <p:cNvSpPr/>
            <p:nvPr/>
          </p:nvSpPr>
          <p:spPr>
            <a:xfrm>
              <a:off x="378996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h7954"/>
            <p:cNvSpPr/>
            <p:nvPr/>
          </p:nvSpPr>
          <p:spPr>
            <a:xfrm>
              <a:off x="379940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h7955"/>
            <p:cNvSpPr/>
            <p:nvPr/>
          </p:nvSpPr>
          <p:spPr>
            <a:xfrm>
              <a:off x="380884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h7956"/>
            <p:cNvSpPr/>
            <p:nvPr/>
          </p:nvSpPr>
          <p:spPr>
            <a:xfrm>
              <a:off x="381828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h7957"/>
            <p:cNvSpPr/>
            <p:nvPr/>
          </p:nvSpPr>
          <p:spPr>
            <a:xfrm>
              <a:off x="382772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h7958"/>
            <p:cNvSpPr/>
            <p:nvPr/>
          </p:nvSpPr>
          <p:spPr>
            <a:xfrm>
              <a:off x="383716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h7959"/>
            <p:cNvSpPr/>
            <p:nvPr/>
          </p:nvSpPr>
          <p:spPr>
            <a:xfrm>
              <a:off x="384660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h7960"/>
            <p:cNvSpPr/>
            <p:nvPr/>
          </p:nvSpPr>
          <p:spPr>
            <a:xfrm>
              <a:off x="385604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h7961"/>
            <p:cNvSpPr/>
            <p:nvPr/>
          </p:nvSpPr>
          <p:spPr>
            <a:xfrm>
              <a:off x="3865485" y="1043325"/>
              <a:ext cx="919775" cy="914399"/>
            </a:xfrm>
            <a:custGeom>
              <a:avLst/>
              <a:pathLst>
                <a:path w="919775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7409" y="896830"/>
                  </a:lnTo>
                  <a:lnTo>
                    <a:pt x="918455" y="903663"/>
                  </a:lnTo>
                  <a:lnTo>
                    <a:pt x="919775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h7962"/>
            <p:cNvSpPr/>
            <p:nvPr/>
          </p:nvSpPr>
          <p:spPr>
            <a:xfrm>
              <a:off x="2071840" y="100818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7719" y="931969"/>
                  </a:lnTo>
                  <a:lnTo>
                    <a:pt x="910440" y="923617"/>
                  </a:lnTo>
                  <a:lnTo>
                    <a:pt x="913813" y="91439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h7963"/>
            <p:cNvSpPr/>
            <p:nvPr/>
          </p:nvSpPr>
          <p:spPr>
            <a:xfrm>
              <a:off x="207184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h7964"/>
            <p:cNvSpPr/>
            <p:nvPr/>
          </p:nvSpPr>
          <p:spPr>
            <a:xfrm>
              <a:off x="208128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h7965"/>
            <p:cNvSpPr/>
            <p:nvPr/>
          </p:nvSpPr>
          <p:spPr>
            <a:xfrm>
              <a:off x="209072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h7966"/>
            <p:cNvSpPr/>
            <p:nvPr/>
          </p:nvSpPr>
          <p:spPr>
            <a:xfrm>
              <a:off x="210016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h7967"/>
            <p:cNvSpPr/>
            <p:nvPr/>
          </p:nvSpPr>
          <p:spPr>
            <a:xfrm>
              <a:off x="210960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h7968"/>
            <p:cNvSpPr/>
            <p:nvPr/>
          </p:nvSpPr>
          <p:spPr>
            <a:xfrm>
              <a:off x="211904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h7969"/>
            <p:cNvSpPr/>
            <p:nvPr/>
          </p:nvSpPr>
          <p:spPr>
            <a:xfrm>
              <a:off x="212848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h7970"/>
            <p:cNvSpPr/>
            <p:nvPr/>
          </p:nvSpPr>
          <p:spPr>
            <a:xfrm>
              <a:off x="213792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h7971"/>
            <p:cNvSpPr/>
            <p:nvPr/>
          </p:nvSpPr>
          <p:spPr>
            <a:xfrm>
              <a:off x="214736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h7972"/>
            <p:cNvSpPr/>
            <p:nvPr/>
          </p:nvSpPr>
          <p:spPr>
            <a:xfrm>
              <a:off x="215680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h7973"/>
            <p:cNvSpPr/>
            <p:nvPr/>
          </p:nvSpPr>
          <p:spPr>
            <a:xfrm>
              <a:off x="216624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h7974"/>
            <p:cNvSpPr/>
            <p:nvPr/>
          </p:nvSpPr>
          <p:spPr>
            <a:xfrm>
              <a:off x="217568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h7975"/>
            <p:cNvSpPr/>
            <p:nvPr/>
          </p:nvSpPr>
          <p:spPr>
            <a:xfrm>
              <a:off x="218512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h7976"/>
            <p:cNvSpPr/>
            <p:nvPr/>
          </p:nvSpPr>
          <p:spPr>
            <a:xfrm>
              <a:off x="219456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h7977"/>
            <p:cNvSpPr/>
            <p:nvPr/>
          </p:nvSpPr>
          <p:spPr>
            <a:xfrm>
              <a:off x="220400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h7978"/>
            <p:cNvSpPr/>
            <p:nvPr/>
          </p:nvSpPr>
          <p:spPr>
            <a:xfrm>
              <a:off x="221344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h7979"/>
            <p:cNvSpPr/>
            <p:nvPr/>
          </p:nvSpPr>
          <p:spPr>
            <a:xfrm>
              <a:off x="222288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h7980"/>
            <p:cNvSpPr/>
            <p:nvPr/>
          </p:nvSpPr>
          <p:spPr>
            <a:xfrm>
              <a:off x="223232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h7981"/>
            <p:cNvSpPr/>
            <p:nvPr/>
          </p:nvSpPr>
          <p:spPr>
            <a:xfrm>
              <a:off x="224176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h7982"/>
            <p:cNvSpPr/>
            <p:nvPr/>
          </p:nvSpPr>
          <p:spPr>
            <a:xfrm>
              <a:off x="225120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h7983"/>
            <p:cNvSpPr/>
            <p:nvPr/>
          </p:nvSpPr>
          <p:spPr>
            <a:xfrm>
              <a:off x="226064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h7984"/>
            <p:cNvSpPr/>
            <p:nvPr/>
          </p:nvSpPr>
          <p:spPr>
            <a:xfrm>
              <a:off x="2270085" y="1025756"/>
              <a:ext cx="923533" cy="914399"/>
            </a:xfrm>
            <a:custGeom>
              <a:avLst/>
              <a:pathLst>
                <a:path w="923533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067" y="896830"/>
                  </a:lnTo>
                  <a:lnTo>
                    <a:pt x="919686" y="898919"/>
                  </a:lnTo>
                  <a:lnTo>
                    <a:pt x="922269" y="908830"/>
                  </a:lnTo>
                  <a:lnTo>
                    <a:pt x="923533" y="91439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h7985"/>
            <p:cNvSpPr/>
            <p:nvPr/>
          </p:nvSpPr>
          <p:spPr>
            <a:xfrm>
              <a:off x="3440674" y="1008186"/>
              <a:ext cx="914400" cy="915284"/>
            </a:xfrm>
            <a:custGeom>
              <a:avLst/>
              <a:pathLst>
                <a:path w="914400" h="915284">
                  <a:moveTo>
                    <a:pt x="914400" y="914399"/>
                  </a:moveTo>
                  <a:lnTo>
                    <a:pt x="914400" y="915284"/>
                  </a:lnTo>
                  <a:lnTo>
                    <a:pt x="910401" y="9143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h7986"/>
            <p:cNvSpPr/>
            <p:nvPr/>
          </p:nvSpPr>
          <p:spPr>
            <a:xfrm>
              <a:off x="3440674" y="1008186"/>
              <a:ext cx="923840" cy="922880"/>
            </a:xfrm>
            <a:custGeom>
              <a:avLst/>
              <a:pathLst>
                <a:path w="923840" h="922880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880"/>
                  </a:lnTo>
                  <a:lnTo>
                    <a:pt x="921958" y="920787"/>
                  </a:lnTo>
                  <a:lnTo>
                    <a:pt x="917963" y="915806"/>
                  </a:lnTo>
                  <a:lnTo>
                    <a:pt x="915211" y="915463"/>
                  </a:lnTo>
                  <a:lnTo>
                    <a:pt x="914400" y="915284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h7987"/>
            <p:cNvSpPr/>
            <p:nvPr/>
          </p:nvSpPr>
          <p:spPr>
            <a:xfrm>
              <a:off x="345011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292" y="931969"/>
                  </a:lnTo>
                  <a:lnTo>
                    <a:pt x="922645" y="931408"/>
                  </a:lnTo>
                  <a:lnTo>
                    <a:pt x="917508" y="926339"/>
                  </a:lnTo>
                  <a:lnTo>
                    <a:pt x="914400" y="92288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h7988"/>
            <p:cNvSpPr/>
            <p:nvPr/>
          </p:nvSpPr>
          <p:spPr>
            <a:xfrm>
              <a:off x="345955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h7989"/>
            <p:cNvSpPr/>
            <p:nvPr/>
          </p:nvSpPr>
          <p:spPr>
            <a:xfrm>
              <a:off x="346899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h7990"/>
            <p:cNvSpPr/>
            <p:nvPr/>
          </p:nvSpPr>
          <p:spPr>
            <a:xfrm>
              <a:off x="347843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h7991"/>
            <p:cNvSpPr/>
            <p:nvPr/>
          </p:nvSpPr>
          <p:spPr>
            <a:xfrm>
              <a:off x="348787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h7992"/>
            <p:cNvSpPr/>
            <p:nvPr/>
          </p:nvSpPr>
          <p:spPr>
            <a:xfrm>
              <a:off x="349731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h7993"/>
            <p:cNvSpPr/>
            <p:nvPr/>
          </p:nvSpPr>
          <p:spPr>
            <a:xfrm>
              <a:off x="350675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h7994"/>
            <p:cNvSpPr/>
            <p:nvPr/>
          </p:nvSpPr>
          <p:spPr>
            <a:xfrm>
              <a:off x="351619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h7995"/>
            <p:cNvSpPr/>
            <p:nvPr/>
          </p:nvSpPr>
          <p:spPr>
            <a:xfrm>
              <a:off x="352563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h7996"/>
            <p:cNvSpPr/>
            <p:nvPr/>
          </p:nvSpPr>
          <p:spPr>
            <a:xfrm>
              <a:off x="353507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h7997"/>
            <p:cNvSpPr/>
            <p:nvPr/>
          </p:nvSpPr>
          <p:spPr>
            <a:xfrm>
              <a:off x="354451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h7998"/>
            <p:cNvSpPr/>
            <p:nvPr/>
          </p:nvSpPr>
          <p:spPr>
            <a:xfrm>
              <a:off x="355395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h7999"/>
            <p:cNvSpPr/>
            <p:nvPr/>
          </p:nvSpPr>
          <p:spPr>
            <a:xfrm>
              <a:off x="356339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h8000"/>
            <p:cNvSpPr/>
            <p:nvPr/>
          </p:nvSpPr>
          <p:spPr>
            <a:xfrm>
              <a:off x="357283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h8001"/>
            <p:cNvSpPr/>
            <p:nvPr/>
          </p:nvSpPr>
          <p:spPr>
            <a:xfrm>
              <a:off x="358227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h8002"/>
            <p:cNvSpPr/>
            <p:nvPr/>
          </p:nvSpPr>
          <p:spPr>
            <a:xfrm>
              <a:off x="359171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h8003"/>
            <p:cNvSpPr/>
            <p:nvPr/>
          </p:nvSpPr>
          <p:spPr>
            <a:xfrm>
              <a:off x="360115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h8004"/>
            <p:cNvSpPr/>
            <p:nvPr/>
          </p:nvSpPr>
          <p:spPr>
            <a:xfrm>
              <a:off x="361059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h8005"/>
            <p:cNvSpPr/>
            <p:nvPr/>
          </p:nvSpPr>
          <p:spPr>
            <a:xfrm>
              <a:off x="362003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h8006"/>
            <p:cNvSpPr/>
            <p:nvPr/>
          </p:nvSpPr>
          <p:spPr>
            <a:xfrm>
              <a:off x="362947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h8007"/>
            <p:cNvSpPr/>
            <p:nvPr/>
          </p:nvSpPr>
          <p:spPr>
            <a:xfrm>
              <a:off x="363891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h8008"/>
            <p:cNvSpPr/>
            <p:nvPr/>
          </p:nvSpPr>
          <p:spPr>
            <a:xfrm>
              <a:off x="364836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h8009"/>
            <p:cNvSpPr/>
            <p:nvPr/>
          </p:nvSpPr>
          <p:spPr>
            <a:xfrm>
              <a:off x="365780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h8010"/>
            <p:cNvSpPr/>
            <p:nvPr/>
          </p:nvSpPr>
          <p:spPr>
            <a:xfrm>
              <a:off x="366724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h8011"/>
            <p:cNvSpPr/>
            <p:nvPr/>
          </p:nvSpPr>
          <p:spPr>
            <a:xfrm>
              <a:off x="367668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h8012"/>
            <p:cNvSpPr/>
            <p:nvPr/>
          </p:nvSpPr>
          <p:spPr>
            <a:xfrm>
              <a:off x="368612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h8013"/>
            <p:cNvSpPr/>
            <p:nvPr/>
          </p:nvSpPr>
          <p:spPr>
            <a:xfrm>
              <a:off x="369556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h8014"/>
            <p:cNvSpPr/>
            <p:nvPr/>
          </p:nvSpPr>
          <p:spPr>
            <a:xfrm>
              <a:off x="370500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h8015"/>
            <p:cNvSpPr/>
            <p:nvPr/>
          </p:nvSpPr>
          <p:spPr>
            <a:xfrm>
              <a:off x="371444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h8016"/>
            <p:cNvSpPr/>
            <p:nvPr/>
          </p:nvSpPr>
          <p:spPr>
            <a:xfrm>
              <a:off x="372388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h8017"/>
            <p:cNvSpPr/>
            <p:nvPr/>
          </p:nvSpPr>
          <p:spPr>
            <a:xfrm>
              <a:off x="373332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h8018"/>
            <p:cNvSpPr/>
            <p:nvPr/>
          </p:nvSpPr>
          <p:spPr>
            <a:xfrm>
              <a:off x="374276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h8019"/>
            <p:cNvSpPr/>
            <p:nvPr/>
          </p:nvSpPr>
          <p:spPr>
            <a:xfrm>
              <a:off x="375220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h8020"/>
            <p:cNvSpPr/>
            <p:nvPr/>
          </p:nvSpPr>
          <p:spPr>
            <a:xfrm>
              <a:off x="376164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h8021"/>
            <p:cNvSpPr/>
            <p:nvPr/>
          </p:nvSpPr>
          <p:spPr>
            <a:xfrm>
              <a:off x="377108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h8022"/>
            <p:cNvSpPr/>
            <p:nvPr/>
          </p:nvSpPr>
          <p:spPr>
            <a:xfrm>
              <a:off x="378052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h8023"/>
            <p:cNvSpPr/>
            <p:nvPr/>
          </p:nvSpPr>
          <p:spPr>
            <a:xfrm>
              <a:off x="378996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h8024"/>
            <p:cNvSpPr/>
            <p:nvPr/>
          </p:nvSpPr>
          <p:spPr>
            <a:xfrm>
              <a:off x="379940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h8025"/>
            <p:cNvSpPr/>
            <p:nvPr/>
          </p:nvSpPr>
          <p:spPr>
            <a:xfrm>
              <a:off x="380884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h8026"/>
            <p:cNvSpPr/>
            <p:nvPr/>
          </p:nvSpPr>
          <p:spPr>
            <a:xfrm>
              <a:off x="381828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h8027"/>
            <p:cNvSpPr/>
            <p:nvPr/>
          </p:nvSpPr>
          <p:spPr>
            <a:xfrm>
              <a:off x="382772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h8028"/>
            <p:cNvSpPr/>
            <p:nvPr/>
          </p:nvSpPr>
          <p:spPr>
            <a:xfrm>
              <a:off x="383716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h8029"/>
            <p:cNvSpPr/>
            <p:nvPr/>
          </p:nvSpPr>
          <p:spPr>
            <a:xfrm>
              <a:off x="384660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h8030"/>
            <p:cNvSpPr/>
            <p:nvPr/>
          </p:nvSpPr>
          <p:spPr>
            <a:xfrm>
              <a:off x="3865485" y="10257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188" y="896830"/>
                  </a:lnTo>
                  <a:lnTo>
                    <a:pt x="914400" y="897807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h8031"/>
            <p:cNvSpPr/>
            <p:nvPr/>
          </p:nvSpPr>
          <p:spPr>
            <a:xfrm>
              <a:off x="3865485" y="1025756"/>
              <a:ext cx="917409" cy="914399"/>
            </a:xfrm>
            <a:custGeom>
              <a:avLst/>
              <a:pathLst>
                <a:path w="917409" h="914399">
                  <a:moveTo>
                    <a:pt x="914400" y="914399"/>
                  </a:moveTo>
                  <a:lnTo>
                    <a:pt x="914400" y="897807"/>
                  </a:lnTo>
                  <a:lnTo>
                    <a:pt x="914883" y="900040"/>
                  </a:lnTo>
                  <a:lnTo>
                    <a:pt x="916819" y="910549"/>
                  </a:lnTo>
                  <a:lnTo>
                    <a:pt x="917409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h8032"/>
            <p:cNvSpPr/>
            <p:nvPr/>
          </p:nvSpPr>
          <p:spPr>
            <a:xfrm>
              <a:off x="2071840" y="100818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3813" y="914399"/>
                  </a:lnTo>
                  <a:lnTo>
                    <a:pt x="914400" y="912963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h8033"/>
            <p:cNvSpPr/>
            <p:nvPr/>
          </p:nvSpPr>
          <p:spPr>
            <a:xfrm>
              <a:off x="2081280" y="99061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533"/>
                  </a:lnTo>
                  <a:lnTo>
                    <a:pt x="907915" y="923292"/>
                  </a:lnTo>
                  <a:lnTo>
                    <a:pt x="911739" y="914874"/>
                  </a:lnTo>
                  <a:lnTo>
                    <a:pt x="911967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h8034"/>
            <p:cNvSpPr/>
            <p:nvPr/>
          </p:nvSpPr>
          <p:spPr>
            <a:xfrm>
              <a:off x="208128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h8035"/>
            <p:cNvSpPr/>
            <p:nvPr/>
          </p:nvSpPr>
          <p:spPr>
            <a:xfrm>
              <a:off x="209072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h8036"/>
            <p:cNvSpPr/>
            <p:nvPr/>
          </p:nvSpPr>
          <p:spPr>
            <a:xfrm>
              <a:off x="210016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h8037"/>
            <p:cNvSpPr/>
            <p:nvPr/>
          </p:nvSpPr>
          <p:spPr>
            <a:xfrm>
              <a:off x="210960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h8038"/>
            <p:cNvSpPr/>
            <p:nvPr/>
          </p:nvSpPr>
          <p:spPr>
            <a:xfrm>
              <a:off x="211904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h8039"/>
            <p:cNvSpPr/>
            <p:nvPr/>
          </p:nvSpPr>
          <p:spPr>
            <a:xfrm>
              <a:off x="212848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h8040"/>
            <p:cNvSpPr/>
            <p:nvPr/>
          </p:nvSpPr>
          <p:spPr>
            <a:xfrm>
              <a:off x="213792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h8041"/>
            <p:cNvSpPr/>
            <p:nvPr/>
          </p:nvSpPr>
          <p:spPr>
            <a:xfrm>
              <a:off x="214736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h8042"/>
            <p:cNvSpPr/>
            <p:nvPr/>
          </p:nvSpPr>
          <p:spPr>
            <a:xfrm>
              <a:off x="215680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h8043"/>
            <p:cNvSpPr/>
            <p:nvPr/>
          </p:nvSpPr>
          <p:spPr>
            <a:xfrm>
              <a:off x="216624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h8044"/>
            <p:cNvSpPr/>
            <p:nvPr/>
          </p:nvSpPr>
          <p:spPr>
            <a:xfrm>
              <a:off x="217568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h8045"/>
            <p:cNvSpPr/>
            <p:nvPr/>
          </p:nvSpPr>
          <p:spPr>
            <a:xfrm>
              <a:off x="218512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h8046"/>
            <p:cNvSpPr/>
            <p:nvPr/>
          </p:nvSpPr>
          <p:spPr>
            <a:xfrm>
              <a:off x="219456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h8047"/>
            <p:cNvSpPr/>
            <p:nvPr/>
          </p:nvSpPr>
          <p:spPr>
            <a:xfrm>
              <a:off x="220400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h8048"/>
            <p:cNvSpPr/>
            <p:nvPr/>
          </p:nvSpPr>
          <p:spPr>
            <a:xfrm>
              <a:off x="221344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h8049"/>
            <p:cNvSpPr/>
            <p:nvPr/>
          </p:nvSpPr>
          <p:spPr>
            <a:xfrm>
              <a:off x="222288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h8050"/>
            <p:cNvSpPr/>
            <p:nvPr/>
          </p:nvSpPr>
          <p:spPr>
            <a:xfrm>
              <a:off x="223232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h8051"/>
            <p:cNvSpPr/>
            <p:nvPr/>
          </p:nvSpPr>
          <p:spPr>
            <a:xfrm>
              <a:off x="224176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h8052"/>
            <p:cNvSpPr/>
            <p:nvPr/>
          </p:nvSpPr>
          <p:spPr>
            <a:xfrm>
              <a:off x="225120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h8053"/>
            <p:cNvSpPr/>
            <p:nvPr/>
          </p:nvSpPr>
          <p:spPr>
            <a:xfrm>
              <a:off x="2270085" y="100818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56" y="896830"/>
                  </a:lnTo>
                  <a:lnTo>
                    <a:pt x="913702" y="897487"/>
                  </a:lnTo>
                  <a:lnTo>
                    <a:pt x="914400" y="899574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h8054"/>
            <p:cNvSpPr/>
            <p:nvPr/>
          </p:nvSpPr>
          <p:spPr>
            <a:xfrm>
              <a:off x="2270085" y="1008186"/>
              <a:ext cx="919067" cy="914399"/>
            </a:xfrm>
            <a:custGeom>
              <a:avLst/>
              <a:pathLst>
                <a:path w="919067" h="914399">
                  <a:moveTo>
                    <a:pt x="914400" y="914399"/>
                  </a:moveTo>
                  <a:lnTo>
                    <a:pt x="914400" y="899574"/>
                  </a:lnTo>
                  <a:lnTo>
                    <a:pt x="916827" y="906842"/>
                  </a:lnTo>
                  <a:lnTo>
                    <a:pt x="919067" y="91439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h8055"/>
            <p:cNvSpPr/>
            <p:nvPr/>
          </p:nvSpPr>
          <p:spPr>
            <a:xfrm>
              <a:off x="3412354" y="990616"/>
              <a:ext cx="914400" cy="920596"/>
            </a:xfrm>
            <a:custGeom>
              <a:avLst/>
              <a:pathLst>
                <a:path w="914400" h="920596">
                  <a:moveTo>
                    <a:pt x="914400" y="914400"/>
                  </a:moveTo>
                  <a:lnTo>
                    <a:pt x="914400" y="920596"/>
                  </a:lnTo>
                  <a:lnTo>
                    <a:pt x="909739" y="917175"/>
                  </a:lnTo>
                  <a:lnTo>
                    <a:pt x="906463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h8056"/>
            <p:cNvSpPr/>
            <p:nvPr/>
          </p:nvSpPr>
          <p:spPr>
            <a:xfrm>
              <a:off x="3412354" y="990616"/>
              <a:ext cx="923840" cy="926253"/>
            </a:xfrm>
            <a:custGeom>
              <a:avLst/>
              <a:pathLst>
                <a:path w="923840" h="9262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253"/>
                  </a:lnTo>
                  <a:lnTo>
                    <a:pt x="920690" y="924614"/>
                  </a:lnTo>
                  <a:lnTo>
                    <a:pt x="915163" y="921157"/>
                  </a:lnTo>
                  <a:lnTo>
                    <a:pt x="914400" y="920596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h8057"/>
            <p:cNvSpPr/>
            <p:nvPr/>
          </p:nvSpPr>
          <p:spPr>
            <a:xfrm>
              <a:off x="3421794" y="990616"/>
              <a:ext cx="923840" cy="930329"/>
            </a:xfrm>
            <a:custGeom>
              <a:avLst/>
              <a:pathLst>
                <a:path w="923840" h="9303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329"/>
                  </a:lnTo>
                  <a:lnTo>
                    <a:pt x="922554" y="929919"/>
                  </a:lnTo>
                  <a:lnTo>
                    <a:pt x="916865" y="927537"/>
                  </a:lnTo>
                  <a:lnTo>
                    <a:pt x="914400" y="926253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h8058"/>
            <p:cNvSpPr/>
            <p:nvPr/>
          </p:nvSpPr>
          <p:spPr>
            <a:xfrm>
              <a:off x="343123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42" y="931969"/>
                  </a:lnTo>
                  <a:lnTo>
                    <a:pt x="918861" y="931752"/>
                  </a:lnTo>
                  <a:lnTo>
                    <a:pt x="914400" y="93032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h8059"/>
            <p:cNvSpPr/>
            <p:nvPr/>
          </p:nvSpPr>
          <p:spPr>
            <a:xfrm>
              <a:off x="344067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h8060"/>
            <p:cNvSpPr/>
            <p:nvPr/>
          </p:nvSpPr>
          <p:spPr>
            <a:xfrm>
              <a:off x="345011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h8061"/>
            <p:cNvSpPr/>
            <p:nvPr/>
          </p:nvSpPr>
          <p:spPr>
            <a:xfrm>
              <a:off x="345955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h8062"/>
            <p:cNvSpPr/>
            <p:nvPr/>
          </p:nvSpPr>
          <p:spPr>
            <a:xfrm>
              <a:off x="346899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h8063"/>
            <p:cNvSpPr/>
            <p:nvPr/>
          </p:nvSpPr>
          <p:spPr>
            <a:xfrm>
              <a:off x="347843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h8064"/>
            <p:cNvSpPr/>
            <p:nvPr/>
          </p:nvSpPr>
          <p:spPr>
            <a:xfrm>
              <a:off x="348787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h8065"/>
            <p:cNvSpPr/>
            <p:nvPr/>
          </p:nvSpPr>
          <p:spPr>
            <a:xfrm>
              <a:off x="349731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h8066"/>
            <p:cNvSpPr/>
            <p:nvPr/>
          </p:nvSpPr>
          <p:spPr>
            <a:xfrm>
              <a:off x="350675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h8067"/>
            <p:cNvSpPr/>
            <p:nvPr/>
          </p:nvSpPr>
          <p:spPr>
            <a:xfrm>
              <a:off x="351619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h8068"/>
            <p:cNvSpPr/>
            <p:nvPr/>
          </p:nvSpPr>
          <p:spPr>
            <a:xfrm>
              <a:off x="352563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h8069"/>
            <p:cNvSpPr/>
            <p:nvPr/>
          </p:nvSpPr>
          <p:spPr>
            <a:xfrm>
              <a:off x="353507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h8070"/>
            <p:cNvSpPr/>
            <p:nvPr/>
          </p:nvSpPr>
          <p:spPr>
            <a:xfrm>
              <a:off x="354451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h8071"/>
            <p:cNvSpPr/>
            <p:nvPr/>
          </p:nvSpPr>
          <p:spPr>
            <a:xfrm>
              <a:off x="355395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h8072"/>
            <p:cNvSpPr/>
            <p:nvPr/>
          </p:nvSpPr>
          <p:spPr>
            <a:xfrm>
              <a:off x="356339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h8073"/>
            <p:cNvSpPr/>
            <p:nvPr/>
          </p:nvSpPr>
          <p:spPr>
            <a:xfrm>
              <a:off x="357283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h8074"/>
            <p:cNvSpPr/>
            <p:nvPr/>
          </p:nvSpPr>
          <p:spPr>
            <a:xfrm>
              <a:off x="358227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h8075"/>
            <p:cNvSpPr/>
            <p:nvPr/>
          </p:nvSpPr>
          <p:spPr>
            <a:xfrm>
              <a:off x="359171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h8076"/>
            <p:cNvSpPr/>
            <p:nvPr/>
          </p:nvSpPr>
          <p:spPr>
            <a:xfrm>
              <a:off x="360115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h8077"/>
            <p:cNvSpPr/>
            <p:nvPr/>
          </p:nvSpPr>
          <p:spPr>
            <a:xfrm>
              <a:off x="361059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h8078"/>
            <p:cNvSpPr/>
            <p:nvPr/>
          </p:nvSpPr>
          <p:spPr>
            <a:xfrm>
              <a:off x="362003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h8079"/>
            <p:cNvSpPr/>
            <p:nvPr/>
          </p:nvSpPr>
          <p:spPr>
            <a:xfrm>
              <a:off x="362947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h8080"/>
            <p:cNvSpPr/>
            <p:nvPr/>
          </p:nvSpPr>
          <p:spPr>
            <a:xfrm>
              <a:off x="363891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h8081"/>
            <p:cNvSpPr/>
            <p:nvPr/>
          </p:nvSpPr>
          <p:spPr>
            <a:xfrm>
              <a:off x="364836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h8082"/>
            <p:cNvSpPr/>
            <p:nvPr/>
          </p:nvSpPr>
          <p:spPr>
            <a:xfrm>
              <a:off x="365780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h8083"/>
            <p:cNvSpPr/>
            <p:nvPr/>
          </p:nvSpPr>
          <p:spPr>
            <a:xfrm>
              <a:off x="366724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h8084"/>
            <p:cNvSpPr/>
            <p:nvPr/>
          </p:nvSpPr>
          <p:spPr>
            <a:xfrm>
              <a:off x="367668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h8085"/>
            <p:cNvSpPr/>
            <p:nvPr/>
          </p:nvSpPr>
          <p:spPr>
            <a:xfrm>
              <a:off x="368612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h8086"/>
            <p:cNvSpPr/>
            <p:nvPr/>
          </p:nvSpPr>
          <p:spPr>
            <a:xfrm>
              <a:off x="369556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h8087"/>
            <p:cNvSpPr/>
            <p:nvPr/>
          </p:nvSpPr>
          <p:spPr>
            <a:xfrm>
              <a:off x="370500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h8088"/>
            <p:cNvSpPr/>
            <p:nvPr/>
          </p:nvSpPr>
          <p:spPr>
            <a:xfrm>
              <a:off x="371444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h8089"/>
            <p:cNvSpPr/>
            <p:nvPr/>
          </p:nvSpPr>
          <p:spPr>
            <a:xfrm>
              <a:off x="372388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h8090"/>
            <p:cNvSpPr/>
            <p:nvPr/>
          </p:nvSpPr>
          <p:spPr>
            <a:xfrm>
              <a:off x="373332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h8091"/>
            <p:cNvSpPr/>
            <p:nvPr/>
          </p:nvSpPr>
          <p:spPr>
            <a:xfrm>
              <a:off x="374276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h8092"/>
            <p:cNvSpPr/>
            <p:nvPr/>
          </p:nvSpPr>
          <p:spPr>
            <a:xfrm>
              <a:off x="375220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h8093"/>
            <p:cNvSpPr/>
            <p:nvPr/>
          </p:nvSpPr>
          <p:spPr>
            <a:xfrm>
              <a:off x="376164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h8094"/>
            <p:cNvSpPr/>
            <p:nvPr/>
          </p:nvSpPr>
          <p:spPr>
            <a:xfrm>
              <a:off x="377108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h8095"/>
            <p:cNvSpPr/>
            <p:nvPr/>
          </p:nvSpPr>
          <p:spPr>
            <a:xfrm>
              <a:off x="378052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h8096"/>
            <p:cNvSpPr/>
            <p:nvPr/>
          </p:nvSpPr>
          <p:spPr>
            <a:xfrm>
              <a:off x="378996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h8097"/>
            <p:cNvSpPr/>
            <p:nvPr/>
          </p:nvSpPr>
          <p:spPr>
            <a:xfrm>
              <a:off x="379940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h8098"/>
            <p:cNvSpPr/>
            <p:nvPr/>
          </p:nvSpPr>
          <p:spPr>
            <a:xfrm>
              <a:off x="380884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h8099"/>
            <p:cNvSpPr/>
            <p:nvPr/>
          </p:nvSpPr>
          <p:spPr>
            <a:xfrm>
              <a:off x="381828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h8100"/>
            <p:cNvSpPr/>
            <p:nvPr/>
          </p:nvSpPr>
          <p:spPr>
            <a:xfrm>
              <a:off x="382772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h8101"/>
            <p:cNvSpPr/>
            <p:nvPr/>
          </p:nvSpPr>
          <p:spPr>
            <a:xfrm>
              <a:off x="383716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h8102"/>
            <p:cNvSpPr/>
            <p:nvPr/>
          </p:nvSpPr>
          <p:spPr>
            <a:xfrm>
              <a:off x="384660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h8103"/>
            <p:cNvSpPr/>
            <p:nvPr/>
          </p:nvSpPr>
          <p:spPr>
            <a:xfrm>
              <a:off x="3856045" y="1008186"/>
              <a:ext cx="923628" cy="914399"/>
            </a:xfrm>
            <a:custGeom>
              <a:avLst/>
              <a:pathLst>
                <a:path w="9236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488" y="896916"/>
                  </a:lnTo>
                  <a:lnTo>
                    <a:pt x="919573" y="897235"/>
                  </a:lnTo>
                  <a:lnTo>
                    <a:pt x="922092" y="907306"/>
                  </a:lnTo>
                  <a:lnTo>
                    <a:pt x="923628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h8104"/>
            <p:cNvSpPr/>
            <p:nvPr/>
          </p:nvSpPr>
          <p:spPr>
            <a:xfrm>
              <a:off x="2081280" y="99061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967" y="914400"/>
                  </a:lnTo>
                  <a:lnTo>
                    <a:pt x="912104" y="914113"/>
                  </a:lnTo>
                  <a:lnTo>
                    <a:pt x="912287" y="913730"/>
                  </a:lnTo>
                  <a:lnTo>
                    <a:pt x="912471" y="913347"/>
                  </a:lnTo>
                  <a:lnTo>
                    <a:pt x="912654" y="912964"/>
                  </a:lnTo>
                  <a:lnTo>
                    <a:pt x="912838" y="912581"/>
                  </a:lnTo>
                  <a:lnTo>
                    <a:pt x="913021" y="912198"/>
                  </a:lnTo>
                  <a:lnTo>
                    <a:pt x="913205" y="911815"/>
                  </a:lnTo>
                  <a:lnTo>
                    <a:pt x="913388" y="911432"/>
                  </a:lnTo>
                  <a:lnTo>
                    <a:pt x="913572" y="911049"/>
                  </a:lnTo>
                  <a:lnTo>
                    <a:pt x="913756" y="910666"/>
                  </a:lnTo>
                  <a:lnTo>
                    <a:pt x="913939" y="910283"/>
                  </a:lnTo>
                  <a:lnTo>
                    <a:pt x="914123" y="909900"/>
                  </a:lnTo>
                  <a:lnTo>
                    <a:pt x="914307" y="909517"/>
                  </a:lnTo>
                  <a:lnTo>
                    <a:pt x="914400" y="909323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h8105"/>
            <p:cNvSpPr/>
            <p:nvPr/>
          </p:nvSpPr>
          <p:spPr>
            <a:xfrm>
              <a:off x="2090720" y="97304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893"/>
                  </a:lnTo>
                  <a:lnTo>
                    <a:pt x="905050" y="926703"/>
                  </a:lnTo>
                  <a:lnTo>
                    <a:pt x="905234" y="926320"/>
                  </a:lnTo>
                  <a:lnTo>
                    <a:pt x="905417" y="925937"/>
                  </a:lnTo>
                  <a:lnTo>
                    <a:pt x="905601" y="925554"/>
                  </a:lnTo>
                  <a:lnTo>
                    <a:pt x="905785" y="925171"/>
                  </a:lnTo>
                  <a:lnTo>
                    <a:pt x="905968" y="924788"/>
                  </a:lnTo>
                  <a:lnTo>
                    <a:pt x="906152" y="924405"/>
                  </a:lnTo>
                  <a:lnTo>
                    <a:pt x="906336" y="924022"/>
                  </a:lnTo>
                  <a:lnTo>
                    <a:pt x="906520" y="923639"/>
                  </a:lnTo>
                  <a:lnTo>
                    <a:pt x="906703" y="923256"/>
                  </a:lnTo>
                  <a:lnTo>
                    <a:pt x="906887" y="922873"/>
                  </a:lnTo>
                  <a:lnTo>
                    <a:pt x="907071" y="922490"/>
                  </a:lnTo>
                  <a:lnTo>
                    <a:pt x="907255" y="922107"/>
                  </a:lnTo>
                  <a:lnTo>
                    <a:pt x="907439" y="921724"/>
                  </a:lnTo>
                  <a:lnTo>
                    <a:pt x="907622" y="921341"/>
                  </a:lnTo>
                  <a:lnTo>
                    <a:pt x="907806" y="920958"/>
                  </a:lnTo>
                  <a:lnTo>
                    <a:pt x="907990" y="920575"/>
                  </a:lnTo>
                  <a:lnTo>
                    <a:pt x="908174" y="920192"/>
                  </a:lnTo>
                  <a:lnTo>
                    <a:pt x="908358" y="919809"/>
                  </a:lnTo>
                  <a:lnTo>
                    <a:pt x="908542" y="919426"/>
                  </a:lnTo>
                  <a:lnTo>
                    <a:pt x="908726" y="919043"/>
                  </a:lnTo>
                  <a:lnTo>
                    <a:pt x="908910" y="918660"/>
                  </a:lnTo>
                  <a:lnTo>
                    <a:pt x="909093" y="918277"/>
                  </a:lnTo>
                  <a:lnTo>
                    <a:pt x="909277" y="917894"/>
                  </a:lnTo>
                  <a:lnTo>
                    <a:pt x="909461" y="917511"/>
                  </a:lnTo>
                  <a:lnTo>
                    <a:pt x="909645" y="917128"/>
                  </a:lnTo>
                  <a:lnTo>
                    <a:pt x="909829" y="916745"/>
                  </a:lnTo>
                  <a:lnTo>
                    <a:pt x="910013" y="916362"/>
                  </a:lnTo>
                  <a:lnTo>
                    <a:pt x="910197" y="915979"/>
                  </a:lnTo>
                  <a:lnTo>
                    <a:pt x="910381" y="915596"/>
                  </a:lnTo>
                  <a:lnTo>
                    <a:pt x="910565" y="915213"/>
                  </a:lnTo>
                  <a:lnTo>
                    <a:pt x="910749" y="914830"/>
                  </a:lnTo>
                  <a:lnTo>
                    <a:pt x="910956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h8106"/>
            <p:cNvSpPr/>
            <p:nvPr/>
          </p:nvSpPr>
          <p:spPr>
            <a:xfrm>
              <a:off x="209072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h8107"/>
            <p:cNvSpPr/>
            <p:nvPr/>
          </p:nvSpPr>
          <p:spPr>
            <a:xfrm>
              <a:off x="210016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h8108"/>
            <p:cNvSpPr/>
            <p:nvPr/>
          </p:nvSpPr>
          <p:spPr>
            <a:xfrm>
              <a:off x="210960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h8109"/>
            <p:cNvSpPr/>
            <p:nvPr/>
          </p:nvSpPr>
          <p:spPr>
            <a:xfrm>
              <a:off x="211904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h8110"/>
            <p:cNvSpPr/>
            <p:nvPr/>
          </p:nvSpPr>
          <p:spPr>
            <a:xfrm>
              <a:off x="212848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h8111"/>
            <p:cNvSpPr/>
            <p:nvPr/>
          </p:nvSpPr>
          <p:spPr>
            <a:xfrm>
              <a:off x="213792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h8112"/>
            <p:cNvSpPr/>
            <p:nvPr/>
          </p:nvSpPr>
          <p:spPr>
            <a:xfrm>
              <a:off x="214736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h8113"/>
            <p:cNvSpPr/>
            <p:nvPr/>
          </p:nvSpPr>
          <p:spPr>
            <a:xfrm>
              <a:off x="215680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h8114"/>
            <p:cNvSpPr/>
            <p:nvPr/>
          </p:nvSpPr>
          <p:spPr>
            <a:xfrm>
              <a:off x="216624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h8115"/>
            <p:cNvSpPr/>
            <p:nvPr/>
          </p:nvSpPr>
          <p:spPr>
            <a:xfrm>
              <a:off x="217568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h8116"/>
            <p:cNvSpPr/>
            <p:nvPr/>
          </p:nvSpPr>
          <p:spPr>
            <a:xfrm>
              <a:off x="218512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h8117"/>
            <p:cNvSpPr/>
            <p:nvPr/>
          </p:nvSpPr>
          <p:spPr>
            <a:xfrm>
              <a:off x="219456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h8118"/>
            <p:cNvSpPr/>
            <p:nvPr/>
          </p:nvSpPr>
          <p:spPr>
            <a:xfrm>
              <a:off x="220400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h8119"/>
            <p:cNvSpPr/>
            <p:nvPr/>
          </p:nvSpPr>
          <p:spPr>
            <a:xfrm>
              <a:off x="221344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h8120"/>
            <p:cNvSpPr/>
            <p:nvPr/>
          </p:nvSpPr>
          <p:spPr>
            <a:xfrm>
              <a:off x="222288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h8121"/>
            <p:cNvSpPr/>
            <p:nvPr/>
          </p:nvSpPr>
          <p:spPr>
            <a:xfrm>
              <a:off x="223232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h8122"/>
            <p:cNvSpPr/>
            <p:nvPr/>
          </p:nvSpPr>
          <p:spPr>
            <a:xfrm>
              <a:off x="224176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h8123"/>
            <p:cNvSpPr/>
            <p:nvPr/>
          </p:nvSpPr>
          <p:spPr>
            <a:xfrm>
              <a:off x="225120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h8124"/>
            <p:cNvSpPr/>
            <p:nvPr/>
          </p:nvSpPr>
          <p:spPr>
            <a:xfrm>
              <a:off x="2260644" y="990616"/>
              <a:ext cx="922897" cy="914400"/>
            </a:xfrm>
            <a:custGeom>
              <a:avLst/>
              <a:pathLst>
                <a:path w="9228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899" y="896830"/>
                  </a:lnTo>
                  <a:lnTo>
                    <a:pt x="916127" y="897320"/>
                  </a:lnTo>
                  <a:lnTo>
                    <a:pt x="919759" y="906017"/>
                  </a:lnTo>
                  <a:lnTo>
                    <a:pt x="922897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h8125"/>
            <p:cNvSpPr/>
            <p:nvPr/>
          </p:nvSpPr>
          <p:spPr>
            <a:xfrm>
              <a:off x="3393473" y="973046"/>
              <a:ext cx="914400" cy="921332"/>
            </a:xfrm>
            <a:custGeom>
              <a:avLst/>
              <a:pathLst>
                <a:path w="914400" h="921332">
                  <a:moveTo>
                    <a:pt x="914400" y="914400"/>
                  </a:moveTo>
                  <a:lnTo>
                    <a:pt x="914322" y="921332"/>
                  </a:lnTo>
                  <a:lnTo>
                    <a:pt x="913052" y="920028"/>
                  </a:lnTo>
                  <a:lnTo>
                    <a:pt x="911781" y="918725"/>
                  </a:lnTo>
                  <a:lnTo>
                    <a:pt x="910511" y="917422"/>
                  </a:lnTo>
                  <a:lnTo>
                    <a:pt x="909240" y="916119"/>
                  </a:lnTo>
                  <a:lnTo>
                    <a:pt x="907969" y="914816"/>
                  </a:lnTo>
                  <a:lnTo>
                    <a:pt x="907563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h8126"/>
            <p:cNvSpPr/>
            <p:nvPr/>
          </p:nvSpPr>
          <p:spPr>
            <a:xfrm>
              <a:off x="3393473" y="973046"/>
              <a:ext cx="923840" cy="930695"/>
            </a:xfrm>
            <a:custGeom>
              <a:avLst/>
              <a:pathLst>
                <a:path w="923840" h="93069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695"/>
                  </a:lnTo>
                  <a:lnTo>
                    <a:pt x="923312" y="930248"/>
                  </a:lnTo>
                  <a:lnTo>
                    <a:pt x="918136" y="925250"/>
                  </a:lnTo>
                  <a:lnTo>
                    <a:pt x="916861" y="923939"/>
                  </a:lnTo>
                  <a:lnTo>
                    <a:pt x="915591" y="922635"/>
                  </a:lnTo>
                  <a:lnTo>
                    <a:pt x="914400" y="92141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h8127"/>
            <p:cNvSpPr/>
            <p:nvPr/>
          </p:nvSpPr>
          <p:spPr>
            <a:xfrm>
              <a:off x="340291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903" y="931969"/>
                  </a:lnTo>
                  <a:lnTo>
                    <a:pt x="914400" y="930695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h8128"/>
            <p:cNvSpPr/>
            <p:nvPr/>
          </p:nvSpPr>
          <p:spPr>
            <a:xfrm>
              <a:off x="341235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h8129"/>
            <p:cNvSpPr/>
            <p:nvPr/>
          </p:nvSpPr>
          <p:spPr>
            <a:xfrm>
              <a:off x="342179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h8130"/>
            <p:cNvSpPr/>
            <p:nvPr/>
          </p:nvSpPr>
          <p:spPr>
            <a:xfrm>
              <a:off x="343123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h8131"/>
            <p:cNvSpPr/>
            <p:nvPr/>
          </p:nvSpPr>
          <p:spPr>
            <a:xfrm>
              <a:off x="344067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h8132"/>
            <p:cNvSpPr/>
            <p:nvPr/>
          </p:nvSpPr>
          <p:spPr>
            <a:xfrm>
              <a:off x="345011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h8133"/>
            <p:cNvSpPr/>
            <p:nvPr/>
          </p:nvSpPr>
          <p:spPr>
            <a:xfrm>
              <a:off x="345955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h8134"/>
            <p:cNvSpPr/>
            <p:nvPr/>
          </p:nvSpPr>
          <p:spPr>
            <a:xfrm>
              <a:off x="346899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h8135"/>
            <p:cNvSpPr/>
            <p:nvPr/>
          </p:nvSpPr>
          <p:spPr>
            <a:xfrm>
              <a:off x="347843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h8136"/>
            <p:cNvSpPr/>
            <p:nvPr/>
          </p:nvSpPr>
          <p:spPr>
            <a:xfrm>
              <a:off x="348787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h8137"/>
            <p:cNvSpPr/>
            <p:nvPr/>
          </p:nvSpPr>
          <p:spPr>
            <a:xfrm>
              <a:off x="349731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h8138"/>
            <p:cNvSpPr/>
            <p:nvPr/>
          </p:nvSpPr>
          <p:spPr>
            <a:xfrm>
              <a:off x="350675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h8139"/>
            <p:cNvSpPr/>
            <p:nvPr/>
          </p:nvSpPr>
          <p:spPr>
            <a:xfrm>
              <a:off x="351619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h8140"/>
            <p:cNvSpPr/>
            <p:nvPr/>
          </p:nvSpPr>
          <p:spPr>
            <a:xfrm>
              <a:off x="352563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h8141"/>
            <p:cNvSpPr/>
            <p:nvPr/>
          </p:nvSpPr>
          <p:spPr>
            <a:xfrm>
              <a:off x="353507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h8142"/>
            <p:cNvSpPr/>
            <p:nvPr/>
          </p:nvSpPr>
          <p:spPr>
            <a:xfrm>
              <a:off x="354451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h8143"/>
            <p:cNvSpPr/>
            <p:nvPr/>
          </p:nvSpPr>
          <p:spPr>
            <a:xfrm>
              <a:off x="355395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h8144"/>
            <p:cNvSpPr/>
            <p:nvPr/>
          </p:nvSpPr>
          <p:spPr>
            <a:xfrm>
              <a:off x="356339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h8145"/>
            <p:cNvSpPr/>
            <p:nvPr/>
          </p:nvSpPr>
          <p:spPr>
            <a:xfrm>
              <a:off x="357283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h8146"/>
            <p:cNvSpPr/>
            <p:nvPr/>
          </p:nvSpPr>
          <p:spPr>
            <a:xfrm>
              <a:off x="358227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h8147"/>
            <p:cNvSpPr/>
            <p:nvPr/>
          </p:nvSpPr>
          <p:spPr>
            <a:xfrm>
              <a:off x="359171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h8148"/>
            <p:cNvSpPr/>
            <p:nvPr/>
          </p:nvSpPr>
          <p:spPr>
            <a:xfrm>
              <a:off x="360115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h8149"/>
            <p:cNvSpPr/>
            <p:nvPr/>
          </p:nvSpPr>
          <p:spPr>
            <a:xfrm>
              <a:off x="361059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h8150"/>
            <p:cNvSpPr/>
            <p:nvPr/>
          </p:nvSpPr>
          <p:spPr>
            <a:xfrm>
              <a:off x="362003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h8151"/>
            <p:cNvSpPr/>
            <p:nvPr/>
          </p:nvSpPr>
          <p:spPr>
            <a:xfrm>
              <a:off x="362947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h8152"/>
            <p:cNvSpPr/>
            <p:nvPr/>
          </p:nvSpPr>
          <p:spPr>
            <a:xfrm>
              <a:off x="363891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h8153"/>
            <p:cNvSpPr/>
            <p:nvPr/>
          </p:nvSpPr>
          <p:spPr>
            <a:xfrm>
              <a:off x="364836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h8154"/>
            <p:cNvSpPr/>
            <p:nvPr/>
          </p:nvSpPr>
          <p:spPr>
            <a:xfrm>
              <a:off x="365780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h8155"/>
            <p:cNvSpPr/>
            <p:nvPr/>
          </p:nvSpPr>
          <p:spPr>
            <a:xfrm>
              <a:off x="366724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h8156"/>
            <p:cNvSpPr/>
            <p:nvPr/>
          </p:nvSpPr>
          <p:spPr>
            <a:xfrm>
              <a:off x="367668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h8157"/>
            <p:cNvSpPr/>
            <p:nvPr/>
          </p:nvSpPr>
          <p:spPr>
            <a:xfrm>
              <a:off x="368612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h8158"/>
            <p:cNvSpPr/>
            <p:nvPr/>
          </p:nvSpPr>
          <p:spPr>
            <a:xfrm>
              <a:off x="369556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h8159"/>
            <p:cNvSpPr/>
            <p:nvPr/>
          </p:nvSpPr>
          <p:spPr>
            <a:xfrm>
              <a:off x="370500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h8160"/>
            <p:cNvSpPr/>
            <p:nvPr/>
          </p:nvSpPr>
          <p:spPr>
            <a:xfrm>
              <a:off x="371444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h8161"/>
            <p:cNvSpPr/>
            <p:nvPr/>
          </p:nvSpPr>
          <p:spPr>
            <a:xfrm>
              <a:off x="372388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h8162"/>
            <p:cNvSpPr/>
            <p:nvPr/>
          </p:nvSpPr>
          <p:spPr>
            <a:xfrm>
              <a:off x="373332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h8163"/>
            <p:cNvSpPr/>
            <p:nvPr/>
          </p:nvSpPr>
          <p:spPr>
            <a:xfrm>
              <a:off x="374276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h8164"/>
            <p:cNvSpPr/>
            <p:nvPr/>
          </p:nvSpPr>
          <p:spPr>
            <a:xfrm>
              <a:off x="375220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h8165"/>
            <p:cNvSpPr/>
            <p:nvPr/>
          </p:nvSpPr>
          <p:spPr>
            <a:xfrm>
              <a:off x="376164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h8166"/>
            <p:cNvSpPr/>
            <p:nvPr/>
          </p:nvSpPr>
          <p:spPr>
            <a:xfrm>
              <a:off x="377108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h8167"/>
            <p:cNvSpPr/>
            <p:nvPr/>
          </p:nvSpPr>
          <p:spPr>
            <a:xfrm>
              <a:off x="378052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h8168"/>
            <p:cNvSpPr/>
            <p:nvPr/>
          </p:nvSpPr>
          <p:spPr>
            <a:xfrm>
              <a:off x="378996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h8169"/>
            <p:cNvSpPr/>
            <p:nvPr/>
          </p:nvSpPr>
          <p:spPr>
            <a:xfrm>
              <a:off x="379940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h8170"/>
            <p:cNvSpPr/>
            <p:nvPr/>
          </p:nvSpPr>
          <p:spPr>
            <a:xfrm>
              <a:off x="380884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h8171"/>
            <p:cNvSpPr/>
            <p:nvPr/>
          </p:nvSpPr>
          <p:spPr>
            <a:xfrm>
              <a:off x="381828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h8172"/>
            <p:cNvSpPr/>
            <p:nvPr/>
          </p:nvSpPr>
          <p:spPr>
            <a:xfrm>
              <a:off x="382772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h8173"/>
            <p:cNvSpPr/>
            <p:nvPr/>
          </p:nvSpPr>
          <p:spPr>
            <a:xfrm>
              <a:off x="383716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h8174"/>
            <p:cNvSpPr/>
            <p:nvPr/>
          </p:nvSpPr>
          <p:spPr>
            <a:xfrm>
              <a:off x="384660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h8175"/>
            <p:cNvSpPr/>
            <p:nvPr/>
          </p:nvSpPr>
          <p:spPr>
            <a:xfrm>
              <a:off x="3856045" y="990616"/>
              <a:ext cx="919465" cy="914400"/>
            </a:xfrm>
            <a:custGeom>
              <a:avLst/>
              <a:pathLst>
                <a:path w="91946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56" y="896830"/>
                  </a:lnTo>
                  <a:lnTo>
                    <a:pt x="914793" y="896967"/>
                  </a:lnTo>
                  <a:lnTo>
                    <a:pt x="914878" y="897285"/>
                  </a:lnTo>
                  <a:lnTo>
                    <a:pt x="914964" y="897604"/>
                  </a:lnTo>
                  <a:lnTo>
                    <a:pt x="915049" y="897922"/>
                  </a:lnTo>
                  <a:lnTo>
                    <a:pt x="915135" y="898241"/>
                  </a:lnTo>
                  <a:lnTo>
                    <a:pt x="915220" y="898559"/>
                  </a:lnTo>
                  <a:lnTo>
                    <a:pt x="915305" y="898878"/>
                  </a:lnTo>
                  <a:lnTo>
                    <a:pt x="915391" y="899196"/>
                  </a:lnTo>
                  <a:lnTo>
                    <a:pt x="915476" y="899515"/>
                  </a:lnTo>
                  <a:lnTo>
                    <a:pt x="915562" y="899833"/>
                  </a:lnTo>
                  <a:lnTo>
                    <a:pt x="915647" y="900152"/>
                  </a:lnTo>
                  <a:lnTo>
                    <a:pt x="915733" y="900470"/>
                  </a:lnTo>
                  <a:lnTo>
                    <a:pt x="915818" y="900789"/>
                  </a:lnTo>
                  <a:lnTo>
                    <a:pt x="915904" y="901107"/>
                  </a:lnTo>
                  <a:lnTo>
                    <a:pt x="915989" y="901426"/>
                  </a:lnTo>
                  <a:lnTo>
                    <a:pt x="916075" y="901745"/>
                  </a:lnTo>
                  <a:lnTo>
                    <a:pt x="916160" y="902063"/>
                  </a:lnTo>
                  <a:lnTo>
                    <a:pt x="916245" y="902382"/>
                  </a:lnTo>
                  <a:lnTo>
                    <a:pt x="916331" y="902700"/>
                  </a:lnTo>
                  <a:lnTo>
                    <a:pt x="916416" y="903019"/>
                  </a:lnTo>
                  <a:lnTo>
                    <a:pt x="916502" y="903337"/>
                  </a:lnTo>
                  <a:lnTo>
                    <a:pt x="916587" y="903656"/>
                  </a:lnTo>
                  <a:lnTo>
                    <a:pt x="916672" y="903974"/>
                  </a:lnTo>
                  <a:lnTo>
                    <a:pt x="916758" y="904293"/>
                  </a:lnTo>
                  <a:lnTo>
                    <a:pt x="916843" y="904611"/>
                  </a:lnTo>
                  <a:lnTo>
                    <a:pt x="916929" y="904930"/>
                  </a:lnTo>
                  <a:lnTo>
                    <a:pt x="917014" y="905248"/>
                  </a:lnTo>
                  <a:lnTo>
                    <a:pt x="917099" y="905567"/>
                  </a:lnTo>
                  <a:lnTo>
                    <a:pt x="917185" y="905885"/>
                  </a:lnTo>
                  <a:lnTo>
                    <a:pt x="917270" y="906204"/>
                  </a:lnTo>
                  <a:lnTo>
                    <a:pt x="917355" y="906523"/>
                  </a:lnTo>
                  <a:lnTo>
                    <a:pt x="917441" y="906841"/>
                  </a:lnTo>
                  <a:lnTo>
                    <a:pt x="917526" y="907160"/>
                  </a:lnTo>
                  <a:lnTo>
                    <a:pt x="917611" y="907478"/>
                  </a:lnTo>
                  <a:lnTo>
                    <a:pt x="917697" y="907797"/>
                  </a:lnTo>
                  <a:lnTo>
                    <a:pt x="917782" y="908115"/>
                  </a:lnTo>
                  <a:lnTo>
                    <a:pt x="917867" y="908434"/>
                  </a:lnTo>
                  <a:lnTo>
                    <a:pt x="917953" y="908752"/>
                  </a:lnTo>
                  <a:lnTo>
                    <a:pt x="918038" y="909071"/>
                  </a:lnTo>
                  <a:lnTo>
                    <a:pt x="918123" y="909389"/>
                  </a:lnTo>
                  <a:lnTo>
                    <a:pt x="918209" y="909708"/>
                  </a:lnTo>
                  <a:lnTo>
                    <a:pt x="918294" y="910026"/>
                  </a:lnTo>
                  <a:lnTo>
                    <a:pt x="918379" y="910345"/>
                  </a:lnTo>
                  <a:lnTo>
                    <a:pt x="918465" y="910664"/>
                  </a:lnTo>
                  <a:lnTo>
                    <a:pt x="918550" y="910982"/>
                  </a:lnTo>
                  <a:lnTo>
                    <a:pt x="918635" y="911301"/>
                  </a:lnTo>
                  <a:lnTo>
                    <a:pt x="918721" y="911619"/>
                  </a:lnTo>
                  <a:lnTo>
                    <a:pt x="918806" y="911938"/>
                  </a:lnTo>
                  <a:lnTo>
                    <a:pt x="918891" y="912256"/>
                  </a:lnTo>
                  <a:lnTo>
                    <a:pt x="918976" y="912575"/>
                  </a:lnTo>
                  <a:lnTo>
                    <a:pt x="919062" y="912893"/>
                  </a:lnTo>
                  <a:lnTo>
                    <a:pt x="919147" y="913212"/>
                  </a:lnTo>
                  <a:lnTo>
                    <a:pt x="919232" y="913530"/>
                  </a:lnTo>
                  <a:lnTo>
                    <a:pt x="919317" y="913849"/>
                  </a:lnTo>
                  <a:lnTo>
                    <a:pt x="919403" y="914168"/>
                  </a:lnTo>
                  <a:lnTo>
                    <a:pt x="919465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h8176"/>
            <p:cNvSpPr/>
            <p:nvPr/>
          </p:nvSpPr>
          <p:spPr>
            <a:xfrm>
              <a:off x="2090720" y="97304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956" y="914400"/>
                  </a:lnTo>
                  <a:lnTo>
                    <a:pt x="911117" y="914064"/>
                  </a:lnTo>
                  <a:lnTo>
                    <a:pt x="911301" y="913681"/>
                  </a:lnTo>
                  <a:lnTo>
                    <a:pt x="911485" y="913298"/>
                  </a:lnTo>
                  <a:lnTo>
                    <a:pt x="911670" y="912915"/>
                  </a:lnTo>
                  <a:lnTo>
                    <a:pt x="911854" y="912532"/>
                  </a:lnTo>
                  <a:lnTo>
                    <a:pt x="912038" y="912150"/>
                  </a:lnTo>
                  <a:lnTo>
                    <a:pt x="912222" y="911767"/>
                  </a:lnTo>
                  <a:lnTo>
                    <a:pt x="912406" y="911384"/>
                  </a:lnTo>
                  <a:lnTo>
                    <a:pt x="912590" y="911001"/>
                  </a:lnTo>
                  <a:lnTo>
                    <a:pt x="912774" y="910618"/>
                  </a:lnTo>
                  <a:lnTo>
                    <a:pt x="912958" y="910235"/>
                  </a:lnTo>
                  <a:lnTo>
                    <a:pt x="913143" y="909852"/>
                  </a:lnTo>
                  <a:lnTo>
                    <a:pt x="913327" y="909469"/>
                  </a:lnTo>
                  <a:lnTo>
                    <a:pt x="913511" y="909086"/>
                  </a:lnTo>
                  <a:lnTo>
                    <a:pt x="913695" y="908703"/>
                  </a:lnTo>
                  <a:lnTo>
                    <a:pt x="913879" y="908320"/>
                  </a:lnTo>
                  <a:lnTo>
                    <a:pt x="914064" y="907937"/>
                  </a:lnTo>
                  <a:lnTo>
                    <a:pt x="914400" y="907275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h8177"/>
            <p:cNvSpPr/>
            <p:nvPr/>
          </p:nvSpPr>
          <p:spPr>
            <a:xfrm>
              <a:off x="2100160" y="95547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45"/>
                  </a:lnTo>
                  <a:lnTo>
                    <a:pt x="908686" y="917495"/>
                  </a:lnTo>
                  <a:lnTo>
                    <a:pt x="910428" y="91439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h8178"/>
            <p:cNvSpPr/>
            <p:nvPr/>
          </p:nvSpPr>
          <p:spPr>
            <a:xfrm>
              <a:off x="210016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h8179"/>
            <p:cNvSpPr/>
            <p:nvPr/>
          </p:nvSpPr>
          <p:spPr>
            <a:xfrm>
              <a:off x="210960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h8180"/>
            <p:cNvSpPr/>
            <p:nvPr/>
          </p:nvSpPr>
          <p:spPr>
            <a:xfrm>
              <a:off x="211904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h8181"/>
            <p:cNvSpPr/>
            <p:nvPr/>
          </p:nvSpPr>
          <p:spPr>
            <a:xfrm>
              <a:off x="212848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h8182"/>
            <p:cNvSpPr/>
            <p:nvPr/>
          </p:nvSpPr>
          <p:spPr>
            <a:xfrm>
              <a:off x="213792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h8183"/>
            <p:cNvSpPr/>
            <p:nvPr/>
          </p:nvSpPr>
          <p:spPr>
            <a:xfrm>
              <a:off x="214736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h8184"/>
            <p:cNvSpPr/>
            <p:nvPr/>
          </p:nvSpPr>
          <p:spPr>
            <a:xfrm>
              <a:off x="215680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h8185"/>
            <p:cNvSpPr/>
            <p:nvPr/>
          </p:nvSpPr>
          <p:spPr>
            <a:xfrm>
              <a:off x="216624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h8186"/>
            <p:cNvSpPr/>
            <p:nvPr/>
          </p:nvSpPr>
          <p:spPr>
            <a:xfrm>
              <a:off x="217568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h8187"/>
            <p:cNvSpPr/>
            <p:nvPr/>
          </p:nvSpPr>
          <p:spPr>
            <a:xfrm>
              <a:off x="218512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h8188"/>
            <p:cNvSpPr/>
            <p:nvPr/>
          </p:nvSpPr>
          <p:spPr>
            <a:xfrm>
              <a:off x="219456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h8189"/>
            <p:cNvSpPr/>
            <p:nvPr/>
          </p:nvSpPr>
          <p:spPr>
            <a:xfrm>
              <a:off x="220400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h8190"/>
            <p:cNvSpPr/>
            <p:nvPr/>
          </p:nvSpPr>
          <p:spPr>
            <a:xfrm>
              <a:off x="221344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h8191"/>
            <p:cNvSpPr/>
            <p:nvPr/>
          </p:nvSpPr>
          <p:spPr>
            <a:xfrm>
              <a:off x="222288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h8192"/>
            <p:cNvSpPr/>
            <p:nvPr/>
          </p:nvSpPr>
          <p:spPr>
            <a:xfrm>
              <a:off x="223232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h8193"/>
            <p:cNvSpPr/>
            <p:nvPr/>
          </p:nvSpPr>
          <p:spPr>
            <a:xfrm>
              <a:off x="224176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h8194"/>
            <p:cNvSpPr/>
            <p:nvPr/>
          </p:nvSpPr>
          <p:spPr>
            <a:xfrm>
              <a:off x="2260644" y="97304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134" y="896830"/>
                  </a:lnTo>
                  <a:lnTo>
                    <a:pt x="908155" y="898612"/>
                  </a:lnTo>
                  <a:lnTo>
                    <a:pt x="912255" y="906557"/>
                  </a:lnTo>
                  <a:lnTo>
                    <a:pt x="914400" y="911173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h8195"/>
            <p:cNvSpPr/>
            <p:nvPr/>
          </p:nvSpPr>
          <p:spPr>
            <a:xfrm>
              <a:off x="2260644" y="973046"/>
              <a:ext cx="915899" cy="914400"/>
            </a:xfrm>
            <a:custGeom>
              <a:avLst/>
              <a:pathLst>
                <a:path w="915899" h="914400">
                  <a:moveTo>
                    <a:pt x="914400" y="914400"/>
                  </a:moveTo>
                  <a:lnTo>
                    <a:pt x="914400" y="911173"/>
                  </a:lnTo>
                  <a:lnTo>
                    <a:pt x="915899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h8196"/>
            <p:cNvSpPr/>
            <p:nvPr/>
          </p:nvSpPr>
          <p:spPr>
            <a:xfrm>
              <a:off x="3374593" y="955476"/>
              <a:ext cx="914400" cy="919502"/>
            </a:xfrm>
            <a:custGeom>
              <a:avLst/>
              <a:pathLst>
                <a:path w="914400" h="919502">
                  <a:moveTo>
                    <a:pt x="914400" y="914399"/>
                  </a:moveTo>
                  <a:lnTo>
                    <a:pt x="914400" y="919502"/>
                  </a:lnTo>
                  <a:lnTo>
                    <a:pt x="911644" y="916512"/>
                  </a:lnTo>
                  <a:lnTo>
                    <a:pt x="909909" y="91439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h8197"/>
            <p:cNvSpPr/>
            <p:nvPr/>
          </p:nvSpPr>
          <p:spPr>
            <a:xfrm>
              <a:off x="3374593" y="955476"/>
              <a:ext cx="923840" cy="929302"/>
            </a:xfrm>
            <a:custGeom>
              <a:avLst/>
              <a:pathLst>
                <a:path w="923840" h="929302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9302"/>
                  </a:lnTo>
                  <a:lnTo>
                    <a:pt x="923034" y="928477"/>
                  </a:lnTo>
                  <a:lnTo>
                    <a:pt x="921762" y="927175"/>
                  </a:lnTo>
                  <a:lnTo>
                    <a:pt x="920489" y="925873"/>
                  </a:lnTo>
                  <a:lnTo>
                    <a:pt x="919216" y="924570"/>
                  </a:lnTo>
                  <a:lnTo>
                    <a:pt x="917943" y="923268"/>
                  </a:lnTo>
                  <a:lnTo>
                    <a:pt x="916663" y="921959"/>
                  </a:lnTo>
                  <a:lnTo>
                    <a:pt x="914400" y="91950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h8198"/>
            <p:cNvSpPr/>
            <p:nvPr/>
          </p:nvSpPr>
          <p:spPr>
            <a:xfrm>
              <a:off x="338403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003" y="931969"/>
                  </a:lnTo>
                  <a:lnTo>
                    <a:pt x="916138" y="931083"/>
                  </a:lnTo>
                  <a:lnTo>
                    <a:pt x="914866" y="929780"/>
                  </a:lnTo>
                  <a:lnTo>
                    <a:pt x="914400" y="92930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h8199"/>
            <p:cNvSpPr/>
            <p:nvPr/>
          </p:nvSpPr>
          <p:spPr>
            <a:xfrm>
              <a:off x="339347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h8200"/>
            <p:cNvSpPr/>
            <p:nvPr/>
          </p:nvSpPr>
          <p:spPr>
            <a:xfrm>
              <a:off x="340291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h8201"/>
            <p:cNvSpPr/>
            <p:nvPr/>
          </p:nvSpPr>
          <p:spPr>
            <a:xfrm>
              <a:off x="341235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h8202"/>
            <p:cNvSpPr/>
            <p:nvPr/>
          </p:nvSpPr>
          <p:spPr>
            <a:xfrm>
              <a:off x="342179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h8203"/>
            <p:cNvSpPr/>
            <p:nvPr/>
          </p:nvSpPr>
          <p:spPr>
            <a:xfrm>
              <a:off x="343123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h8204"/>
            <p:cNvSpPr/>
            <p:nvPr/>
          </p:nvSpPr>
          <p:spPr>
            <a:xfrm>
              <a:off x="344067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h8205"/>
            <p:cNvSpPr/>
            <p:nvPr/>
          </p:nvSpPr>
          <p:spPr>
            <a:xfrm>
              <a:off x="345011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h8206"/>
            <p:cNvSpPr/>
            <p:nvPr/>
          </p:nvSpPr>
          <p:spPr>
            <a:xfrm>
              <a:off x="345955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h8207"/>
            <p:cNvSpPr/>
            <p:nvPr/>
          </p:nvSpPr>
          <p:spPr>
            <a:xfrm>
              <a:off x="346899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h8208"/>
            <p:cNvSpPr/>
            <p:nvPr/>
          </p:nvSpPr>
          <p:spPr>
            <a:xfrm>
              <a:off x="347843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h8209"/>
            <p:cNvSpPr/>
            <p:nvPr/>
          </p:nvSpPr>
          <p:spPr>
            <a:xfrm>
              <a:off x="348787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h8210"/>
            <p:cNvSpPr/>
            <p:nvPr/>
          </p:nvSpPr>
          <p:spPr>
            <a:xfrm>
              <a:off x="349731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h8211"/>
            <p:cNvSpPr/>
            <p:nvPr/>
          </p:nvSpPr>
          <p:spPr>
            <a:xfrm>
              <a:off x="350675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h8212"/>
            <p:cNvSpPr/>
            <p:nvPr/>
          </p:nvSpPr>
          <p:spPr>
            <a:xfrm>
              <a:off x="351619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h8213"/>
            <p:cNvSpPr/>
            <p:nvPr/>
          </p:nvSpPr>
          <p:spPr>
            <a:xfrm>
              <a:off x="352563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h8214"/>
            <p:cNvSpPr/>
            <p:nvPr/>
          </p:nvSpPr>
          <p:spPr>
            <a:xfrm>
              <a:off x="353507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h8215"/>
            <p:cNvSpPr/>
            <p:nvPr/>
          </p:nvSpPr>
          <p:spPr>
            <a:xfrm>
              <a:off x="354451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h8216"/>
            <p:cNvSpPr/>
            <p:nvPr/>
          </p:nvSpPr>
          <p:spPr>
            <a:xfrm>
              <a:off x="355395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h8217"/>
            <p:cNvSpPr/>
            <p:nvPr/>
          </p:nvSpPr>
          <p:spPr>
            <a:xfrm>
              <a:off x="356339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h8218"/>
            <p:cNvSpPr/>
            <p:nvPr/>
          </p:nvSpPr>
          <p:spPr>
            <a:xfrm>
              <a:off x="357283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h8219"/>
            <p:cNvSpPr/>
            <p:nvPr/>
          </p:nvSpPr>
          <p:spPr>
            <a:xfrm>
              <a:off x="358227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h8220"/>
            <p:cNvSpPr/>
            <p:nvPr/>
          </p:nvSpPr>
          <p:spPr>
            <a:xfrm>
              <a:off x="359171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h8221"/>
            <p:cNvSpPr/>
            <p:nvPr/>
          </p:nvSpPr>
          <p:spPr>
            <a:xfrm>
              <a:off x="360115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h8222"/>
            <p:cNvSpPr/>
            <p:nvPr/>
          </p:nvSpPr>
          <p:spPr>
            <a:xfrm>
              <a:off x="361059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h8223"/>
            <p:cNvSpPr/>
            <p:nvPr/>
          </p:nvSpPr>
          <p:spPr>
            <a:xfrm>
              <a:off x="362003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h8224"/>
            <p:cNvSpPr/>
            <p:nvPr/>
          </p:nvSpPr>
          <p:spPr>
            <a:xfrm>
              <a:off x="362947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h8225"/>
            <p:cNvSpPr/>
            <p:nvPr/>
          </p:nvSpPr>
          <p:spPr>
            <a:xfrm>
              <a:off x="363891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h8226"/>
            <p:cNvSpPr/>
            <p:nvPr/>
          </p:nvSpPr>
          <p:spPr>
            <a:xfrm>
              <a:off x="364836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h8227"/>
            <p:cNvSpPr/>
            <p:nvPr/>
          </p:nvSpPr>
          <p:spPr>
            <a:xfrm>
              <a:off x="365780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h8228"/>
            <p:cNvSpPr/>
            <p:nvPr/>
          </p:nvSpPr>
          <p:spPr>
            <a:xfrm>
              <a:off x="366724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h8229"/>
            <p:cNvSpPr/>
            <p:nvPr/>
          </p:nvSpPr>
          <p:spPr>
            <a:xfrm>
              <a:off x="367668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h8230"/>
            <p:cNvSpPr/>
            <p:nvPr/>
          </p:nvSpPr>
          <p:spPr>
            <a:xfrm>
              <a:off x="368612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h8231"/>
            <p:cNvSpPr/>
            <p:nvPr/>
          </p:nvSpPr>
          <p:spPr>
            <a:xfrm>
              <a:off x="369556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h8232"/>
            <p:cNvSpPr/>
            <p:nvPr/>
          </p:nvSpPr>
          <p:spPr>
            <a:xfrm>
              <a:off x="370500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h8233"/>
            <p:cNvSpPr/>
            <p:nvPr/>
          </p:nvSpPr>
          <p:spPr>
            <a:xfrm>
              <a:off x="371444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h8234"/>
            <p:cNvSpPr/>
            <p:nvPr/>
          </p:nvSpPr>
          <p:spPr>
            <a:xfrm>
              <a:off x="372388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h8235"/>
            <p:cNvSpPr/>
            <p:nvPr/>
          </p:nvSpPr>
          <p:spPr>
            <a:xfrm>
              <a:off x="373332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h8236"/>
            <p:cNvSpPr/>
            <p:nvPr/>
          </p:nvSpPr>
          <p:spPr>
            <a:xfrm>
              <a:off x="374276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h8237"/>
            <p:cNvSpPr/>
            <p:nvPr/>
          </p:nvSpPr>
          <p:spPr>
            <a:xfrm>
              <a:off x="375220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h8238"/>
            <p:cNvSpPr/>
            <p:nvPr/>
          </p:nvSpPr>
          <p:spPr>
            <a:xfrm>
              <a:off x="376164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h8239"/>
            <p:cNvSpPr/>
            <p:nvPr/>
          </p:nvSpPr>
          <p:spPr>
            <a:xfrm>
              <a:off x="377108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h8240"/>
            <p:cNvSpPr/>
            <p:nvPr/>
          </p:nvSpPr>
          <p:spPr>
            <a:xfrm>
              <a:off x="378052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h8241"/>
            <p:cNvSpPr/>
            <p:nvPr/>
          </p:nvSpPr>
          <p:spPr>
            <a:xfrm>
              <a:off x="378996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h8242"/>
            <p:cNvSpPr/>
            <p:nvPr/>
          </p:nvSpPr>
          <p:spPr>
            <a:xfrm>
              <a:off x="379940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h8243"/>
            <p:cNvSpPr/>
            <p:nvPr/>
          </p:nvSpPr>
          <p:spPr>
            <a:xfrm>
              <a:off x="380884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h8244"/>
            <p:cNvSpPr/>
            <p:nvPr/>
          </p:nvSpPr>
          <p:spPr>
            <a:xfrm>
              <a:off x="381828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h8245"/>
            <p:cNvSpPr/>
            <p:nvPr/>
          </p:nvSpPr>
          <p:spPr>
            <a:xfrm>
              <a:off x="382772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h8246"/>
            <p:cNvSpPr/>
            <p:nvPr/>
          </p:nvSpPr>
          <p:spPr>
            <a:xfrm>
              <a:off x="383716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h8247"/>
            <p:cNvSpPr/>
            <p:nvPr/>
          </p:nvSpPr>
          <p:spPr>
            <a:xfrm>
              <a:off x="3856045" y="97304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033" y="896830"/>
                  </a:lnTo>
                  <a:lnTo>
                    <a:pt x="910083" y="897018"/>
                  </a:lnTo>
                  <a:lnTo>
                    <a:pt x="910169" y="897336"/>
                  </a:lnTo>
                  <a:lnTo>
                    <a:pt x="910255" y="897655"/>
                  </a:lnTo>
                  <a:lnTo>
                    <a:pt x="910340" y="897973"/>
                  </a:lnTo>
                  <a:lnTo>
                    <a:pt x="910426" y="898292"/>
                  </a:lnTo>
                  <a:lnTo>
                    <a:pt x="910512" y="898610"/>
                  </a:lnTo>
                  <a:lnTo>
                    <a:pt x="910598" y="898929"/>
                  </a:lnTo>
                  <a:lnTo>
                    <a:pt x="910683" y="899247"/>
                  </a:lnTo>
                  <a:lnTo>
                    <a:pt x="910769" y="899566"/>
                  </a:lnTo>
                  <a:lnTo>
                    <a:pt x="910855" y="899884"/>
                  </a:lnTo>
                  <a:lnTo>
                    <a:pt x="910940" y="900203"/>
                  </a:lnTo>
                  <a:lnTo>
                    <a:pt x="911026" y="900521"/>
                  </a:lnTo>
                  <a:lnTo>
                    <a:pt x="911112" y="900840"/>
                  </a:lnTo>
                  <a:lnTo>
                    <a:pt x="911198" y="901158"/>
                  </a:lnTo>
                  <a:lnTo>
                    <a:pt x="911283" y="901477"/>
                  </a:lnTo>
                  <a:lnTo>
                    <a:pt x="911369" y="901795"/>
                  </a:lnTo>
                  <a:lnTo>
                    <a:pt x="911455" y="902114"/>
                  </a:lnTo>
                  <a:lnTo>
                    <a:pt x="911540" y="902432"/>
                  </a:lnTo>
                  <a:lnTo>
                    <a:pt x="911626" y="902751"/>
                  </a:lnTo>
                  <a:lnTo>
                    <a:pt x="911712" y="903069"/>
                  </a:lnTo>
                  <a:lnTo>
                    <a:pt x="911797" y="903388"/>
                  </a:lnTo>
                  <a:lnTo>
                    <a:pt x="911883" y="903706"/>
                  </a:lnTo>
                  <a:lnTo>
                    <a:pt x="911969" y="904025"/>
                  </a:lnTo>
                  <a:lnTo>
                    <a:pt x="912054" y="904343"/>
                  </a:lnTo>
                  <a:lnTo>
                    <a:pt x="912140" y="904662"/>
                  </a:lnTo>
                  <a:lnTo>
                    <a:pt x="912226" y="904981"/>
                  </a:lnTo>
                  <a:lnTo>
                    <a:pt x="912311" y="905299"/>
                  </a:lnTo>
                  <a:lnTo>
                    <a:pt x="912397" y="905618"/>
                  </a:lnTo>
                  <a:lnTo>
                    <a:pt x="912482" y="905936"/>
                  </a:lnTo>
                  <a:lnTo>
                    <a:pt x="912568" y="906255"/>
                  </a:lnTo>
                  <a:lnTo>
                    <a:pt x="912654" y="906573"/>
                  </a:lnTo>
                  <a:lnTo>
                    <a:pt x="912739" y="906892"/>
                  </a:lnTo>
                  <a:lnTo>
                    <a:pt x="912825" y="907210"/>
                  </a:lnTo>
                  <a:lnTo>
                    <a:pt x="912910" y="907529"/>
                  </a:lnTo>
                  <a:lnTo>
                    <a:pt x="912996" y="907847"/>
                  </a:lnTo>
                  <a:lnTo>
                    <a:pt x="913082" y="908166"/>
                  </a:lnTo>
                  <a:lnTo>
                    <a:pt x="913167" y="908484"/>
                  </a:lnTo>
                  <a:lnTo>
                    <a:pt x="913253" y="908803"/>
                  </a:lnTo>
                  <a:lnTo>
                    <a:pt x="913338" y="909121"/>
                  </a:lnTo>
                  <a:lnTo>
                    <a:pt x="913424" y="909440"/>
                  </a:lnTo>
                  <a:lnTo>
                    <a:pt x="913510" y="909758"/>
                  </a:lnTo>
                  <a:lnTo>
                    <a:pt x="913595" y="910077"/>
                  </a:lnTo>
                  <a:lnTo>
                    <a:pt x="913681" y="910395"/>
                  </a:lnTo>
                  <a:lnTo>
                    <a:pt x="913766" y="910714"/>
                  </a:lnTo>
                  <a:lnTo>
                    <a:pt x="913852" y="911032"/>
                  </a:lnTo>
                  <a:lnTo>
                    <a:pt x="913937" y="911351"/>
                  </a:lnTo>
                  <a:lnTo>
                    <a:pt x="914023" y="911670"/>
                  </a:lnTo>
                  <a:lnTo>
                    <a:pt x="914108" y="911988"/>
                  </a:lnTo>
                  <a:lnTo>
                    <a:pt x="914194" y="912307"/>
                  </a:lnTo>
                  <a:lnTo>
                    <a:pt x="914279" y="912625"/>
                  </a:lnTo>
                  <a:lnTo>
                    <a:pt x="914365" y="912944"/>
                  </a:lnTo>
                  <a:lnTo>
                    <a:pt x="914400" y="913072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h8248"/>
            <p:cNvSpPr/>
            <p:nvPr/>
          </p:nvSpPr>
          <p:spPr>
            <a:xfrm>
              <a:off x="3856045" y="973046"/>
              <a:ext cx="914756" cy="914400"/>
            </a:xfrm>
            <a:custGeom>
              <a:avLst/>
              <a:pathLst>
                <a:path w="914756" h="914400">
                  <a:moveTo>
                    <a:pt x="914400" y="914400"/>
                  </a:moveTo>
                  <a:lnTo>
                    <a:pt x="914400" y="913072"/>
                  </a:lnTo>
                  <a:lnTo>
                    <a:pt x="914451" y="913262"/>
                  </a:lnTo>
                  <a:lnTo>
                    <a:pt x="914536" y="913581"/>
                  </a:lnTo>
                  <a:lnTo>
                    <a:pt x="914622" y="913899"/>
                  </a:lnTo>
                  <a:lnTo>
                    <a:pt x="914707" y="914218"/>
                  </a:lnTo>
                  <a:lnTo>
                    <a:pt x="914756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h8249"/>
            <p:cNvSpPr/>
            <p:nvPr/>
          </p:nvSpPr>
          <p:spPr>
            <a:xfrm>
              <a:off x="2100160" y="95547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428" y="914399"/>
                  </a:lnTo>
                  <a:lnTo>
                    <a:pt x="912967" y="909889"/>
                  </a:lnTo>
                  <a:lnTo>
                    <a:pt x="914400" y="90759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h8250"/>
            <p:cNvSpPr/>
            <p:nvPr/>
          </p:nvSpPr>
          <p:spPr>
            <a:xfrm>
              <a:off x="2109601" y="937907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169"/>
                  </a:lnTo>
                  <a:lnTo>
                    <a:pt x="908016" y="920279"/>
                  </a:lnTo>
                  <a:lnTo>
                    <a:pt x="912107" y="91439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h8251"/>
            <p:cNvSpPr/>
            <p:nvPr/>
          </p:nvSpPr>
          <p:spPr>
            <a:xfrm>
              <a:off x="210960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h8252"/>
            <p:cNvSpPr/>
            <p:nvPr/>
          </p:nvSpPr>
          <p:spPr>
            <a:xfrm>
              <a:off x="211904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h8253"/>
            <p:cNvSpPr/>
            <p:nvPr/>
          </p:nvSpPr>
          <p:spPr>
            <a:xfrm>
              <a:off x="212848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h8254"/>
            <p:cNvSpPr/>
            <p:nvPr/>
          </p:nvSpPr>
          <p:spPr>
            <a:xfrm>
              <a:off x="213792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h8255"/>
            <p:cNvSpPr/>
            <p:nvPr/>
          </p:nvSpPr>
          <p:spPr>
            <a:xfrm>
              <a:off x="214736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h8256"/>
            <p:cNvSpPr/>
            <p:nvPr/>
          </p:nvSpPr>
          <p:spPr>
            <a:xfrm>
              <a:off x="215680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h8257"/>
            <p:cNvSpPr/>
            <p:nvPr/>
          </p:nvSpPr>
          <p:spPr>
            <a:xfrm>
              <a:off x="216624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h8258"/>
            <p:cNvSpPr/>
            <p:nvPr/>
          </p:nvSpPr>
          <p:spPr>
            <a:xfrm>
              <a:off x="217568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h8259"/>
            <p:cNvSpPr/>
            <p:nvPr/>
          </p:nvSpPr>
          <p:spPr>
            <a:xfrm>
              <a:off x="218512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h8260"/>
            <p:cNvSpPr/>
            <p:nvPr/>
          </p:nvSpPr>
          <p:spPr>
            <a:xfrm>
              <a:off x="219456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h8261"/>
            <p:cNvSpPr/>
            <p:nvPr/>
          </p:nvSpPr>
          <p:spPr>
            <a:xfrm>
              <a:off x="220400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h8262"/>
            <p:cNvSpPr/>
            <p:nvPr/>
          </p:nvSpPr>
          <p:spPr>
            <a:xfrm>
              <a:off x="221344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h8263"/>
            <p:cNvSpPr/>
            <p:nvPr/>
          </p:nvSpPr>
          <p:spPr>
            <a:xfrm>
              <a:off x="222288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h8264"/>
            <p:cNvSpPr/>
            <p:nvPr/>
          </p:nvSpPr>
          <p:spPr>
            <a:xfrm>
              <a:off x="223232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h8265"/>
            <p:cNvSpPr/>
            <p:nvPr/>
          </p:nvSpPr>
          <p:spPr>
            <a:xfrm>
              <a:off x="2251204" y="95547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5416" y="896830"/>
                  </a:lnTo>
                  <a:lnTo>
                    <a:pt x="908754" y="901541"/>
                  </a:lnTo>
                  <a:lnTo>
                    <a:pt x="913277" y="908646"/>
                  </a:lnTo>
                  <a:lnTo>
                    <a:pt x="914400" y="910605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h8266"/>
            <p:cNvSpPr/>
            <p:nvPr/>
          </p:nvSpPr>
          <p:spPr>
            <a:xfrm>
              <a:off x="2251204" y="955476"/>
              <a:ext cx="916574" cy="914399"/>
            </a:xfrm>
            <a:custGeom>
              <a:avLst/>
              <a:pathLst>
                <a:path w="916574" h="914399">
                  <a:moveTo>
                    <a:pt x="914400" y="914399"/>
                  </a:moveTo>
                  <a:lnTo>
                    <a:pt x="914400" y="910605"/>
                  </a:lnTo>
                  <a:lnTo>
                    <a:pt x="916574" y="91439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h8267"/>
            <p:cNvSpPr/>
            <p:nvPr/>
          </p:nvSpPr>
          <p:spPr>
            <a:xfrm>
              <a:off x="3365153" y="937907"/>
              <a:ext cx="914400" cy="925686"/>
            </a:xfrm>
            <a:custGeom>
              <a:avLst/>
              <a:pathLst>
                <a:path w="914400" h="925686">
                  <a:moveTo>
                    <a:pt x="914400" y="914399"/>
                  </a:moveTo>
                  <a:lnTo>
                    <a:pt x="914400" y="925686"/>
                  </a:lnTo>
                  <a:lnTo>
                    <a:pt x="911530" y="921787"/>
                  </a:lnTo>
                  <a:lnTo>
                    <a:pt x="907019" y="914972"/>
                  </a:lnTo>
                  <a:lnTo>
                    <a:pt x="906677" y="91439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h8268"/>
            <p:cNvSpPr/>
            <p:nvPr/>
          </p:nvSpPr>
          <p:spPr>
            <a:xfrm>
              <a:off x="336515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9349" y="931969"/>
                  </a:lnTo>
                  <a:lnTo>
                    <a:pt x="916222" y="928162"/>
                  </a:lnTo>
                  <a:lnTo>
                    <a:pt x="914400" y="925686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h8269"/>
            <p:cNvSpPr/>
            <p:nvPr/>
          </p:nvSpPr>
          <p:spPr>
            <a:xfrm>
              <a:off x="337459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h8270"/>
            <p:cNvSpPr/>
            <p:nvPr/>
          </p:nvSpPr>
          <p:spPr>
            <a:xfrm>
              <a:off x="338403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h8271"/>
            <p:cNvSpPr/>
            <p:nvPr/>
          </p:nvSpPr>
          <p:spPr>
            <a:xfrm>
              <a:off x="339347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h8272"/>
            <p:cNvSpPr/>
            <p:nvPr/>
          </p:nvSpPr>
          <p:spPr>
            <a:xfrm>
              <a:off x="340291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h8273"/>
            <p:cNvSpPr/>
            <p:nvPr/>
          </p:nvSpPr>
          <p:spPr>
            <a:xfrm>
              <a:off x="341235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h8274"/>
            <p:cNvSpPr/>
            <p:nvPr/>
          </p:nvSpPr>
          <p:spPr>
            <a:xfrm>
              <a:off x="342179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h8275"/>
            <p:cNvSpPr/>
            <p:nvPr/>
          </p:nvSpPr>
          <p:spPr>
            <a:xfrm>
              <a:off x="343123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h8276"/>
            <p:cNvSpPr/>
            <p:nvPr/>
          </p:nvSpPr>
          <p:spPr>
            <a:xfrm>
              <a:off x="344067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h8277"/>
            <p:cNvSpPr/>
            <p:nvPr/>
          </p:nvSpPr>
          <p:spPr>
            <a:xfrm>
              <a:off x="345011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h8278"/>
            <p:cNvSpPr/>
            <p:nvPr/>
          </p:nvSpPr>
          <p:spPr>
            <a:xfrm>
              <a:off x="345955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h8279"/>
            <p:cNvSpPr/>
            <p:nvPr/>
          </p:nvSpPr>
          <p:spPr>
            <a:xfrm>
              <a:off x="346899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h8280"/>
            <p:cNvSpPr/>
            <p:nvPr/>
          </p:nvSpPr>
          <p:spPr>
            <a:xfrm>
              <a:off x="347843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h8281"/>
            <p:cNvSpPr/>
            <p:nvPr/>
          </p:nvSpPr>
          <p:spPr>
            <a:xfrm>
              <a:off x="348787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h8282"/>
            <p:cNvSpPr/>
            <p:nvPr/>
          </p:nvSpPr>
          <p:spPr>
            <a:xfrm>
              <a:off x="349731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h8283"/>
            <p:cNvSpPr/>
            <p:nvPr/>
          </p:nvSpPr>
          <p:spPr>
            <a:xfrm>
              <a:off x="350675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h8284"/>
            <p:cNvSpPr/>
            <p:nvPr/>
          </p:nvSpPr>
          <p:spPr>
            <a:xfrm>
              <a:off x="351619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h8285"/>
            <p:cNvSpPr/>
            <p:nvPr/>
          </p:nvSpPr>
          <p:spPr>
            <a:xfrm>
              <a:off x="352563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h8286"/>
            <p:cNvSpPr/>
            <p:nvPr/>
          </p:nvSpPr>
          <p:spPr>
            <a:xfrm>
              <a:off x="353507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h8287"/>
            <p:cNvSpPr/>
            <p:nvPr/>
          </p:nvSpPr>
          <p:spPr>
            <a:xfrm>
              <a:off x="354451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h8288"/>
            <p:cNvSpPr/>
            <p:nvPr/>
          </p:nvSpPr>
          <p:spPr>
            <a:xfrm>
              <a:off x="355395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h8289"/>
            <p:cNvSpPr/>
            <p:nvPr/>
          </p:nvSpPr>
          <p:spPr>
            <a:xfrm>
              <a:off x="356339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h8290"/>
            <p:cNvSpPr/>
            <p:nvPr/>
          </p:nvSpPr>
          <p:spPr>
            <a:xfrm>
              <a:off x="357283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h8291"/>
            <p:cNvSpPr/>
            <p:nvPr/>
          </p:nvSpPr>
          <p:spPr>
            <a:xfrm>
              <a:off x="358227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h8292"/>
            <p:cNvSpPr/>
            <p:nvPr/>
          </p:nvSpPr>
          <p:spPr>
            <a:xfrm>
              <a:off x="359171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h8293"/>
            <p:cNvSpPr/>
            <p:nvPr/>
          </p:nvSpPr>
          <p:spPr>
            <a:xfrm>
              <a:off x="360115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h8294"/>
            <p:cNvSpPr/>
            <p:nvPr/>
          </p:nvSpPr>
          <p:spPr>
            <a:xfrm>
              <a:off x="361059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h8295"/>
            <p:cNvSpPr/>
            <p:nvPr/>
          </p:nvSpPr>
          <p:spPr>
            <a:xfrm>
              <a:off x="362003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h8296"/>
            <p:cNvSpPr/>
            <p:nvPr/>
          </p:nvSpPr>
          <p:spPr>
            <a:xfrm>
              <a:off x="362947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h8297"/>
            <p:cNvSpPr/>
            <p:nvPr/>
          </p:nvSpPr>
          <p:spPr>
            <a:xfrm>
              <a:off x="363891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h8298"/>
            <p:cNvSpPr/>
            <p:nvPr/>
          </p:nvSpPr>
          <p:spPr>
            <a:xfrm>
              <a:off x="364836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h8299"/>
            <p:cNvSpPr/>
            <p:nvPr/>
          </p:nvSpPr>
          <p:spPr>
            <a:xfrm>
              <a:off x="365780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h8300"/>
            <p:cNvSpPr/>
            <p:nvPr/>
          </p:nvSpPr>
          <p:spPr>
            <a:xfrm>
              <a:off x="366724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h8301"/>
            <p:cNvSpPr/>
            <p:nvPr/>
          </p:nvSpPr>
          <p:spPr>
            <a:xfrm>
              <a:off x="367668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h8302"/>
            <p:cNvSpPr/>
            <p:nvPr/>
          </p:nvSpPr>
          <p:spPr>
            <a:xfrm>
              <a:off x="368612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h8303"/>
            <p:cNvSpPr/>
            <p:nvPr/>
          </p:nvSpPr>
          <p:spPr>
            <a:xfrm>
              <a:off x="369556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h8304"/>
            <p:cNvSpPr/>
            <p:nvPr/>
          </p:nvSpPr>
          <p:spPr>
            <a:xfrm>
              <a:off x="370500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h8305"/>
            <p:cNvSpPr/>
            <p:nvPr/>
          </p:nvSpPr>
          <p:spPr>
            <a:xfrm>
              <a:off x="371444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h8306"/>
            <p:cNvSpPr/>
            <p:nvPr/>
          </p:nvSpPr>
          <p:spPr>
            <a:xfrm>
              <a:off x="372388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h8307"/>
            <p:cNvSpPr/>
            <p:nvPr/>
          </p:nvSpPr>
          <p:spPr>
            <a:xfrm>
              <a:off x="373332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h8308"/>
            <p:cNvSpPr/>
            <p:nvPr/>
          </p:nvSpPr>
          <p:spPr>
            <a:xfrm>
              <a:off x="374276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h8309"/>
            <p:cNvSpPr/>
            <p:nvPr/>
          </p:nvSpPr>
          <p:spPr>
            <a:xfrm>
              <a:off x="375220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h8310"/>
            <p:cNvSpPr/>
            <p:nvPr/>
          </p:nvSpPr>
          <p:spPr>
            <a:xfrm>
              <a:off x="376164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h8311"/>
            <p:cNvSpPr/>
            <p:nvPr/>
          </p:nvSpPr>
          <p:spPr>
            <a:xfrm>
              <a:off x="377108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h8312"/>
            <p:cNvSpPr/>
            <p:nvPr/>
          </p:nvSpPr>
          <p:spPr>
            <a:xfrm>
              <a:off x="378052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h8313"/>
            <p:cNvSpPr/>
            <p:nvPr/>
          </p:nvSpPr>
          <p:spPr>
            <a:xfrm>
              <a:off x="378996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h8314"/>
            <p:cNvSpPr/>
            <p:nvPr/>
          </p:nvSpPr>
          <p:spPr>
            <a:xfrm>
              <a:off x="379940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h8315"/>
            <p:cNvSpPr/>
            <p:nvPr/>
          </p:nvSpPr>
          <p:spPr>
            <a:xfrm>
              <a:off x="380884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h8316"/>
            <p:cNvSpPr/>
            <p:nvPr/>
          </p:nvSpPr>
          <p:spPr>
            <a:xfrm>
              <a:off x="381828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h8317"/>
            <p:cNvSpPr/>
            <p:nvPr/>
          </p:nvSpPr>
          <p:spPr>
            <a:xfrm>
              <a:off x="382772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h8318"/>
            <p:cNvSpPr/>
            <p:nvPr/>
          </p:nvSpPr>
          <p:spPr>
            <a:xfrm>
              <a:off x="383716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h8319"/>
            <p:cNvSpPr/>
            <p:nvPr/>
          </p:nvSpPr>
          <p:spPr>
            <a:xfrm>
              <a:off x="3846605" y="955476"/>
              <a:ext cx="919473" cy="914399"/>
            </a:xfrm>
            <a:custGeom>
              <a:avLst/>
              <a:pathLst>
                <a:path w="919473" h="914399">
                  <a:moveTo>
                    <a:pt x="914400" y="914399"/>
                  </a:moveTo>
                  <a:lnTo>
                    <a:pt x="914423" y="896830"/>
                  </a:lnTo>
                  <a:lnTo>
                    <a:pt x="915130" y="898990"/>
                  </a:lnTo>
                  <a:lnTo>
                    <a:pt x="918066" y="909177"/>
                  </a:lnTo>
                  <a:lnTo>
                    <a:pt x="918151" y="909491"/>
                  </a:lnTo>
                  <a:lnTo>
                    <a:pt x="918236" y="909810"/>
                  </a:lnTo>
                  <a:lnTo>
                    <a:pt x="918322" y="910128"/>
                  </a:lnTo>
                  <a:lnTo>
                    <a:pt x="918408" y="910447"/>
                  </a:lnTo>
                  <a:lnTo>
                    <a:pt x="918494" y="910765"/>
                  </a:lnTo>
                  <a:lnTo>
                    <a:pt x="918580" y="911084"/>
                  </a:lnTo>
                  <a:lnTo>
                    <a:pt x="918666" y="911402"/>
                  </a:lnTo>
                  <a:lnTo>
                    <a:pt x="918751" y="911721"/>
                  </a:lnTo>
                  <a:lnTo>
                    <a:pt x="918837" y="912039"/>
                  </a:lnTo>
                  <a:lnTo>
                    <a:pt x="918923" y="912358"/>
                  </a:lnTo>
                  <a:lnTo>
                    <a:pt x="919009" y="912676"/>
                  </a:lnTo>
                  <a:lnTo>
                    <a:pt x="919094" y="912995"/>
                  </a:lnTo>
                  <a:lnTo>
                    <a:pt x="919180" y="913313"/>
                  </a:lnTo>
                  <a:lnTo>
                    <a:pt x="919266" y="913632"/>
                  </a:lnTo>
                  <a:lnTo>
                    <a:pt x="919352" y="913950"/>
                  </a:lnTo>
                  <a:lnTo>
                    <a:pt x="919438" y="914269"/>
                  </a:lnTo>
                  <a:lnTo>
                    <a:pt x="919473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h8320"/>
            <p:cNvSpPr/>
            <p:nvPr/>
          </p:nvSpPr>
          <p:spPr>
            <a:xfrm>
              <a:off x="2109601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07" y="914399"/>
                  </a:lnTo>
                  <a:lnTo>
                    <a:pt x="912701" y="913546"/>
                  </a:lnTo>
                  <a:lnTo>
                    <a:pt x="914400" y="91135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h8321"/>
            <p:cNvSpPr/>
            <p:nvPr/>
          </p:nvSpPr>
          <p:spPr>
            <a:xfrm>
              <a:off x="2119041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11359"/>
                  </a:lnTo>
                  <a:lnTo>
                    <a:pt x="908128" y="907277"/>
                  </a:lnTo>
                  <a:lnTo>
                    <a:pt x="913165" y="901490"/>
                  </a:lnTo>
                  <a:lnTo>
                    <a:pt x="914400" y="900232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h8322"/>
            <p:cNvSpPr/>
            <p:nvPr/>
          </p:nvSpPr>
          <p:spPr>
            <a:xfrm>
              <a:off x="2128481" y="92033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802"/>
                  </a:lnTo>
                  <a:lnTo>
                    <a:pt x="908299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h8323"/>
            <p:cNvSpPr/>
            <p:nvPr/>
          </p:nvSpPr>
          <p:spPr>
            <a:xfrm>
              <a:off x="212848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h8324"/>
            <p:cNvSpPr/>
            <p:nvPr/>
          </p:nvSpPr>
          <p:spPr>
            <a:xfrm>
              <a:off x="213792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h8325"/>
            <p:cNvSpPr/>
            <p:nvPr/>
          </p:nvSpPr>
          <p:spPr>
            <a:xfrm>
              <a:off x="214736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h8326"/>
            <p:cNvSpPr/>
            <p:nvPr/>
          </p:nvSpPr>
          <p:spPr>
            <a:xfrm>
              <a:off x="215680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h8327"/>
            <p:cNvSpPr/>
            <p:nvPr/>
          </p:nvSpPr>
          <p:spPr>
            <a:xfrm>
              <a:off x="216624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h8328"/>
            <p:cNvSpPr/>
            <p:nvPr/>
          </p:nvSpPr>
          <p:spPr>
            <a:xfrm>
              <a:off x="217568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h8329"/>
            <p:cNvSpPr/>
            <p:nvPr/>
          </p:nvSpPr>
          <p:spPr>
            <a:xfrm>
              <a:off x="218512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h8330"/>
            <p:cNvSpPr/>
            <p:nvPr/>
          </p:nvSpPr>
          <p:spPr>
            <a:xfrm>
              <a:off x="219456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h8331"/>
            <p:cNvSpPr/>
            <p:nvPr/>
          </p:nvSpPr>
          <p:spPr>
            <a:xfrm>
              <a:off x="220400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h8332"/>
            <p:cNvSpPr/>
            <p:nvPr/>
          </p:nvSpPr>
          <p:spPr>
            <a:xfrm>
              <a:off x="221344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h8333"/>
            <p:cNvSpPr/>
            <p:nvPr/>
          </p:nvSpPr>
          <p:spPr>
            <a:xfrm>
              <a:off x="2232324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9217" y="896830"/>
                  </a:lnTo>
                  <a:lnTo>
                    <a:pt x="912958" y="900562"/>
                  </a:lnTo>
                  <a:lnTo>
                    <a:pt x="914400" y="90218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h8334"/>
            <p:cNvSpPr/>
            <p:nvPr/>
          </p:nvSpPr>
          <p:spPr>
            <a:xfrm>
              <a:off x="2241764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2186"/>
                  </a:lnTo>
                  <a:lnTo>
                    <a:pt x="908582" y="906266"/>
                  </a:lnTo>
                  <a:lnTo>
                    <a:pt x="913478" y="912455"/>
                  </a:lnTo>
                  <a:lnTo>
                    <a:pt x="914400" y="913755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h8335"/>
            <p:cNvSpPr/>
            <p:nvPr/>
          </p:nvSpPr>
          <p:spPr>
            <a:xfrm>
              <a:off x="2241764" y="937907"/>
              <a:ext cx="914856" cy="914399"/>
            </a:xfrm>
            <a:custGeom>
              <a:avLst/>
              <a:pathLst>
                <a:path w="914856" h="914399">
                  <a:moveTo>
                    <a:pt x="914400" y="914399"/>
                  </a:moveTo>
                  <a:lnTo>
                    <a:pt x="914400" y="913755"/>
                  </a:lnTo>
                  <a:lnTo>
                    <a:pt x="914856" y="91439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h8336"/>
            <p:cNvSpPr/>
            <p:nvPr/>
          </p:nvSpPr>
          <p:spPr>
            <a:xfrm>
              <a:off x="3355712" y="920337"/>
              <a:ext cx="914400" cy="929090"/>
            </a:xfrm>
            <a:custGeom>
              <a:avLst/>
              <a:pathLst>
                <a:path w="914400" h="929090">
                  <a:moveTo>
                    <a:pt x="914400" y="914400"/>
                  </a:moveTo>
                  <a:lnTo>
                    <a:pt x="914400" y="929090"/>
                  </a:lnTo>
                  <a:lnTo>
                    <a:pt x="912142" y="925305"/>
                  </a:lnTo>
                  <a:lnTo>
                    <a:pt x="908030" y="917666"/>
                  </a:lnTo>
                  <a:lnTo>
                    <a:pt x="906443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h8337"/>
            <p:cNvSpPr/>
            <p:nvPr/>
          </p:nvSpPr>
          <p:spPr>
            <a:xfrm>
              <a:off x="335571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118" y="931969"/>
                  </a:lnTo>
                  <a:lnTo>
                    <a:pt x="914400" y="92909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h8338"/>
            <p:cNvSpPr/>
            <p:nvPr/>
          </p:nvSpPr>
          <p:spPr>
            <a:xfrm>
              <a:off x="336515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h8339"/>
            <p:cNvSpPr/>
            <p:nvPr/>
          </p:nvSpPr>
          <p:spPr>
            <a:xfrm>
              <a:off x="337459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h8340"/>
            <p:cNvSpPr/>
            <p:nvPr/>
          </p:nvSpPr>
          <p:spPr>
            <a:xfrm>
              <a:off x="338403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h8341"/>
            <p:cNvSpPr/>
            <p:nvPr/>
          </p:nvSpPr>
          <p:spPr>
            <a:xfrm>
              <a:off x="339347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h8342"/>
            <p:cNvSpPr/>
            <p:nvPr/>
          </p:nvSpPr>
          <p:spPr>
            <a:xfrm>
              <a:off x="340291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h8343"/>
            <p:cNvSpPr/>
            <p:nvPr/>
          </p:nvSpPr>
          <p:spPr>
            <a:xfrm>
              <a:off x="341235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h8344"/>
            <p:cNvSpPr/>
            <p:nvPr/>
          </p:nvSpPr>
          <p:spPr>
            <a:xfrm>
              <a:off x="342179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h8345"/>
            <p:cNvSpPr/>
            <p:nvPr/>
          </p:nvSpPr>
          <p:spPr>
            <a:xfrm>
              <a:off x="343123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h8346"/>
            <p:cNvSpPr/>
            <p:nvPr/>
          </p:nvSpPr>
          <p:spPr>
            <a:xfrm>
              <a:off x="344067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h8347"/>
            <p:cNvSpPr/>
            <p:nvPr/>
          </p:nvSpPr>
          <p:spPr>
            <a:xfrm>
              <a:off x="345011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h8348"/>
            <p:cNvSpPr/>
            <p:nvPr/>
          </p:nvSpPr>
          <p:spPr>
            <a:xfrm>
              <a:off x="345955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h8349"/>
            <p:cNvSpPr/>
            <p:nvPr/>
          </p:nvSpPr>
          <p:spPr>
            <a:xfrm>
              <a:off x="346899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h8350"/>
            <p:cNvSpPr/>
            <p:nvPr/>
          </p:nvSpPr>
          <p:spPr>
            <a:xfrm>
              <a:off x="347843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h8351"/>
            <p:cNvSpPr/>
            <p:nvPr/>
          </p:nvSpPr>
          <p:spPr>
            <a:xfrm>
              <a:off x="348787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h8352"/>
            <p:cNvSpPr/>
            <p:nvPr/>
          </p:nvSpPr>
          <p:spPr>
            <a:xfrm>
              <a:off x="349731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h8353"/>
            <p:cNvSpPr/>
            <p:nvPr/>
          </p:nvSpPr>
          <p:spPr>
            <a:xfrm>
              <a:off x="350675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h8354"/>
            <p:cNvSpPr/>
            <p:nvPr/>
          </p:nvSpPr>
          <p:spPr>
            <a:xfrm>
              <a:off x="351619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h8355"/>
            <p:cNvSpPr/>
            <p:nvPr/>
          </p:nvSpPr>
          <p:spPr>
            <a:xfrm>
              <a:off x="352563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h8356"/>
            <p:cNvSpPr/>
            <p:nvPr/>
          </p:nvSpPr>
          <p:spPr>
            <a:xfrm>
              <a:off x="353507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h8357"/>
            <p:cNvSpPr/>
            <p:nvPr/>
          </p:nvSpPr>
          <p:spPr>
            <a:xfrm>
              <a:off x="354451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h8358"/>
            <p:cNvSpPr/>
            <p:nvPr/>
          </p:nvSpPr>
          <p:spPr>
            <a:xfrm>
              <a:off x="355395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h8359"/>
            <p:cNvSpPr/>
            <p:nvPr/>
          </p:nvSpPr>
          <p:spPr>
            <a:xfrm>
              <a:off x="356339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h8360"/>
            <p:cNvSpPr/>
            <p:nvPr/>
          </p:nvSpPr>
          <p:spPr>
            <a:xfrm>
              <a:off x="357283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h8361"/>
            <p:cNvSpPr/>
            <p:nvPr/>
          </p:nvSpPr>
          <p:spPr>
            <a:xfrm>
              <a:off x="358227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h8362"/>
            <p:cNvSpPr/>
            <p:nvPr/>
          </p:nvSpPr>
          <p:spPr>
            <a:xfrm>
              <a:off x="359171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h8363"/>
            <p:cNvSpPr/>
            <p:nvPr/>
          </p:nvSpPr>
          <p:spPr>
            <a:xfrm>
              <a:off x="360115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h8364"/>
            <p:cNvSpPr/>
            <p:nvPr/>
          </p:nvSpPr>
          <p:spPr>
            <a:xfrm>
              <a:off x="361059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h8365"/>
            <p:cNvSpPr/>
            <p:nvPr/>
          </p:nvSpPr>
          <p:spPr>
            <a:xfrm>
              <a:off x="362003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h8366"/>
            <p:cNvSpPr/>
            <p:nvPr/>
          </p:nvSpPr>
          <p:spPr>
            <a:xfrm>
              <a:off x="362947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h8367"/>
            <p:cNvSpPr/>
            <p:nvPr/>
          </p:nvSpPr>
          <p:spPr>
            <a:xfrm>
              <a:off x="363891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h8368"/>
            <p:cNvSpPr/>
            <p:nvPr/>
          </p:nvSpPr>
          <p:spPr>
            <a:xfrm>
              <a:off x="364836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h8369"/>
            <p:cNvSpPr/>
            <p:nvPr/>
          </p:nvSpPr>
          <p:spPr>
            <a:xfrm>
              <a:off x="365780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h8370"/>
            <p:cNvSpPr/>
            <p:nvPr/>
          </p:nvSpPr>
          <p:spPr>
            <a:xfrm>
              <a:off x="366724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h8371"/>
            <p:cNvSpPr/>
            <p:nvPr/>
          </p:nvSpPr>
          <p:spPr>
            <a:xfrm>
              <a:off x="367668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h8372"/>
            <p:cNvSpPr/>
            <p:nvPr/>
          </p:nvSpPr>
          <p:spPr>
            <a:xfrm>
              <a:off x="368612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h8373"/>
            <p:cNvSpPr/>
            <p:nvPr/>
          </p:nvSpPr>
          <p:spPr>
            <a:xfrm>
              <a:off x="369556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h8374"/>
            <p:cNvSpPr/>
            <p:nvPr/>
          </p:nvSpPr>
          <p:spPr>
            <a:xfrm>
              <a:off x="370500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h8375"/>
            <p:cNvSpPr/>
            <p:nvPr/>
          </p:nvSpPr>
          <p:spPr>
            <a:xfrm>
              <a:off x="371444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h8376"/>
            <p:cNvSpPr/>
            <p:nvPr/>
          </p:nvSpPr>
          <p:spPr>
            <a:xfrm>
              <a:off x="372388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h8377"/>
            <p:cNvSpPr/>
            <p:nvPr/>
          </p:nvSpPr>
          <p:spPr>
            <a:xfrm>
              <a:off x="373332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h8378"/>
            <p:cNvSpPr/>
            <p:nvPr/>
          </p:nvSpPr>
          <p:spPr>
            <a:xfrm>
              <a:off x="374276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h8379"/>
            <p:cNvSpPr/>
            <p:nvPr/>
          </p:nvSpPr>
          <p:spPr>
            <a:xfrm>
              <a:off x="375220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h8380"/>
            <p:cNvSpPr/>
            <p:nvPr/>
          </p:nvSpPr>
          <p:spPr>
            <a:xfrm>
              <a:off x="376164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h8381"/>
            <p:cNvSpPr/>
            <p:nvPr/>
          </p:nvSpPr>
          <p:spPr>
            <a:xfrm>
              <a:off x="377108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h8382"/>
            <p:cNvSpPr/>
            <p:nvPr/>
          </p:nvSpPr>
          <p:spPr>
            <a:xfrm>
              <a:off x="378052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h8383"/>
            <p:cNvSpPr/>
            <p:nvPr/>
          </p:nvSpPr>
          <p:spPr>
            <a:xfrm>
              <a:off x="378996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h8384"/>
            <p:cNvSpPr/>
            <p:nvPr/>
          </p:nvSpPr>
          <p:spPr>
            <a:xfrm>
              <a:off x="379940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h8385"/>
            <p:cNvSpPr/>
            <p:nvPr/>
          </p:nvSpPr>
          <p:spPr>
            <a:xfrm>
              <a:off x="380884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h8386"/>
            <p:cNvSpPr/>
            <p:nvPr/>
          </p:nvSpPr>
          <p:spPr>
            <a:xfrm>
              <a:off x="381828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h8387"/>
            <p:cNvSpPr/>
            <p:nvPr/>
          </p:nvSpPr>
          <p:spPr>
            <a:xfrm>
              <a:off x="382772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h8388"/>
            <p:cNvSpPr/>
            <p:nvPr/>
          </p:nvSpPr>
          <p:spPr>
            <a:xfrm>
              <a:off x="3846605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245" y="896830"/>
                  </a:lnTo>
                  <a:lnTo>
                    <a:pt x="908382" y="897161"/>
                  </a:lnTo>
                  <a:lnTo>
                    <a:pt x="911899" y="90668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h8389"/>
            <p:cNvSpPr/>
            <p:nvPr/>
          </p:nvSpPr>
          <p:spPr>
            <a:xfrm>
              <a:off x="2128481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299" y="914400"/>
                  </a:lnTo>
                  <a:lnTo>
                    <a:pt x="908916" y="913771"/>
                  </a:lnTo>
                  <a:lnTo>
                    <a:pt x="914250" y="908993"/>
                  </a:lnTo>
                  <a:lnTo>
                    <a:pt x="914400" y="90887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h8390"/>
            <p:cNvSpPr/>
            <p:nvPr/>
          </p:nvSpPr>
          <p:spPr>
            <a:xfrm>
              <a:off x="2137921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876"/>
                  </a:lnTo>
                  <a:lnTo>
                    <a:pt x="910270" y="904740"/>
                  </a:lnTo>
                  <a:lnTo>
                    <a:pt x="914400" y="90198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h8391"/>
            <p:cNvSpPr/>
            <p:nvPr/>
          </p:nvSpPr>
          <p:spPr>
            <a:xfrm>
              <a:off x="2147362" y="90276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556"/>
                  </a:lnTo>
                  <a:lnTo>
                    <a:pt x="906401" y="918594"/>
                  </a:lnTo>
                  <a:lnTo>
                    <a:pt x="912070" y="915425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h8392"/>
            <p:cNvSpPr/>
            <p:nvPr/>
          </p:nvSpPr>
          <p:spPr>
            <a:xfrm>
              <a:off x="214736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h8393"/>
            <p:cNvSpPr/>
            <p:nvPr/>
          </p:nvSpPr>
          <p:spPr>
            <a:xfrm>
              <a:off x="215680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h8394"/>
            <p:cNvSpPr/>
            <p:nvPr/>
          </p:nvSpPr>
          <p:spPr>
            <a:xfrm>
              <a:off x="216624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h8395"/>
            <p:cNvSpPr/>
            <p:nvPr/>
          </p:nvSpPr>
          <p:spPr>
            <a:xfrm>
              <a:off x="217568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h8396"/>
            <p:cNvSpPr/>
            <p:nvPr/>
          </p:nvSpPr>
          <p:spPr>
            <a:xfrm>
              <a:off x="218512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h8397"/>
            <p:cNvSpPr/>
            <p:nvPr/>
          </p:nvSpPr>
          <p:spPr>
            <a:xfrm>
              <a:off x="2204003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06" y="896830"/>
                  </a:lnTo>
                  <a:lnTo>
                    <a:pt x="913953" y="897375"/>
                  </a:lnTo>
                  <a:lnTo>
                    <a:pt x="914400" y="89761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h8398"/>
            <p:cNvSpPr/>
            <p:nvPr/>
          </p:nvSpPr>
          <p:spPr>
            <a:xfrm>
              <a:off x="2213443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7616"/>
                  </a:lnTo>
                  <a:lnTo>
                    <a:pt x="910196" y="900451"/>
                  </a:lnTo>
                  <a:lnTo>
                    <a:pt x="914400" y="903176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h8399"/>
            <p:cNvSpPr/>
            <p:nvPr/>
          </p:nvSpPr>
          <p:spPr>
            <a:xfrm>
              <a:off x="2222884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176"/>
                  </a:lnTo>
                  <a:lnTo>
                    <a:pt x="906346" y="904075"/>
                  </a:lnTo>
                  <a:lnTo>
                    <a:pt x="911826" y="908238"/>
                  </a:lnTo>
                  <a:lnTo>
                    <a:pt x="914400" y="910492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h8400"/>
            <p:cNvSpPr/>
            <p:nvPr/>
          </p:nvSpPr>
          <p:spPr>
            <a:xfrm>
              <a:off x="2222884" y="920337"/>
              <a:ext cx="918657" cy="914400"/>
            </a:xfrm>
            <a:custGeom>
              <a:avLst/>
              <a:pathLst>
                <a:path w="918657" h="914400">
                  <a:moveTo>
                    <a:pt x="914400" y="914400"/>
                  </a:moveTo>
                  <a:lnTo>
                    <a:pt x="914400" y="910492"/>
                  </a:lnTo>
                  <a:lnTo>
                    <a:pt x="917181" y="91292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h8401"/>
            <p:cNvSpPr/>
            <p:nvPr/>
          </p:nvSpPr>
          <p:spPr>
            <a:xfrm>
              <a:off x="3346272" y="902767"/>
              <a:ext cx="914400" cy="928916"/>
            </a:xfrm>
            <a:custGeom>
              <a:avLst/>
              <a:pathLst>
                <a:path w="914400" h="928916">
                  <a:moveTo>
                    <a:pt x="914400" y="914400"/>
                  </a:moveTo>
                  <a:lnTo>
                    <a:pt x="914400" y="928916"/>
                  </a:lnTo>
                  <a:lnTo>
                    <a:pt x="913573" y="927215"/>
                  </a:lnTo>
                  <a:lnTo>
                    <a:pt x="909903" y="918833"/>
                  </a:lnTo>
                  <a:lnTo>
                    <a:pt x="908157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h8402"/>
            <p:cNvSpPr/>
            <p:nvPr/>
          </p:nvSpPr>
          <p:spPr>
            <a:xfrm>
              <a:off x="334627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3" y="931969"/>
                  </a:lnTo>
                  <a:lnTo>
                    <a:pt x="914400" y="928916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h8403"/>
            <p:cNvSpPr/>
            <p:nvPr/>
          </p:nvSpPr>
          <p:spPr>
            <a:xfrm>
              <a:off x="335571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h8404"/>
            <p:cNvSpPr/>
            <p:nvPr/>
          </p:nvSpPr>
          <p:spPr>
            <a:xfrm>
              <a:off x="336515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h8405"/>
            <p:cNvSpPr/>
            <p:nvPr/>
          </p:nvSpPr>
          <p:spPr>
            <a:xfrm>
              <a:off x="337459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h8406"/>
            <p:cNvSpPr/>
            <p:nvPr/>
          </p:nvSpPr>
          <p:spPr>
            <a:xfrm>
              <a:off x="338403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h8407"/>
            <p:cNvSpPr/>
            <p:nvPr/>
          </p:nvSpPr>
          <p:spPr>
            <a:xfrm>
              <a:off x="339347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h8408"/>
            <p:cNvSpPr/>
            <p:nvPr/>
          </p:nvSpPr>
          <p:spPr>
            <a:xfrm>
              <a:off x="340291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h8409"/>
            <p:cNvSpPr/>
            <p:nvPr/>
          </p:nvSpPr>
          <p:spPr>
            <a:xfrm>
              <a:off x="341235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h8410"/>
            <p:cNvSpPr/>
            <p:nvPr/>
          </p:nvSpPr>
          <p:spPr>
            <a:xfrm>
              <a:off x="342179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h8411"/>
            <p:cNvSpPr/>
            <p:nvPr/>
          </p:nvSpPr>
          <p:spPr>
            <a:xfrm>
              <a:off x="343123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h8412"/>
            <p:cNvSpPr/>
            <p:nvPr/>
          </p:nvSpPr>
          <p:spPr>
            <a:xfrm>
              <a:off x="344067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h8413"/>
            <p:cNvSpPr/>
            <p:nvPr/>
          </p:nvSpPr>
          <p:spPr>
            <a:xfrm>
              <a:off x="345011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h8414"/>
            <p:cNvSpPr/>
            <p:nvPr/>
          </p:nvSpPr>
          <p:spPr>
            <a:xfrm>
              <a:off x="345955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h8415"/>
            <p:cNvSpPr/>
            <p:nvPr/>
          </p:nvSpPr>
          <p:spPr>
            <a:xfrm>
              <a:off x="346899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h8416"/>
            <p:cNvSpPr/>
            <p:nvPr/>
          </p:nvSpPr>
          <p:spPr>
            <a:xfrm>
              <a:off x="347843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h8417"/>
            <p:cNvSpPr/>
            <p:nvPr/>
          </p:nvSpPr>
          <p:spPr>
            <a:xfrm>
              <a:off x="348787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h8418"/>
            <p:cNvSpPr/>
            <p:nvPr/>
          </p:nvSpPr>
          <p:spPr>
            <a:xfrm>
              <a:off x="349731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h8419"/>
            <p:cNvSpPr/>
            <p:nvPr/>
          </p:nvSpPr>
          <p:spPr>
            <a:xfrm>
              <a:off x="350675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h8420"/>
            <p:cNvSpPr/>
            <p:nvPr/>
          </p:nvSpPr>
          <p:spPr>
            <a:xfrm>
              <a:off x="351619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h8421"/>
            <p:cNvSpPr/>
            <p:nvPr/>
          </p:nvSpPr>
          <p:spPr>
            <a:xfrm>
              <a:off x="352563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h8422"/>
            <p:cNvSpPr/>
            <p:nvPr/>
          </p:nvSpPr>
          <p:spPr>
            <a:xfrm>
              <a:off x="353507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h8423"/>
            <p:cNvSpPr/>
            <p:nvPr/>
          </p:nvSpPr>
          <p:spPr>
            <a:xfrm>
              <a:off x="354451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h8424"/>
            <p:cNvSpPr/>
            <p:nvPr/>
          </p:nvSpPr>
          <p:spPr>
            <a:xfrm>
              <a:off x="355395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h8425"/>
            <p:cNvSpPr/>
            <p:nvPr/>
          </p:nvSpPr>
          <p:spPr>
            <a:xfrm>
              <a:off x="356339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h8426"/>
            <p:cNvSpPr/>
            <p:nvPr/>
          </p:nvSpPr>
          <p:spPr>
            <a:xfrm>
              <a:off x="357283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h8427"/>
            <p:cNvSpPr/>
            <p:nvPr/>
          </p:nvSpPr>
          <p:spPr>
            <a:xfrm>
              <a:off x="358227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h8428"/>
            <p:cNvSpPr/>
            <p:nvPr/>
          </p:nvSpPr>
          <p:spPr>
            <a:xfrm>
              <a:off x="359171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h8429"/>
            <p:cNvSpPr/>
            <p:nvPr/>
          </p:nvSpPr>
          <p:spPr>
            <a:xfrm>
              <a:off x="360115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h8430"/>
            <p:cNvSpPr/>
            <p:nvPr/>
          </p:nvSpPr>
          <p:spPr>
            <a:xfrm>
              <a:off x="361059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h8431"/>
            <p:cNvSpPr/>
            <p:nvPr/>
          </p:nvSpPr>
          <p:spPr>
            <a:xfrm>
              <a:off x="362003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h8432"/>
            <p:cNvSpPr/>
            <p:nvPr/>
          </p:nvSpPr>
          <p:spPr>
            <a:xfrm>
              <a:off x="362947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h8433"/>
            <p:cNvSpPr/>
            <p:nvPr/>
          </p:nvSpPr>
          <p:spPr>
            <a:xfrm>
              <a:off x="363891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h8434"/>
            <p:cNvSpPr/>
            <p:nvPr/>
          </p:nvSpPr>
          <p:spPr>
            <a:xfrm>
              <a:off x="364836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h8435"/>
            <p:cNvSpPr/>
            <p:nvPr/>
          </p:nvSpPr>
          <p:spPr>
            <a:xfrm>
              <a:off x="365780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h8436"/>
            <p:cNvSpPr/>
            <p:nvPr/>
          </p:nvSpPr>
          <p:spPr>
            <a:xfrm>
              <a:off x="366724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h8437"/>
            <p:cNvSpPr/>
            <p:nvPr/>
          </p:nvSpPr>
          <p:spPr>
            <a:xfrm>
              <a:off x="367668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h8438"/>
            <p:cNvSpPr/>
            <p:nvPr/>
          </p:nvSpPr>
          <p:spPr>
            <a:xfrm>
              <a:off x="368612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h8439"/>
            <p:cNvSpPr/>
            <p:nvPr/>
          </p:nvSpPr>
          <p:spPr>
            <a:xfrm>
              <a:off x="369556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h8440"/>
            <p:cNvSpPr/>
            <p:nvPr/>
          </p:nvSpPr>
          <p:spPr>
            <a:xfrm>
              <a:off x="370500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h8441"/>
            <p:cNvSpPr/>
            <p:nvPr/>
          </p:nvSpPr>
          <p:spPr>
            <a:xfrm>
              <a:off x="371444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h8442"/>
            <p:cNvSpPr/>
            <p:nvPr/>
          </p:nvSpPr>
          <p:spPr>
            <a:xfrm>
              <a:off x="372388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h8443"/>
            <p:cNvSpPr/>
            <p:nvPr/>
          </p:nvSpPr>
          <p:spPr>
            <a:xfrm>
              <a:off x="373332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h8444"/>
            <p:cNvSpPr/>
            <p:nvPr/>
          </p:nvSpPr>
          <p:spPr>
            <a:xfrm>
              <a:off x="374276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h8445"/>
            <p:cNvSpPr/>
            <p:nvPr/>
          </p:nvSpPr>
          <p:spPr>
            <a:xfrm>
              <a:off x="375220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h8446"/>
            <p:cNvSpPr/>
            <p:nvPr/>
          </p:nvSpPr>
          <p:spPr>
            <a:xfrm>
              <a:off x="376164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h8447"/>
            <p:cNvSpPr/>
            <p:nvPr/>
          </p:nvSpPr>
          <p:spPr>
            <a:xfrm>
              <a:off x="377108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h8448"/>
            <p:cNvSpPr/>
            <p:nvPr/>
          </p:nvSpPr>
          <p:spPr>
            <a:xfrm>
              <a:off x="378052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h8449"/>
            <p:cNvSpPr/>
            <p:nvPr/>
          </p:nvSpPr>
          <p:spPr>
            <a:xfrm>
              <a:off x="378996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h8450"/>
            <p:cNvSpPr/>
            <p:nvPr/>
          </p:nvSpPr>
          <p:spPr>
            <a:xfrm>
              <a:off x="379940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h8451"/>
            <p:cNvSpPr/>
            <p:nvPr/>
          </p:nvSpPr>
          <p:spPr>
            <a:xfrm>
              <a:off x="380884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h8452"/>
            <p:cNvSpPr/>
            <p:nvPr/>
          </p:nvSpPr>
          <p:spPr>
            <a:xfrm>
              <a:off x="381828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h8453"/>
            <p:cNvSpPr/>
            <p:nvPr/>
          </p:nvSpPr>
          <p:spPr>
            <a:xfrm>
              <a:off x="3837165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978" y="896830"/>
                  </a:lnTo>
                  <a:lnTo>
                    <a:pt x="914030" y="905577"/>
                  </a:lnTo>
                  <a:lnTo>
                    <a:pt x="914400" y="90646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h8454"/>
            <p:cNvSpPr/>
            <p:nvPr/>
          </p:nvSpPr>
          <p:spPr>
            <a:xfrm>
              <a:off x="3837165" y="920337"/>
              <a:ext cx="917685" cy="914400"/>
            </a:xfrm>
            <a:custGeom>
              <a:avLst/>
              <a:pathLst>
                <a:path w="917685" h="914400">
                  <a:moveTo>
                    <a:pt x="914400" y="914400"/>
                  </a:moveTo>
                  <a:lnTo>
                    <a:pt x="914400" y="906468"/>
                  </a:lnTo>
                  <a:lnTo>
                    <a:pt x="917685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h8455"/>
            <p:cNvSpPr/>
            <p:nvPr/>
          </p:nvSpPr>
          <p:spPr>
            <a:xfrm>
              <a:off x="2156802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366"/>
                  </a:lnTo>
                  <a:lnTo>
                    <a:pt x="908380" y="912811"/>
                  </a:lnTo>
                  <a:lnTo>
                    <a:pt x="914195" y="910760"/>
                  </a:lnTo>
                  <a:lnTo>
                    <a:pt x="914400" y="91070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h8456"/>
            <p:cNvSpPr/>
            <p:nvPr/>
          </p:nvSpPr>
          <p:spPr>
            <a:xfrm>
              <a:off x="2166242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708"/>
                  </a:lnTo>
                  <a:lnTo>
                    <a:pt x="910620" y="909277"/>
                  </a:lnTo>
                  <a:lnTo>
                    <a:pt x="914400" y="908693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h8457"/>
            <p:cNvSpPr/>
            <p:nvPr/>
          </p:nvSpPr>
          <p:spPr>
            <a:xfrm>
              <a:off x="2175682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93"/>
                  </a:lnTo>
                  <a:lnTo>
                    <a:pt x="907078" y="908366"/>
                  </a:lnTo>
                  <a:lnTo>
                    <a:pt x="912995" y="908029"/>
                  </a:lnTo>
                  <a:lnTo>
                    <a:pt x="914400" y="908086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h8458"/>
            <p:cNvSpPr/>
            <p:nvPr/>
          </p:nvSpPr>
          <p:spPr>
            <a:xfrm>
              <a:off x="2185123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086"/>
                  </a:lnTo>
                  <a:lnTo>
                    <a:pt x="909472" y="908269"/>
                  </a:lnTo>
                  <a:lnTo>
                    <a:pt x="914400" y="90894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h8459"/>
            <p:cNvSpPr/>
            <p:nvPr/>
          </p:nvSpPr>
          <p:spPr>
            <a:xfrm>
              <a:off x="2194563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948"/>
                  </a:lnTo>
                  <a:lnTo>
                    <a:pt x="905934" y="909083"/>
                  </a:lnTo>
                  <a:lnTo>
                    <a:pt x="911806" y="910470"/>
                  </a:lnTo>
                  <a:lnTo>
                    <a:pt x="914400" y="91134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h8460"/>
            <p:cNvSpPr/>
            <p:nvPr/>
          </p:nvSpPr>
          <p:spPr>
            <a:xfrm>
              <a:off x="2194563" y="902767"/>
              <a:ext cx="922147" cy="914400"/>
            </a:xfrm>
            <a:custGeom>
              <a:avLst/>
              <a:pathLst>
                <a:path w="922147" h="914400">
                  <a:moveTo>
                    <a:pt x="914400" y="914400"/>
                  </a:moveTo>
                  <a:lnTo>
                    <a:pt x="914400" y="911340"/>
                  </a:lnTo>
                  <a:lnTo>
                    <a:pt x="917631" y="912425"/>
                  </a:lnTo>
                  <a:lnTo>
                    <a:pt x="922147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h8461"/>
            <p:cNvSpPr/>
            <p:nvPr/>
          </p:nvSpPr>
          <p:spPr>
            <a:xfrm>
              <a:off x="3336832" y="885197"/>
              <a:ext cx="914400" cy="923404"/>
            </a:xfrm>
            <a:custGeom>
              <a:avLst/>
              <a:pathLst>
                <a:path w="914400" h="923404">
                  <a:moveTo>
                    <a:pt x="914400" y="914400"/>
                  </a:moveTo>
                  <a:lnTo>
                    <a:pt x="914400" y="923404"/>
                  </a:lnTo>
                  <a:lnTo>
                    <a:pt x="912719" y="918643"/>
                  </a:lnTo>
                  <a:lnTo>
                    <a:pt x="911384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h8462"/>
            <p:cNvSpPr/>
            <p:nvPr/>
          </p:nvSpPr>
          <p:spPr>
            <a:xfrm>
              <a:off x="333683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598" y="931969"/>
                  </a:lnTo>
                  <a:lnTo>
                    <a:pt x="915909" y="927681"/>
                  </a:lnTo>
                  <a:lnTo>
                    <a:pt x="914400" y="923404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h8463"/>
            <p:cNvSpPr/>
            <p:nvPr/>
          </p:nvSpPr>
          <p:spPr>
            <a:xfrm>
              <a:off x="334627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h8464"/>
            <p:cNvSpPr/>
            <p:nvPr/>
          </p:nvSpPr>
          <p:spPr>
            <a:xfrm>
              <a:off x="335571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h8465"/>
            <p:cNvSpPr/>
            <p:nvPr/>
          </p:nvSpPr>
          <p:spPr>
            <a:xfrm>
              <a:off x="336515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h8466"/>
            <p:cNvSpPr/>
            <p:nvPr/>
          </p:nvSpPr>
          <p:spPr>
            <a:xfrm>
              <a:off x="337459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h8467"/>
            <p:cNvSpPr/>
            <p:nvPr/>
          </p:nvSpPr>
          <p:spPr>
            <a:xfrm>
              <a:off x="338403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h8468"/>
            <p:cNvSpPr/>
            <p:nvPr/>
          </p:nvSpPr>
          <p:spPr>
            <a:xfrm>
              <a:off x="339347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h8469"/>
            <p:cNvSpPr/>
            <p:nvPr/>
          </p:nvSpPr>
          <p:spPr>
            <a:xfrm>
              <a:off x="340291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h8470"/>
            <p:cNvSpPr/>
            <p:nvPr/>
          </p:nvSpPr>
          <p:spPr>
            <a:xfrm>
              <a:off x="341235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h8471"/>
            <p:cNvSpPr/>
            <p:nvPr/>
          </p:nvSpPr>
          <p:spPr>
            <a:xfrm>
              <a:off x="342179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h8472"/>
            <p:cNvSpPr/>
            <p:nvPr/>
          </p:nvSpPr>
          <p:spPr>
            <a:xfrm>
              <a:off x="343123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h8473"/>
            <p:cNvSpPr/>
            <p:nvPr/>
          </p:nvSpPr>
          <p:spPr>
            <a:xfrm>
              <a:off x="344067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h8474"/>
            <p:cNvSpPr/>
            <p:nvPr/>
          </p:nvSpPr>
          <p:spPr>
            <a:xfrm>
              <a:off x="345011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h8475"/>
            <p:cNvSpPr/>
            <p:nvPr/>
          </p:nvSpPr>
          <p:spPr>
            <a:xfrm>
              <a:off x="345955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h8476"/>
            <p:cNvSpPr/>
            <p:nvPr/>
          </p:nvSpPr>
          <p:spPr>
            <a:xfrm>
              <a:off x="346899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h8477"/>
            <p:cNvSpPr/>
            <p:nvPr/>
          </p:nvSpPr>
          <p:spPr>
            <a:xfrm>
              <a:off x="347843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h8478"/>
            <p:cNvSpPr/>
            <p:nvPr/>
          </p:nvSpPr>
          <p:spPr>
            <a:xfrm>
              <a:off x="348787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h8479"/>
            <p:cNvSpPr/>
            <p:nvPr/>
          </p:nvSpPr>
          <p:spPr>
            <a:xfrm>
              <a:off x="349731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h8480"/>
            <p:cNvSpPr/>
            <p:nvPr/>
          </p:nvSpPr>
          <p:spPr>
            <a:xfrm>
              <a:off x="350675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h8481"/>
            <p:cNvSpPr/>
            <p:nvPr/>
          </p:nvSpPr>
          <p:spPr>
            <a:xfrm>
              <a:off x="351619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h8482"/>
            <p:cNvSpPr/>
            <p:nvPr/>
          </p:nvSpPr>
          <p:spPr>
            <a:xfrm>
              <a:off x="352563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h8483"/>
            <p:cNvSpPr/>
            <p:nvPr/>
          </p:nvSpPr>
          <p:spPr>
            <a:xfrm>
              <a:off x="353507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h8484"/>
            <p:cNvSpPr/>
            <p:nvPr/>
          </p:nvSpPr>
          <p:spPr>
            <a:xfrm>
              <a:off x="354451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h8485"/>
            <p:cNvSpPr/>
            <p:nvPr/>
          </p:nvSpPr>
          <p:spPr>
            <a:xfrm>
              <a:off x="355395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h8486"/>
            <p:cNvSpPr/>
            <p:nvPr/>
          </p:nvSpPr>
          <p:spPr>
            <a:xfrm>
              <a:off x="356339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h8487"/>
            <p:cNvSpPr/>
            <p:nvPr/>
          </p:nvSpPr>
          <p:spPr>
            <a:xfrm>
              <a:off x="357283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h8488"/>
            <p:cNvSpPr/>
            <p:nvPr/>
          </p:nvSpPr>
          <p:spPr>
            <a:xfrm>
              <a:off x="358227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h8489"/>
            <p:cNvSpPr/>
            <p:nvPr/>
          </p:nvSpPr>
          <p:spPr>
            <a:xfrm>
              <a:off x="359171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h8490"/>
            <p:cNvSpPr/>
            <p:nvPr/>
          </p:nvSpPr>
          <p:spPr>
            <a:xfrm>
              <a:off x="360115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h8491"/>
            <p:cNvSpPr/>
            <p:nvPr/>
          </p:nvSpPr>
          <p:spPr>
            <a:xfrm>
              <a:off x="361059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h8492"/>
            <p:cNvSpPr/>
            <p:nvPr/>
          </p:nvSpPr>
          <p:spPr>
            <a:xfrm>
              <a:off x="362003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h8493"/>
            <p:cNvSpPr/>
            <p:nvPr/>
          </p:nvSpPr>
          <p:spPr>
            <a:xfrm>
              <a:off x="362947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h8494"/>
            <p:cNvSpPr/>
            <p:nvPr/>
          </p:nvSpPr>
          <p:spPr>
            <a:xfrm>
              <a:off x="363891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h8495"/>
            <p:cNvSpPr/>
            <p:nvPr/>
          </p:nvSpPr>
          <p:spPr>
            <a:xfrm>
              <a:off x="364836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h8496"/>
            <p:cNvSpPr/>
            <p:nvPr/>
          </p:nvSpPr>
          <p:spPr>
            <a:xfrm>
              <a:off x="365780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h8497"/>
            <p:cNvSpPr/>
            <p:nvPr/>
          </p:nvSpPr>
          <p:spPr>
            <a:xfrm>
              <a:off x="366724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h8498"/>
            <p:cNvSpPr/>
            <p:nvPr/>
          </p:nvSpPr>
          <p:spPr>
            <a:xfrm>
              <a:off x="367668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h8499"/>
            <p:cNvSpPr/>
            <p:nvPr/>
          </p:nvSpPr>
          <p:spPr>
            <a:xfrm>
              <a:off x="368612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h8500"/>
            <p:cNvSpPr/>
            <p:nvPr/>
          </p:nvSpPr>
          <p:spPr>
            <a:xfrm>
              <a:off x="369556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h8501"/>
            <p:cNvSpPr/>
            <p:nvPr/>
          </p:nvSpPr>
          <p:spPr>
            <a:xfrm>
              <a:off x="370500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h8502"/>
            <p:cNvSpPr/>
            <p:nvPr/>
          </p:nvSpPr>
          <p:spPr>
            <a:xfrm>
              <a:off x="371444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h8503"/>
            <p:cNvSpPr/>
            <p:nvPr/>
          </p:nvSpPr>
          <p:spPr>
            <a:xfrm>
              <a:off x="372388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h8504"/>
            <p:cNvSpPr/>
            <p:nvPr/>
          </p:nvSpPr>
          <p:spPr>
            <a:xfrm>
              <a:off x="373332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h8505"/>
            <p:cNvSpPr/>
            <p:nvPr/>
          </p:nvSpPr>
          <p:spPr>
            <a:xfrm>
              <a:off x="374276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h8506"/>
            <p:cNvSpPr/>
            <p:nvPr/>
          </p:nvSpPr>
          <p:spPr>
            <a:xfrm>
              <a:off x="375220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h8507"/>
            <p:cNvSpPr/>
            <p:nvPr/>
          </p:nvSpPr>
          <p:spPr>
            <a:xfrm>
              <a:off x="376164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h8508"/>
            <p:cNvSpPr/>
            <p:nvPr/>
          </p:nvSpPr>
          <p:spPr>
            <a:xfrm>
              <a:off x="377108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h8509"/>
            <p:cNvSpPr/>
            <p:nvPr/>
          </p:nvSpPr>
          <p:spPr>
            <a:xfrm>
              <a:off x="378052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h8510"/>
            <p:cNvSpPr/>
            <p:nvPr/>
          </p:nvSpPr>
          <p:spPr>
            <a:xfrm>
              <a:off x="378996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h8511"/>
            <p:cNvSpPr/>
            <p:nvPr/>
          </p:nvSpPr>
          <p:spPr>
            <a:xfrm>
              <a:off x="379940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h8512"/>
            <p:cNvSpPr/>
            <p:nvPr/>
          </p:nvSpPr>
          <p:spPr>
            <a:xfrm>
              <a:off x="380884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h8513"/>
            <p:cNvSpPr/>
            <p:nvPr/>
          </p:nvSpPr>
          <p:spPr>
            <a:xfrm>
              <a:off x="3827724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3" y="896830"/>
                  </a:lnTo>
                  <a:lnTo>
                    <a:pt x="910561" y="898191"/>
                  </a:lnTo>
                  <a:lnTo>
                    <a:pt x="914400" y="904841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h8514"/>
            <p:cNvSpPr/>
            <p:nvPr/>
          </p:nvSpPr>
          <p:spPr>
            <a:xfrm>
              <a:off x="3827724" y="902767"/>
              <a:ext cx="919418" cy="914400"/>
            </a:xfrm>
            <a:custGeom>
              <a:avLst/>
              <a:pathLst>
                <a:path w="919418" h="914400">
                  <a:moveTo>
                    <a:pt x="914400" y="914400"/>
                  </a:moveTo>
                  <a:lnTo>
                    <a:pt x="914400" y="904841"/>
                  </a:lnTo>
                  <a:lnTo>
                    <a:pt x="915107" y="906066"/>
                  </a:lnTo>
                  <a:lnTo>
                    <a:pt x="91941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h8515"/>
            <p:cNvSpPr/>
            <p:nvPr/>
          </p:nvSpPr>
          <p:spPr>
            <a:xfrm>
              <a:off x="3336832" y="86762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84" y="931969"/>
                  </a:lnTo>
                  <a:lnTo>
                    <a:pt x="909783" y="926883"/>
                  </a:lnTo>
                  <a:lnTo>
                    <a:pt x="907107" y="917284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h8516"/>
            <p:cNvSpPr/>
            <p:nvPr/>
          </p:nvSpPr>
          <p:spPr>
            <a:xfrm>
              <a:off x="333683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h8517"/>
            <p:cNvSpPr/>
            <p:nvPr/>
          </p:nvSpPr>
          <p:spPr>
            <a:xfrm>
              <a:off x="334627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h8518"/>
            <p:cNvSpPr/>
            <p:nvPr/>
          </p:nvSpPr>
          <p:spPr>
            <a:xfrm>
              <a:off x="335571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h8519"/>
            <p:cNvSpPr/>
            <p:nvPr/>
          </p:nvSpPr>
          <p:spPr>
            <a:xfrm>
              <a:off x="336515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h8520"/>
            <p:cNvSpPr/>
            <p:nvPr/>
          </p:nvSpPr>
          <p:spPr>
            <a:xfrm>
              <a:off x="337459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h8521"/>
            <p:cNvSpPr/>
            <p:nvPr/>
          </p:nvSpPr>
          <p:spPr>
            <a:xfrm>
              <a:off x="338403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h8522"/>
            <p:cNvSpPr/>
            <p:nvPr/>
          </p:nvSpPr>
          <p:spPr>
            <a:xfrm>
              <a:off x="339347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h8523"/>
            <p:cNvSpPr/>
            <p:nvPr/>
          </p:nvSpPr>
          <p:spPr>
            <a:xfrm>
              <a:off x="340291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h8524"/>
            <p:cNvSpPr/>
            <p:nvPr/>
          </p:nvSpPr>
          <p:spPr>
            <a:xfrm>
              <a:off x="341235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h8525"/>
            <p:cNvSpPr/>
            <p:nvPr/>
          </p:nvSpPr>
          <p:spPr>
            <a:xfrm>
              <a:off x="342179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h8526"/>
            <p:cNvSpPr/>
            <p:nvPr/>
          </p:nvSpPr>
          <p:spPr>
            <a:xfrm>
              <a:off x="343123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h8527"/>
            <p:cNvSpPr/>
            <p:nvPr/>
          </p:nvSpPr>
          <p:spPr>
            <a:xfrm>
              <a:off x="344067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h8528"/>
            <p:cNvSpPr/>
            <p:nvPr/>
          </p:nvSpPr>
          <p:spPr>
            <a:xfrm>
              <a:off x="345011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h8529"/>
            <p:cNvSpPr/>
            <p:nvPr/>
          </p:nvSpPr>
          <p:spPr>
            <a:xfrm>
              <a:off x="345955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h8530"/>
            <p:cNvSpPr/>
            <p:nvPr/>
          </p:nvSpPr>
          <p:spPr>
            <a:xfrm>
              <a:off x="346899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h8531"/>
            <p:cNvSpPr/>
            <p:nvPr/>
          </p:nvSpPr>
          <p:spPr>
            <a:xfrm>
              <a:off x="347843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h8532"/>
            <p:cNvSpPr/>
            <p:nvPr/>
          </p:nvSpPr>
          <p:spPr>
            <a:xfrm>
              <a:off x="348787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h8533"/>
            <p:cNvSpPr/>
            <p:nvPr/>
          </p:nvSpPr>
          <p:spPr>
            <a:xfrm>
              <a:off x="349731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h8534"/>
            <p:cNvSpPr/>
            <p:nvPr/>
          </p:nvSpPr>
          <p:spPr>
            <a:xfrm>
              <a:off x="350675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h8535"/>
            <p:cNvSpPr/>
            <p:nvPr/>
          </p:nvSpPr>
          <p:spPr>
            <a:xfrm>
              <a:off x="351619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h8536"/>
            <p:cNvSpPr/>
            <p:nvPr/>
          </p:nvSpPr>
          <p:spPr>
            <a:xfrm>
              <a:off x="352563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h8537"/>
            <p:cNvSpPr/>
            <p:nvPr/>
          </p:nvSpPr>
          <p:spPr>
            <a:xfrm>
              <a:off x="353507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h8538"/>
            <p:cNvSpPr/>
            <p:nvPr/>
          </p:nvSpPr>
          <p:spPr>
            <a:xfrm>
              <a:off x="354451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h8539"/>
            <p:cNvSpPr/>
            <p:nvPr/>
          </p:nvSpPr>
          <p:spPr>
            <a:xfrm>
              <a:off x="355395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h8540"/>
            <p:cNvSpPr/>
            <p:nvPr/>
          </p:nvSpPr>
          <p:spPr>
            <a:xfrm>
              <a:off x="356339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h8541"/>
            <p:cNvSpPr/>
            <p:nvPr/>
          </p:nvSpPr>
          <p:spPr>
            <a:xfrm>
              <a:off x="357283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h8542"/>
            <p:cNvSpPr/>
            <p:nvPr/>
          </p:nvSpPr>
          <p:spPr>
            <a:xfrm>
              <a:off x="358227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h8543"/>
            <p:cNvSpPr/>
            <p:nvPr/>
          </p:nvSpPr>
          <p:spPr>
            <a:xfrm>
              <a:off x="359171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h8544"/>
            <p:cNvSpPr/>
            <p:nvPr/>
          </p:nvSpPr>
          <p:spPr>
            <a:xfrm>
              <a:off x="360115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h8545"/>
            <p:cNvSpPr/>
            <p:nvPr/>
          </p:nvSpPr>
          <p:spPr>
            <a:xfrm>
              <a:off x="361059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h8546"/>
            <p:cNvSpPr/>
            <p:nvPr/>
          </p:nvSpPr>
          <p:spPr>
            <a:xfrm>
              <a:off x="362003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h8547"/>
            <p:cNvSpPr/>
            <p:nvPr/>
          </p:nvSpPr>
          <p:spPr>
            <a:xfrm>
              <a:off x="362947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h8548"/>
            <p:cNvSpPr/>
            <p:nvPr/>
          </p:nvSpPr>
          <p:spPr>
            <a:xfrm>
              <a:off x="363891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h8549"/>
            <p:cNvSpPr/>
            <p:nvPr/>
          </p:nvSpPr>
          <p:spPr>
            <a:xfrm>
              <a:off x="364836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h8550"/>
            <p:cNvSpPr/>
            <p:nvPr/>
          </p:nvSpPr>
          <p:spPr>
            <a:xfrm>
              <a:off x="365780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h8551"/>
            <p:cNvSpPr/>
            <p:nvPr/>
          </p:nvSpPr>
          <p:spPr>
            <a:xfrm>
              <a:off x="366724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h8552"/>
            <p:cNvSpPr/>
            <p:nvPr/>
          </p:nvSpPr>
          <p:spPr>
            <a:xfrm>
              <a:off x="367668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h8553"/>
            <p:cNvSpPr/>
            <p:nvPr/>
          </p:nvSpPr>
          <p:spPr>
            <a:xfrm>
              <a:off x="368612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h8554"/>
            <p:cNvSpPr/>
            <p:nvPr/>
          </p:nvSpPr>
          <p:spPr>
            <a:xfrm>
              <a:off x="369556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h8555"/>
            <p:cNvSpPr/>
            <p:nvPr/>
          </p:nvSpPr>
          <p:spPr>
            <a:xfrm>
              <a:off x="370500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h8556"/>
            <p:cNvSpPr/>
            <p:nvPr/>
          </p:nvSpPr>
          <p:spPr>
            <a:xfrm>
              <a:off x="371444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h8557"/>
            <p:cNvSpPr/>
            <p:nvPr/>
          </p:nvSpPr>
          <p:spPr>
            <a:xfrm>
              <a:off x="372388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h8558"/>
            <p:cNvSpPr/>
            <p:nvPr/>
          </p:nvSpPr>
          <p:spPr>
            <a:xfrm>
              <a:off x="373332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h8559"/>
            <p:cNvSpPr/>
            <p:nvPr/>
          </p:nvSpPr>
          <p:spPr>
            <a:xfrm>
              <a:off x="374276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h8560"/>
            <p:cNvSpPr/>
            <p:nvPr/>
          </p:nvSpPr>
          <p:spPr>
            <a:xfrm>
              <a:off x="375220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h8561"/>
            <p:cNvSpPr/>
            <p:nvPr/>
          </p:nvSpPr>
          <p:spPr>
            <a:xfrm>
              <a:off x="376164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h8562"/>
            <p:cNvSpPr/>
            <p:nvPr/>
          </p:nvSpPr>
          <p:spPr>
            <a:xfrm>
              <a:off x="377108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h8563"/>
            <p:cNvSpPr/>
            <p:nvPr/>
          </p:nvSpPr>
          <p:spPr>
            <a:xfrm>
              <a:off x="378052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h8564"/>
            <p:cNvSpPr/>
            <p:nvPr/>
          </p:nvSpPr>
          <p:spPr>
            <a:xfrm>
              <a:off x="378996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h8565"/>
            <p:cNvSpPr/>
            <p:nvPr/>
          </p:nvSpPr>
          <p:spPr>
            <a:xfrm>
              <a:off x="379940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h8566"/>
            <p:cNvSpPr/>
            <p:nvPr/>
          </p:nvSpPr>
          <p:spPr>
            <a:xfrm>
              <a:off x="3818284" y="88519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719" y="896830"/>
                  </a:lnTo>
                  <a:lnTo>
                    <a:pt x="911003" y="897341"/>
                  </a:lnTo>
                  <a:lnTo>
                    <a:pt x="914400" y="904193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h8567"/>
            <p:cNvSpPr/>
            <p:nvPr/>
          </p:nvSpPr>
          <p:spPr>
            <a:xfrm>
              <a:off x="3818284" y="885197"/>
              <a:ext cx="919123" cy="914400"/>
            </a:xfrm>
            <a:custGeom>
              <a:avLst/>
              <a:pathLst>
                <a:path w="919123" h="914400">
                  <a:moveTo>
                    <a:pt x="914400" y="914400"/>
                  </a:moveTo>
                  <a:lnTo>
                    <a:pt x="914400" y="904193"/>
                  </a:lnTo>
                  <a:lnTo>
                    <a:pt x="915317" y="906043"/>
                  </a:lnTo>
                  <a:lnTo>
                    <a:pt x="918779" y="913866"/>
                  </a:lnTo>
                  <a:lnTo>
                    <a:pt x="919123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h8568"/>
            <p:cNvSpPr/>
            <p:nvPr/>
          </p:nvSpPr>
          <p:spPr>
            <a:xfrm>
              <a:off x="3327392" y="850058"/>
              <a:ext cx="914400" cy="926076"/>
            </a:xfrm>
            <a:custGeom>
              <a:avLst/>
              <a:pathLst>
                <a:path w="914400" h="926076">
                  <a:moveTo>
                    <a:pt x="914400" y="914400"/>
                  </a:moveTo>
                  <a:lnTo>
                    <a:pt x="914400" y="926076"/>
                  </a:lnTo>
                  <a:lnTo>
                    <a:pt x="914139" y="925013"/>
                  </a:lnTo>
                  <a:lnTo>
                    <a:pt x="912006" y="914955"/>
                  </a:lnTo>
                  <a:lnTo>
                    <a:pt x="911905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h8569"/>
            <p:cNvSpPr/>
            <p:nvPr/>
          </p:nvSpPr>
          <p:spPr>
            <a:xfrm>
              <a:off x="332739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41" y="931969"/>
                  </a:lnTo>
                  <a:lnTo>
                    <a:pt x="914400" y="926076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h8570"/>
            <p:cNvSpPr/>
            <p:nvPr/>
          </p:nvSpPr>
          <p:spPr>
            <a:xfrm>
              <a:off x="333683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h8571"/>
            <p:cNvSpPr/>
            <p:nvPr/>
          </p:nvSpPr>
          <p:spPr>
            <a:xfrm>
              <a:off x="334627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h8572"/>
            <p:cNvSpPr/>
            <p:nvPr/>
          </p:nvSpPr>
          <p:spPr>
            <a:xfrm>
              <a:off x="335571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h8573"/>
            <p:cNvSpPr/>
            <p:nvPr/>
          </p:nvSpPr>
          <p:spPr>
            <a:xfrm>
              <a:off x="336515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h8574"/>
            <p:cNvSpPr/>
            <p:nvPr/>
          </p:nvSpPr>
          <p:spPr>
            <a:xfrm>
              <a:off x="337459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h8575"/>
            <p:cNvSpPr/>
            <p:nvPr/>
          </p:nvSpPr>
          <p:spPr>
            <a:xfrm>
              <a:off x="338403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h8576"/>
            <p:cNvSpPr/>
            <p:nvPr/>
          </p:nvSpPr>
          <p:spPr>
            <a:xfrm>
              <a:off x="339347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h8577"/>
            <p:cNvSpPr/>
            <p:nvPr/>
          </p:nvSpPr>
          <p:spPr>
            <a:xfrm>
              <a:off x="340291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h8578"/>
            <p:cNvSpPr/>
            <p:nvPr/>
          </p:nvSpPr>
          <p:spPr>
            <a:xfrm>
              <a:off x="341235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h8579"/>
            <p:cNvSpPr/>
            <p:nvPr/>
          </p:nvSpPr>
          <p:spPr>
            <a:xfrm>
              <a:off x="342179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h8580"/>
            <p:cNvSpPr/>
            <p:nvPr/>
          </p:nvSpPr>
          <p:spPr>
            <a:xfrm>
              <a:off x="343123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h8581"/>
            <p:cNvSpPr/>
            <p:nvPr/>
          </p:nvSpPr>
          <p:spPr>
            <a:xfrm>
              <a:off x="344067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h8582"/>
            <p:cNvSpPr/>
            <p:nvPr/>
          </p:nvSpPr>
          <p:spPr>
            <a:xfrm>
              <a:off x="345011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h8583"/>
            <p:cNvSpPr/>
            <p:nvPr/>
          </p:nvSpPr>
          <p:spPr>
            <a:xfrm>
              <a:off x="345955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h8584"/>
            <p:cNvSpPr/>
            <p:nvPr/>
          </p:nvSpPr>
          <p:spPr>
            <a:xfrm>
              <a:off x="346899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h8585"/>
            <p:cNvSpPr/>
            <p:nvPr/>
          </p:nvSpPr>
          <p:spPr>
            <a:xfrm>
              <a:off x="347843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h8586"/>
            <p:cNvSpPr/>
            <p:nvPr/>
          </p:nvSpPr>
          <p:spPr>
            <a:xfrm>
              <a:off x="348787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h8587"/>
            <p:cNvSpPr/>
            <p:nvPr/>
          </p:nvSpPr>
          <p:spPr>
            <a:xfrm>
              <a:off x="349731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h8588"/>
            <p:cNvSpPr/>
            <p:nvPr/>
          </p:nvSpPr>
          <p:spPr>
            <a:xfrm>
              <a:off x="350675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h8589"/>
            <p:cNvSpPr/>
            <p:nvPr/>
          </p:nvSpPr>
          <p:spPr>
            <a:xfrm>
              <a:off x="351619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h8590"/>
            <p:cNvSpPr/>
            <p:nvPr/>
          </p:nvSpPr>
          <p:spPr>
            <a:xfrm>
              <a:off x="352563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h8591"/>
            <p:cNvSpPr/>
            <p:nvPr/>
          </p:nvSpPr>
          <p:spPr>
            <a:xfrm>
              <a:off x="353507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h8592"/>
            <p:cNvSpPr/>
            <p:nvPr/>
          </p:nvSpPr>
          <p:spPr>
            <a:xfrm>
              <a:off x="354451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h8593"/>
            <p:cNvSpPr/>
            <p:nvPr/>
          </p:nvSpPr>
          <p:spPr>
            <a:xfrm>
              <a:off x="355395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h8594"/>
            <p:cNvSpPr/>
            <p:nvPr/>
          </p:nvSpPr>
          <p:spPr>
            <a:xfrm>
              <a:off x="356339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h8595"/>
            <p:cNvSpPr/>
            <p:nvPr/>
          </p:nvSpPr>
          <p:spPr>
            <a:xfrm>
              <a:off x="357283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h8596"/>
            <p:cNvSpPr/>
            <p:nvPr/>
          </p:nvSpPr>
          <p:spPr>
            <a:xfrm>
              <a:off x="358227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h8597"/>
            <p:cNvSpPr/>
            <p:nvPr/>
          </p:nvSpPr>
          <p:spPr>
            <a:xfrm>
              <a:off x="359171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h8598"/>
            <p:cNvSpPr/>
            <p:nvPr/>
          </p:nvSpPr>
          <p:spPr>
            <a:xfrm>
              <a:off x="360115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h8599"/>
            <p:cNvSpPr/>
            <p:nvPr/>
          </p:nvSpPr>
          <p:spPr>
            <a:xfrm>
              <a:off x="361059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h8600"/>
            <p:cNvSpPr/>
            <p:nvPr/>
          </p:nvSpPr>
          <p:spPr>
            <a:xfrm>
              <a:off x="362003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h8601"/>
            <p:cNvSpPr/>
            <p:nvPr/>
          </p:nvSpPr>
          <p:spPr>
            <a:xfrm>
              <a:off x="362947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h8602"/>
            <p:cNvSpPr/>
            <p:nvPr/>
          </p:nvSpPr>
          <p:spPr>
            <a:xfrm>
              <a:off x="363891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h8603"/>
            <p:cNvSpPr/>
            <p:nvPr/>
          </p:nvSpPr>
          <p:spPr>
            <a:xfrm>
              <a:off x="364836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h8604"/>
            <p:cNvSpPr/>
            <p:nvPr/>
          </p:nvSpPr>
          <p:spPr>
            <a:xfrm>
              <a:off x="365780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h8605"/>
            <p:cNvSpPr/>
            <p:nvPr/>
          </p:nvSpPr>
          <p:spPr>
            <a:xfrm>
              <a:off x="366724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h8606"/>
            <p:cNvSpPr/>
            <p:nvPr/>
          </p:nvSpPr>
          <p:spPr>
            <a:xfrm>
              <a:off x="367668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h8607"/>
            <p:cNvSpPr/>
            <p:nvPr/>
          </p:nvSpPr>
          <p:spPr>
            <a:xfrm>
              <a:off x="368612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h8608"/>
            <p:cNvSpPr/>
            <p:nvPr/>
          </p:nvSpPr>
          <p:spPr>
            <a:xfrm>
              <a:off x="369556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h8609"/>
            <p:cNvSpPr/>
            <p:nvPr/>
          </p:nvSpPr>
          <p:spPr>
            <a:xfrm>
              <a:off x="370500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h8610"/>
            <p:cNvSpPr/>
            <p:nvPr/>
          </p:nvSpPr>
          <p:spPr>
            <a:xfrm>
              <a:off x="371444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h8611"/>
            <p:cNvSpPr/>
            <p:nvPr/>
          </p:nvSpPr>
          <p:spPr>
            <a:xfrm>
              <a:off x="372388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h8612"/>
            <p:cNvSpPr/>
            <p:nvPr/>
          </p:nvSpPr>
          <p:spPr>
            <a:xfrm>
              <a:off x="373332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h8613"/>
            <p:cNvSpPr/>
            <p:nvPr/>
          </p:nvSpPr>
          <p:spPr>
            <a:xfrm>
              <a:off x="374276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h8614"/>
            <p:cNvSpPr/>
            <p:nvPr/>
          </p:nvSpPr>
          <p:spPr>
            <a:xfrm>
              <a:off x="375220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h8615"/>
            <p:cNvSpPr/>
            <p:nvPr/>
          </p:nvSpPr>
          <p:spPr>
            <a:xfrm>
              <a:off x="376164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h8616"/>
            <p:cNvSpPr/>
            <p:nvPr/>
          </p:nvSpPr>
          <p:spPr>
            <a:xfrm>
              <a:off x="377108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h8617"/>
            <p:cNvSpPr/>
            <p:nvPr/>
          </p:nvSpPr>
          <p:spPr>
            <a:xfrm>
              <a:off x="378052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h8618"/>
            <p:cNvSpPr/>
            <p:nvPr/>
          </p:nvSpPr>
          <p:spPr>
            <a:xfrm>
              <a:off x="378996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h8619"/>
            <p:cNvSpPr/>
            <p:nvPr/>
          </p:nvSpPr>
          <p:spPr>
            <a:xfrm>
              <a:off x="3808844" y="86762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9" y="896836"/>
                  </a:lnTo>
                  <a:lnTo>
                    <a:pt x="909885" y="897135"/>
                  </a:lnTo>
                  <a:lnTo>
                    <a:pt x="910081" y="897433"/>
                  </a:lnTo>
                  <a:lnTo>
                    <a:pt x="910278" y="897731"/>
                  </a:lnTo>
                  <a:lnTo>
                    <a:pt x="910474" y="898030"/>
                  </a:lnTo>
                  <a:lnTo>
                    <a:pt x="910670" y="898328"/>
                  </a:lnTo>
                  <a:lnTo>
                    <a:pt x="910866" y="898627"/>
                  </a:lnTo>
                  <a:lnTo>
                    <a:pt x="911062" y="898925"/>
                  </a:lnTo>
                  <a:lnTo>
                    <a:pt x="914400" y="90429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h8620"/>
            <p:cNvSpPr/>
            <p:nvPr/>
          </p:nvSpPr>
          <p:spPr>
            <a:xfrm>
              <a:off x="3808844" y="867627"/>
              <a:ext cx="920160" cy="914400"/>
            </a:xfrm>
            <a:custGeom>
              <a:avLst/>
              <a:pathLst>
                <a:path w="920160" h="914400">
                  <a:moveTo>
                    <a:pt x="914400" y="914400"/>
                  </a:moveTo>
                  <a:lnTo>
                    <a:pt x="914400" y="904299"/>
                  </a:lnTo>
                  <a:lnTo>
                    <a:pt x="915873" y="906672"/>
                  </a:lnTo>
                  <a:lnTo>
                    <a:pt x="920160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h8621"/>
            <p:cNvSpPr/>
            <p:nvPr/>
          </p:nvSpPr>
          <p:spPr>
            <a:xfrm>
              <a:off x="3327392" y="83248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905" y="931969"/>
                  </a:lnTo>
                  <a:lnTo>
                    <a:pt x="910152" y="922277"/>
                  </a:lnTo>
                  <a:lnTo>
                    <a:pt x="908965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h8622"/>
            <p:cNvSpPr/>
            <p:nvPr/>
          </p:nvSpPr>
          <p:spPr>
            <a:xfrm>
              <a:off x="332739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h8623"/>
            <p:cNvSpPr/>
            <p:nvPr/>
          </p:nvSpPr>
          <p:spPr>
            <a:xfrm>
              <a:off x="333683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h8624"/>
            <p:cNvSpPr/>
            <p:nvPr/>
          </p:nvSpPr>
          <p:spPr>
            <a:xfrm>
              <a:off x="334627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h8625"/>
            <p:cNvSpPr/>
            <p:nvPr/>
          </p:nvSpPr>
          <p:spPr>
            <a:xfrm>
              <a:off x="335571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h8626"/>
            <p:cNvSpPr/>
            <p:nvPr/>
          </p:nvSpPr>
          <p:spPr>
            <a:xfrm>
              <a:off x="336515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h8627"/>
            <p:cNvSpPr/>
            <p:nvPr/>
          </p:nvSpPr>
          <p:spPr>
            <a:xfrm>
              <a:off x="337459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h8628"/>
            <p:cNvSpPr/>
            <p:nvPr/>
          </p:nvSpPr>
          <p:spPr>
            <a:xfrm>
              <a:off x="338403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h8629"/>
            <p:cNvSpPr/>
            <p:nvPr/>
          </p:nvSpPr>
          <p:spPr>
            <a:xfrm>
              <a:off x="339347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h8630"/>
            <p:cNvSpPr/>
            <p:nvPr/>
          </p:nvSpPr>
          <p:spPr>
            <a:xfrm>
              <a:off x="340291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h8631"/>
            <p:cNvSpPr/>
            <p:nvPr/>
          </p:nvSpPr>
          <p:spPr>
            <a:xfrm>
              <a:off x="341235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h8632"/>
            <p:cNvSpPr/>
            <p:nvPr/>
          </p:nvSpPr>
          <p:spPr>
            <a:xfrm>
              <a:off x="342179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h8633"/>
            <p:cNvSpPr/>
            <p:nvPr/>
          </p:nvSpPr>
          <p:spPr>
            <a:xfrm>
              <a:off x="343123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h8634"/>
            <p:cNvSpPr/>
            <p:nvPr/>
          </p:nvSpPr>
          <p:spPr>
            <a:xfrm>
              <a:off x="344067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h8635"/>
            <p:cNvSpPr/>
            <p:nvPr/>
          </p:nvSpPr>
          <p:spPr>
            <a:xfrm>
              <a:off x="345011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h8636"/>
            <p:cNvSpPr/>
            <p:nvPr/>
          </p:nvSpPr>
          <p:spPr>
            <a:xfrm>
              <a:off x="345955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h8637"/>
            <p:cNvSpPr/>
            <p:nvPr/>
          </p:nvSpPr>
          <p:spPr>
            <a:xfrm>
              <a:off x="346899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h8638"/>
            <p:cNvSpPr/>
            <p:nvPr/>
          </p:nvSpPr>
          <p:spPr>
            <a:xfrm>
              <a:off x="347843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h8639"/>
            <p:cNvSpPr/>
            <p:nvPr/>
          </p:nvSpPr>
          <p:spPr>
            <a:xfrm>
              <a:off x="348787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h8640"/>
            <p:cNvSpPr/>
            <p:nvPr/>
          </p:nvSpPr>
          <p:spPr>
            <a:xfrm>
              <a:off x="349731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h8641"/>
            <p:cNvSpPr/>
            <p:nvPr/>
          </p:nvSpPr>
          <p:spPr>
            <a:xfrm>
              <a:off x="350675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h8642"/>
            <p:cNvSpPr/>
            <p:nvPr/>
          </p:nvSpPr>
          <p:spPr>
            <a:xfrm>
              <a:off x="351619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h8643"/>
            <p:cNvSpPr/>
            <p:nvPr/>
          </p:nvSpPr>
          <p:spPr>
            <a:xfrm>
              <a:off x="352563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h8644"/>
            <p:cNvSpPr/>
            <p:nvPr/>
          </p:nvSpPr>
          <p:spPr>
            <a:xfrm>
              <a:off x="353507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h8645"/>
            <p:cNvSpPr/>
            <p:nvPr/>
          </p:nvSpPr>
          <p:spPr>
            <a:xfrm>
              <a:off x="354451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h8646"/>
            <p:cNvSpPr/>
            <p:nvPr/>
          </p:nvSpPr>
          <p:spPr>
            <a:xfrm>
              <a:off x="355395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h8647"/>
            <p:cNvSpPr/>
            <p:nvPr/>
          </p:nvSpPr>
          <p:spPr>
            <a:xfrm>
              <a:off x="356339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h8648"/>
            <p:cNvSpPr/>
            <p:nvPr/>
          </p:nvSpPr>
          <p:spPr>
            <a:xfrm>
              <a:off x="357283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h8649"/>
            <p:cNvSpPr/>
            <p:nvPr/>
          </p:nvSpPr>
          <p:spPr>
            <a:xfrm>
              <a:off x="358227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h8650"/>
            <p:cNvSpPr/>
            <p:nvPr/>
          </p:nvSpPr>
          <p:spPr>
            <a:xfrm>
              <a:off x="359171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h8651"/>
            <p:cNvSpPr/>
            <p:nvPr/>
          </p:nvSpPr>
          <p:spPr>
            <a:xfrm>
              <a:off x="360115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h8652"/>
            <p:cNvSpPr/>
            <p:nvPr/>
          </p:nvSpPr>
          <p:spPr>
            <a:xfrm>
              <a:off x="361059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h8653"/>
            <p:cNvSpPr/>
            <p:nvPr/>
          </p:nvSpPr>
          <p:spPr>
            <a:xfrm>
              <a:off x="362003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h8654"/>
            <p:cNvSpPr/>
            <p:nvPr/>
          </p:nvSpPr>
          <p:spPr>
            <a:xfrm>
              <a:off x="362947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h8655"/>
            <p:cNvSpPr/>
            <p:nvPr/>
          </p:nvSpPr>
          <p:spPr>
            <a:xfrm>
              <a:off x="363891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h8656"/>
            <p:cNvSpPr/>
            <p:nvPr/>
          </p:nvSpPr>
          <p:spPr>
            <a:xfrm>
              <a:off x="364836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h8657"/>
            <p:cNvSpPr/>
            <p:nvPr/>
          </p:nvSpPr>
          <p:spPr>
            <a:xfrm>
              <a:off x="365780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h8658"/>
            <p:cNvSpPr/>
            <p:nvPr/>
          </p:nvSpPr>
          <p:spPr>
            <a:xfrm>
              <a:off x="366724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h8659"/>
            <p:cNvSpPr/>
            <p:nvPr/>
          </p:nvSpPr>
          <p:spPr>
            <a:xfrm>
              <a:off x="367668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h8660"/>
            <p:cNvSpPr/>
            <p:nvPr/>
          </p:nvSpPr>
          <p:spPr>
            <a:xfrm>
              <a:off x="368612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h8661"/>
            <p:cNvSpPr/>
            <p:nvPr/>
          </p:nvSpPr>
          <p:spPr>
            <a:xfrm>
              <a:off x="369556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h8662"/>
            <p:cNvSpPr/>
            <p:nvPr/>
          </p:nvSpPr>
          <p:spPr>
            <a:xfrm>
              <a:off x="370500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h8663"/>
            <p:cNvSpPr/>
            <p:nvPr/>
          </p:nvSpPr>
          <p:spPr>
            <a:xfrm>
              <a:off x="371444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h8664"/>
            <p:cNvSpPr/>
            <p:nvPr/>
          </p:nvSpPr>
          <p:spPr>
            <a:xfrm>
              <a:off x="372388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h8665"/>
            <p:cNvSpPr/>
            <p:nvPr/>
          </p:nvSpPr>
          <p:spPr>
            <a:xfrm>
              <a:off x="373332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h8666"/>
            <p:cNvSpPr/>
            <p:nvPr/>
          </p:nvSpPr>
          <p:spPr>
            <a:xfrm>
              <a:off x="374276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h8667"/>
            <p:cNvSpPr/>
            <p:nvPr/>
          </p:nvSpPr>
          <p:spPr>
            <a:xfrm>
              <a:off x="375220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h8668"/>
            <p:cNvSpPr/>
            <p:nvPr/>
          </p:nvSpPr>
          <p:spPr>
            <a:xfrm>
              <a:off x="376164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h8669"/>
            <p:cNvSpPr/>
            <p:nvPr/>
          </p:nvSpPr>
          <p:spPr>
            <a:xfrm>
              <a:off x="377108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h8670"/>
            <p:cNvSpPr/>
            <p:nvPr/>
          </p:nvSpPr>
          <p:spPr>
            <a:xfrm>
              <a:off x="378052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h8671"/>
            <p:cNvSpPr/>
            <p:nvPr/>
          </p:nvSpPr>
          <p:spPr>
            <a:xfrm>
              <a:off x="3799404" y="85005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528" y="896830"/>
                  </a:lnTo>
                  <a:lnTo>
                    <a:pt x="907931" y="897407"/>
                  </a:lnTo>
                  <a:lnTo>
                    <a:pt x="908125" y="897702"/>
                  </a:lnTo>
                  <a:lnTo>
                    <a:pt x="908322" y="898000"/>
                  </a:lnTo>
                  <a:lnTo>
                    <a:pt x="908518" y="898298"/>
                  </a:lnTo>
                  <a:lnTo>
                    <a:pt x="908715" y="898596"/>
                  </a:lnTo>
                  <a:lnTo>
                    <a:pt x="908912" y="898895"/>
                  </a:lnTo>
                  <a:lnTo>
                    <a:pt x="909109" y="899193"/>
                  </a:lnTo>
                  <a:lnTo>
                    <a:pt x="909305" y="899491"/>
                  </a:lnTo>
                  <a:lnTo>
                    <a:pt x="909502" y="899789"/>
                  </a:lnTo>
                  <a:lnTo>
                    <a:pt x="909699" y="900088"/>
                  </a:lnTo>
                  <a:lnTo>
                    <a:pt x="909895" y="900386"/>
                  </a:lnTo>
                  <a:lnTo>
                    <a:pt x="910092" y="900684"/>
                  </a:lnTo>
                  <a:lnTo>
                    <a:pt x="910289" y="900982"/>
                  </a:lnTo>
                  <a:lnTo>
                    <a:pt x="910486" y="901281"/>
                  </a:lnTo>
                  <a:lnTo>
                    <a:pt x="910682" y="901579"/>
                  </a:lnTo>
                  <a:lnTo>
                    <a:pt x="910879" y="901877"/>
                  </a:lnTo>
                  <a:lnTo>
                    <a:pt x="911075" y="902175"/>
                  </a:lnTo>
                  <a:lnTo>
                    <a:pt x="911272" y="902474"/>
                  </a:lnTo>
                  <a:lnTo>
                    <a:pt x="911469" y="902772"/>
                  </a:lnTo>
                  <a:lnTo>
                    <a:pt x="911665" y="903070"/>
                  </a:lnTo>
                  <a:lnTo>
                    <a:pt x="911862" y="903368"/>
                  </a:lnTo>
                  <a:lnTo>
                    <a:pt x="912059" y="903667"/>
                  </a:lnTo>
                  <a:lnTo>
                    <a:pt x="912255" y="903965"/>
                  </a:lnTo>
                  <a:lnTo>
                    <a:pt x="912452" y="904263"/>
                  </a:lnTo>
                  <a:lnTo>
                    <a:pt x="912648" y="904561"/>
                  </a:lnTo>
                  <a:lnTo>
                    <a:pt x="912845" y="904860"/>
                  </a:lnTo>
                  <a:lnTo>
                    <a:pt x="913041" y="905158"/>
                  </a:lnTo>
                  <a:lnTo>
                    <a:pt x="913238" y="905456"/>
                  </a:lnTo>
                  <a:lnTo>
                    <a:pt x="913434" y="905755"/>
                  </a:lnTo>
                  <a:lnTo>
                    <a:pt x="913631" y="906053"/>
                  </a:lnTo>
                  <a:lnTo>
                    <a:pt x="913827" y="906351"/>
                  </a:lnTo>
                  <a:lnTo>
                    <a:pt x="914024" y="906649"/>
                  </a:lnTo>
                  <a:lnTo>
                    <a:pt x="914220" y="906948"/>
                  </a:lnTo>
                  <a:lnTo>
                    <a:pt x="914400" y="90722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h8672"/>
            <p:cNvSpPr/>
            <p:nvPr/>
          </p:nvSpPr>
          <p:spPr>
            <a:xfrm>
              <a:off x="3799404" y="850058"/>
              <a:ext cx="919125" cy="914400"/>
            </a:xfrm>
            <a:custGeom>
              <a:avLst/>
              <a:pathLst>
                <a:path w="919125" h="914400">
                  <a:moveTo>
                    <a:pt x="914400" y="914400"/>
                  </a:moveTo>
                  <a:lnTo>
                    <a:pt x="914417" y="907246"/>
                  </a:lnTo>
                  <a:lnTo>
                    <a:pt x="914613" y="907544"/>
                  </a:lnTo>
                  <a:lnTo>
                    <a:pt x="914810" y="907843"/>
                  </a:lnTo>
                  <a:lnTo>
                    <a:pt x="915006" y="908141"/>
                  </a:lnTo>
                  <a:lnTo>
                    <a:pt x="915203" y="908439"/>
                  </a:lnTo>
                  <a:lnTo>
                    <a:pt x="915399" y="908738"/>
                  </a:lnTo>
                  <a:lnTo>
                    <a:pt x="915595" y="909036"/>
                  </a:lnTo>
                  <a:lnTo>
                    <a:pt x="915792" y="909334"/>
                  </a:lnTo>
                  <a:lnTo>
                    <a:pt x="915988" y="909633"/>
                  </a:lnTo>
                  <a:lnTo>
                    <a:pt x="916185" y="909931"/>
                  </a:lnTo>
                  <a:lnTo>
                    <a:pt x="916381" y="910229"/>
                  </a:lnTo>
                  <a:lnTo>
                    <a:pt x="916577" y="910528"/>
                  </a:lnTo>
                  <a:lnTo>
                    <a:pt x="916774" y="910826"/>
                  </a:lnTo>
                  <a:lnTo>
                    <a:pt x="916970" y="911124"/>
                  </a:lnTo>
                  <a:lnTo>
                    <a:pt x="917166" y="911423"/>
                  </a:lnTo>
                  <a:lnTo>
                    <a:pt x="917363" y="911721"/>
                  </a:lnTo>
                  <a:lnTo>
                    <a:pt x="917559" y="912019"/>
                  </a:lnTo>
                  <a:lnTo>
                    <a:pt x="917755" y="912318"/>
                  </a:lnTo>
                  <a:lnTo>
                    <a:pt x="917952" y="912616"/>
                  </a:lnTo>
                  <a:lnTo>
                    <a:pt x="918148" y="912914"/>
                  </a:lnTo>
                  <a:lnTo>
                    <a:pt x="918344" y="913213"/>
                  </a:lnTo>
                  <a:lnTo>
                    <a:pt x="918540" y="913511"/>
                  </a:lnTo>
                  <a:lnTo>
                    <a:pt x="918737" y="913809"/>
                  </a:lnTo>
                  <a:lnTo>
                    <a:pt x="918933" y="914108"/>
                  </a:lnTo>
                  <a:lnTo>
                    <a:pt x="919125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h8673"/>
            <p:cNvSpPr/>
            <p:nvPr/>
          </p:nvSpPr>
          <p:spPr>
            <a:xfrm>
              <a:off x="3327392" y="81491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65" y="931969"/>
                  </a:lnTo>
                  <a:lnTo>
                    <a:pt x="908583" y="929435"/>
                  </a:lnTo>
                  <a:lnTo>
                    <a:pt x="907303" y="918888"/>
                  </a:lnTo>
                  <a:lnTo>
                    <a:pt x="906887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h8674"/>
            <p:cNvSpPr/>
            <p:nvPr/>
          </p:nvSpPr>
          <p:spPr>
            <a:xfrm>
              <a:off x="332739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h8675"/>
            <p:cNvSpPr/>
            <p:nvPr/>
          </p:nvSpPr>
          <p:spPr>
            <a:xfrm>
              <a:off x="333683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h8676"/>
            <p:cNvSpPr/>
            <p:nvPr/>
          </p:nvSpPr>
          <p:spPr>
            <a:xfrm>
              <a:off x="334627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h8677"/>
            <p:cNvSpPr/>
            <p:nvPr/>
          </p:nvSpPr>
          <p:spPr>
            <a:xfrm>
              <a:off x="335571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h8678"/>
            <p:cNvSpPr/>
            <p:nvPr/>
          </p:nvSpPr>
          <p:spPr>
            <a:xfrm>
              <a:off x="336515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h8679"/>
            <p:cNvSpPr/>
            <p:nvPr/>
          </p:nvSpPr>
          <p:spPr>
            <a:xfrm>
              <a:off x="337459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h8680"/>
            <p:cNvSpPr/>
            <p:nvPr/>
          </p:nvSpPr>
          <p:spPr>
            <a:xfrm>
              <a:off x="338403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h8681"/>
            <p:cNvSpPr/>
            <p:nvPr/>
          </p:nvSpPr>
          <p:spPr>
            <a:xfrm>
              <a:off x="339347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h8682"/>
            <p:cNvSpPr/>
            <p:nvPr/>
          </p:nvSpPr>
          <p:spPr>
            <a:xfrm>
              <a:off x="340291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h8683"/>
            <p:cNvSpPr/>
            <p:nvPr/>
          </p:nvSpPr>
          <p:spPr>
            <a:xfrm>
              <a:off x="341235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h8684"/>
            <p:cNvSpPr/>
            <p:nvPr/>
          </p:nvSpPr>
          <p:spPr>
            <a:xfrm>
              <a:off x="342179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h8685"/>
            <p:cNvSpPr/>
            <p:nvPr/>
          </p:nvSpPr>
          <p:spPr>
            <a:xfrm>
              <a:off x="343123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h8686"/>
            <p:cNvSpPr/>
            <p:nvPr/>
          </p:nvSpPr>
          <p:spPr>
            <a:xfrm>
              <a:off x="344067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h8687"/>
            <p:cNvSpPr/>
            <p:nvPr/>
          </p:nvSpPr>
          <p:spPr>
            <a:xfrm>
              <a:off x="345011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h8688"/>
            <p:cNvSpPr/>
            <p:nvPr/>
          </p:nvSpPr>
          <p:spPr>
            <a:xfrm>
              <a:off x="345955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h8689"/>
            <p:cNvSpPr/>
            <p:nvPr/>
          </p:nvSpPr>
          <p:spPr>
            <a:xfrm>
              <a:off x="346899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h8690"/>
            <p:cNvSpPr/>
            <p:nvPr/>
          </p:nvSpPr>
          <p:spPr>
            <a:xfrm>
              <a:off x="347843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h8691"/>
            <p:cNvSpPr/>
            <p:nvPr/>
          </p:nvSpPr>
          <p:spPr>
            <a:xfrm>
              <a:off x="348787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h8692"/>
            <p:cNvSpPr/>
            <p:nvPr/>
          </p:nvSpPr>
          <p:spPr>
            <a:xfrm>
              <a:off x="349731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h8693"/>
            <p:cNvSpPr/>
            <p:nvPr/>
          </p:nvSpPr>
          <p:spPr>
            <a:xfrm>
              <a:off x="350675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h8694"/>
            <p:cNvSpPr/>
            <p:nvPr/>
          </p:nvSpPr>
          <p:spPr>
            <a:xfrm>
              <a:off x="351619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h8695"/>
            <p:cNvSpPr/>
            <p:nvPr/>
          </p:nvSpPr>
          <p:spPr>
            <a:xfrm>
              <a:off x="352563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h8696"/>
            <p:cNvSpPr/>
            <p:nvPr/>
          </p:nvSpPr>
          <p:spPr>
            <a:xfrm>
              <a:off x="353507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h8697"/>
            <p:cNvSpPr/>
            <p:nvPr/>
          </p:nvSpPr>
          <p:spPr>
            <a:xfrm>
              <a:off x="354451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h8698"/>
            <p:cNvSpPr/>
            <p:nvPr/>
          </p:nvSpPr>
          <p:spPr>
            <a:xfrm>
              <a:off x="355395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h8699"/>
            <p:cNvSpPr/>
            <p:nvPr/>
          </p:nvSpPr>
          <p:spPr>
            <a:xfrm>
              <a:off x="356339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h8700"/>
            <p:cNvSpPr/>
            <p:nvPr/>
          </p:nvSpPr>
          <p:spPr>
            <a:xfrm>
              <a:off x="357283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h8701"/>
            <p:cNvSpPr/>
            <p:nvPr/>
          </p:nvSpPr>
          <p:spPr>
            <a:xfrm>
              <a:off x="358227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h8702"/>
            <p:cNvSpPr/>
            <p:nvPr/>
          </p:nvSpPr>
          <p:spPr>
            <a:xfrm>
              <a:off x="359171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h8703"/>
            <p:cNvSpPr/>
            <p:nvPr/>
          </p:nvSpPr>
          <p:spPr>
            <a:xfrm>
              <a:off x="360115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h8704"/>
            <p:cNvSpPr/>
            <p:nvPr/>
          </p:nvSpPr>
          <p:spPr>
            <a:xfrm>
              <a:off x="361059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h8705"/>
            <p:cNvSpPr/>
            <p:nvPr/>
          </p:nvSpPr>
          <p:spPr>
            <a:xfrm>
              <a:off x="362003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h8706"/>
            <p:cNvSpPr/>
            <p:nvPr/>
          </p:nvSpPr>
          <p:spPr>
            <a:xfrm>
              <a:off x="362947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h8707"/>
            <p:cNvSpPr/>
            <p:nvPr/>
          </p:nvSpPr>
          <p:spPr>
            <a:xfrm>
              <a:off x="363891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h8708"/>
            <p:cNvSpPr/>
            <p:nvPr/>
          </p:nvSpPr>
          <p:spPr>
            <a:xfrm>
              <a:off x="364836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h8709"/>
            <p:cNvSpPr/>
            <p:nvPr/>
          </p:nvSpPr>
          <p:spPr>
            <a:xfrm>
              <a:off x="365780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h8710"/>
            <p:cNvSpPr/>
            <p:nvPr/>
          </p:nvSpPr>
          <p:spPr>
            <a:xfrm>
              <a:off x="366724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h8711"/>
            <p:cNvSpPr/>
            <p:nvPr/>
          </p:nvSpPr>
          <p:spPr>
            <a:xfrm>
              <a:off x="367668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h8712"/>
            <p:cNvSpPr/>
            <p:nvPr/>
          </p:nvSpPr>
          <p:spPr>
            <a:xfrm>
              <a:off x="368612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h8713"/>
            <p:cNvSpPr/>
            <p:nvPr/>
          </p:nvSpPr>
          <p:spPr>
            <a:xfrm>
              <a:off x="369556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h8714"/>
            <p:cNvSpPr/>
            <p:nvPr/>
          </p:nvSpPr>
          <p:spPr>
            <a:xfrm>
              <a:off x="370500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h8715"/>
            <p:cNvSpPr/>
            <p:nvPr/>
          </p:nvSpPr>
          <p:spPr>
            <a:xfrm>
              <a:off x="371444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h8716"/>
            <p:cNvSpPr/>
            <p:nvPr/>
          </p:nvSpPr>
          <p:spPr>
            <a:xfrm>
              <a:off x="372388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h8717"/>
            <p:cNvSpPr/>
            <p:nvPr/>
          </p:nvSpPr>
          <p:spPr>
            <a:xfrm>
              <a:off x="373332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h8718"/>
            <p:cNvSpPr/>
            <p:nvPr/>
          </p:nvSpPr>
          <p:spPr>
            <a:xfrm>
              <a:off x="374276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h8719"/>
            <p:cNvSpPr/>
            <p:nvPr/>
          </p:nvSpPr>
          <p:spPr>
            <a:xfrm>
              <a:off x="375220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h8720"/>
            <p:cNvSpPr/>
            <p:nvPr/>
          </p:nvSpPr>
          <p:spPr>
            <a:xfrm>
              <a:off x="376164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h8721"/>
            <p:cNvSpPr/>
            <p:nvPr/>
          </p:nvSpPr>
          <p:spPr>
            <a:xfrm>
              <a:off x="3780523" y="83248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70" y="896830"/>
                  </a:lnTo>
                  <a:lnTo>
                    <a:pt x="914400" y="89870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h8722"/>
            <p:cNvSpPr/>
            <p:nvPr/>
          </p:nvSpPr>
          <p:spPr>
            <a:xfrm>
              <a:off x="3789963" y="83248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8702"/>
                  </a:lnTo>
                  <a:lnTo>
                    <a:pt x="907833" y="902002"/>
                  </a:lnTo>
                  <a:lnTo>
                    <a:pt x="912693" y="908258"/>
                  </a:lnTo>
                  <a:lnTo>
                    <a:pt x="914400" y="91071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h8723"/>
            <p:cNvSpPr/>
            <p:nvPr/>
          </p:nvSpPr>
          <p:spPr>
            <a:xfrm>
              <a:off x="3789963" y="832488"/>
              <a:ext cx="916969" cy="914400"/>
            </a:xfrm>
            <a:custGeom>
              <a:avLst/>
              <a:pathLst>
                <a:path w="916969" h="914400">
                  <a:moveTo>
                    <a:pt x="914400" y="914400"/>
                  </a:moveTo>
                  <a:lnTo>
                    <a:pt x="914400" y="910710"/>
                  </a:lnTo>
                  <a:lnTo>
                    <a:pt x="91696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h8724"/>
            <p:cNvSpPr/>
            <p:nvPr/>
          </p:nvSpPr>
          <p:spPr>
            <a:xfrm>
              <a:off x="3327392" y="797348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6887" y="931969"/>
                  </a:lnTo>
                  <a:lnTo>
                    <a:pt x="906316" y="925802"/>
                  </a:lnTo>
                  <a:lnTo>
                    <a:pt x="905623" y="915066"/>
                  </a:lnTo>
                  <a:lnTo>
                    <a:pt x="905598" y="91439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h8725"/>
            <p:cNvSpPr/>
            <p:nvPr/>
          </p:nvSpPr>
          <p:spPr>
            <a:xfrm>
              <a:off x="332739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h8726"/>
            <p:cNvSpPr/>
            <p:nvPr/>
          </p:nvSpPr>
          <p:spPr>
            <a:xfrm>
              <a:off x="333683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h8727"/>
            <p:cNvSpPr/>
            <p:nvPr/>
          </p:nvSpPr>
          <p:spPr>
            <a:xfrm>
              <a:off x="334627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h8728"/>
            <p:cNvSpPr/>
            <p:nvPr/>
          </p:nvSpPr>
          <p:spPr>
            <a:xfrm>
              <a:off x="335571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h8729"/>
            <p:cNvSpPr/>
            <p:nvPr/>
          </p:nvSpPr>
          <p:spPr>
            <a:xfrm>
              <a:off x="336515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h8730"/>
            <p:cNvSpPr/>
            <p:nvPr/>
          </p:nvSpPr>
          <p:spPr>
            <a:xfrm>
              <a:off x="337459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h8731"/>
            <p:cNvSpPr/>
            <p:nvPr/>
          </p:nvSpPr>
          <p:spPr>
            <a:xfrm>
              <a:off x="338403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h8732"/>
            <p:cNvSpPr/>
            <p:nvPr/>
          </p:nvSpPr>
          <p:spPr>
            <a:xfrm>
              <a:off x="339347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h8733"/>
            <p:cNvSpPr/>
            <p:nvPr/>
          </p:nvSpPr>
          <p:spPr>
            <a:xfrm>
              <a:off x="340291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h8734"/>
            <p:cNvSpPr/>
            <p:nvPr/>
          </p:nvSpPr>
          <p:spPr>
            <a:xfrm>
              <a:off x="341235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h8735"/>
            <p:cNvSpPr/>
            <p:nvPr/>
          </p:nvSpPr>
          <p:spPr>
            <a:xfrm>
              <a:off x="342179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h8736"/>
            <p:cNvSpPr/>
            <p:nvPr/>
          </p:nvSpPr>
          <p:spPr>
            <a:xfrm>
              <a:off x="343123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h8737"/>
            <p:cNvSpPr/>
            <p:nvPr/>
          </p:nvSpPr>
          <p:spPr>
            <a:xfrm>
              <a:off x="344067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h8738"/>
            <p:cNvSpPr/>
            <p:nvPr/>
          </p:nvSpPr>
          <p:spPr>
            <a:xfrm>
              <a:off x="345011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h8739"/>
            <p:cNvSpPr/>
            <p:nvPr/>
          </p:nvSpPr>
          <p:spPr>
            <a:xfrm>
              <a:off x="345955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h8740"/>
            <p:cNvSpPr/>
            <p:nvPr/>
          </p:nvSpPr>
          <p:spPr>
            <a:xfrm>
              <a:off x="346899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h8741"/>
            <p:cNvSpPr/>
            <p:nvPr/>
          </p:nvSpPr>
          <p:spPr>
            <a:xfrm>
              <a:off x="347843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h8742"/>
            <p:cNvSpPr/>
            <p:nvPr/>
          </p:nvSpPr>
          <p:spPr>
            <a:xfrm>
              <a:off x="348787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h8743"/>
            <p:cNvSpPr/>
            <p:nvPr/>
          </p:nvSpPr>
          <p:spPr>
            <a:xfrm>
              <a:off x="349731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h8744"/>
            <p:cNvSpPr/>
            <p:nvPr/>
          </p:nvSpPr>
          <p:spPr>
            <a:xfrm>
              <a:off x="350675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h8745"/>
            <p:cNvSpPr/>
            <p:nvPr/>
          </p:nvSpPr>
          <p:spPr>
            <a:xfrm>
              <a:off x="351619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h8746"/>
            <p:cNvSpPr/>
            <p:nvPr/>
          </p:nvSpPr>
          <p:spPr>
            <a:xfrm>
              <a:off x="352563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h8747"/>
            <p:cNvSpPr/>
            <p:nvPr/>
          </p:nvSpPr>
          <p:spPr>
            <a:xfrm>
              <a:off x="353507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h8748"/>
            <p:cNvSpPr/>
            <p:nvPr/>
          </p:nvSpPr>
          <p:spPr>
            <a:xfrm>
              <a:off x="354451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h8749"/>
            <p:cNvSpPr/>
            <p:nvPr/>
          </p:nvSpPr>
          <p:spPr>
            <a:xfrm>
              <a:off x="355395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h8750"/>
            <p:cNvSpPr/>
            <p:nvPr/>
          </p:nvSpPr>
          <p:spPr>
            <a:xfrm>
              <a:off x="356339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h8751"/>
            <p:cNvSpPr/>
            <p:nvPr/>
          </p:nvSpPr>
          <p:spPr>
            <a:xfrm>
              <a:off x="357283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h8752"/>
            <p:cNvSpPr/>
            <p:nvPr/>
          </p:nvSpPr>
          <p:spPr>
            <a:xfrm>
              <a:off x="358227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h8753"/>
            <p:cNvSpPr/>
            <p:nvPr/>
          </p:nvSpPr>
          <p:spPr>
            <a:xfrm>
              <a:off x="359171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h8754"/>
            <p:cNvSpPr/>
            <p:nvPr/>
          </p:nvSpPr>
          <p:spPr>
            <a:xfrm>
              <a:off x="360115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h8755"/>
            <p:cNvSpPr/>
            <p:nvPr/>
          </p:nvSpPr>
          <p:spPr>
            <a:xfrm>
              <a:off x="361059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h8756"/>
            <p:cNvSpPr/>
            <p:nvPr/>
          </p:nvSpPr>
          <p:spPr>
            <a:xfrm>
              <a:off x="362003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h8757"/>
            <p:cNvSpPr/>
            <p:nvPr/>
          </p:nvSpPr>
          <p:spPr>
            <a:xfrm>
              <a:off x="362947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h8758"/>
            <p:cNvSpPr/>
            <p:nvPr/>
          </p:nvSpPr>
          <p:spPr>
            <a:xfrm>
              <a:off x="363891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h8759"/>
            <p:cNvSpPr/>
            <p:nvPr/>
          </p:nvSpPr>
          <p:spPr>
            <a:xfrm>
              <a:off x="364836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h8760"/>
            <p:cNvSpPr/>
            <p:nvPr/>
          </p:nvSpPr>
          <p:spPr>
            <a:xfrm>
              <a:off x="365780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h8761"/>
            <p:cNvSpPr/>
            <p:nvPr/>
          </p:nvSpPr>
          <p:spPr>
            <a:xfrm>
              <a:off x="366724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h8762"/>
            <p:cNvSpPr/>
            <p:nvPr/>
          </p:nvSpPr>
          <p:spPr>
            <a:xfrm>
              <a:off x="367668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h8763"/>
            <p:cNvSpPr/>
            <p:nvPr/>
          </p:nvSpPr>
          <p:spPr>
            <a:xfrm>
              <a:off x="368612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h8764"/>
            <p:cNvSpPr/>
            <p:nvPr/>
          </p:nvSpPr>
          <p:spPr>
            <a:xfrm>
              <a:off x="369556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h8765"/>
            <p:cNvSpPr/>
            <p:nvPr/>
          </p:nvSpPr>
          <p:spPr>
            <a:xfrm>
              <a:off x="370500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h8766"/>
            <p:cNvSpPr/>
            <p:nvPr/>
          </p:nvSpPr>
          <p:spPr>
            <a:xfrm>
              <a:off x="371444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h8767"/>
            <p:cNvSpPr/>
            <p:nvPr/>
          </p:nvSpPr>
          <p:spPr>
            <a:xfrm>
              <a:off x="372388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h8768"/>
            <p:cNvSpPr/>
            <p:nvPr/>
          </p:nvSpPr>
          <p:spPr>
            <a:xfrm>
              <a:off x="373332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h8769"/>
            <p:cNvSpPr/>
            <p:nvPr/>
          </p:nvSpPr>
          <p:spPr>
            <a:xfrm>
              <a:off x="374276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h8770"/>
            <p:cNvSpPr/>
            <p:nvPr/>
          </p:nvSpPr>
          <p:spPr>
            <a:xfrm>
              <a:off x="375220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h8771"/>
            <p:cNvSpPr/>
            <p:nvPr/>
          </p:nvSpPr>
          <p:spPr>
            <a:xfrm>
              <a:off x="3771083" y="8149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005" y="896830"/>
                  </a:lnTo>
                  <a:lnTo>
                    <a:pt x="909508" y="902447"/>
                  </a:lnTo>
                  <a:lnTo>
                    <a:pt x="911176" y="903746"/>
                  </a:lnTo>
                  <a:lnTo>
                    <a:pt x="914400" y="90663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h8772"/>
            <p:cNvSpPr/>
            <p:nvPr/>
          </p:nvSpPr>
          <p:spPr>
            <a:xfrm>
              <a:off x="3771083" y="814918"/>
              <a:ext cx="922210" cy="914400"/>
            </a:xfrm>
            <a:custGeom>
              <a:avLst/>
              <a:pathLst>
                <a:path w="922210" h="914400">
                  <a:moveTo>
                    <a:pt x="914400" y="914400"/>
                  </a:moveTo>
                  <a:lnTo>
                    <a:pt x="914400" y="906634"/>
                  </a:lnTo>
                  <a:lnTo>
                    <a:pt x="916501" y="908516"/>
                  </a:lnTo>
                  <a:lnTo>
                    <a:pt x="921684" y="913796"/>
                  </a:lnTo>
                  <a:lnTo>
                    <a:pt x="92221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h8773"/>
            <p:cNvSpPr/>
            <p:nvPr/>
          </p:nvSpPr>
          <p:spPr>
            <a:xfrm>
              <a:off x="3327392" y="77977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98" y="931969"/>
                  </a:lnTo>
                  <a:lnTo>
                    <a:pt x="905226" y="921848"/>
                  </a:lnTo>
                  <a:lnTo>
                    <a:pt x="905158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h8774"/>
            <p:cNvSpPr/>
            <p:nvPr/>
          </p:nvSpPr>
          <p:spPr>
            <a:xfrm>
              <a:off x="332739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h8775"/>
            <p:cNvSpPr/>
            <p:nvPr/>
          </p:nvSpPr>
          <p:spPr>
            <a:xfrm>
              <a:off x="333683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h8776"/>
            <p:cNvSpPr/>
            <p:nvPr/>
          </p:nvSpPr>
          <p:spPr>
            <a:xfrm>
              <a:off x="334627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h8777"/>
            <p:cNvSpPr/>
            <p:nvPr/>
          </p:nvSpPr>
          <p:spPr>
            <a:xfrm>
              <a:off x="335571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h8778"/>
            <p:cNvSpPr/>
            <p:nvPr/>
          </p:nvSpPr>
          <p:spPr>
            <a:xfrm>
              <a:off x="336515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h8779"/>
            <p:cNvSpPr/>
            <p:nvPr/>
          </p:nvSpPr>
          <p:spPr>
            <a:xfrm>
              <a:off x="337459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h8780"/>
            <p:cNvSpPr/>
            <p:nvPr/>
          </p:nvSpPr>
          <p:spPr>
            <a:xfrm>
              <a:off x="338403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h8781"/>
            <p:cNvSpPr/>
            <p:nvPr/>
          </p:nvSpPr>
          <p:spPr>
            <a:xfrm>
              <a:off x="339347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h8782"/>
            <p:cNvSpPr/>
            <p:nvPr/>
          </p:nvSpPr>
          <p:spPr>
            <a:xfrm>
              <a:off x="340291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h8783"/>
            <p:cNvSpPr/>
            <p:nvPr/>
          </p:nvSpPr>
          <p:spPr>
            <a:xfrm>
              <a:off x="341235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h8784"/>
            <p:cNvSpPr/>
            <p:nvPr/>
          </p:nvSpPr>
          <p:spPr>
            <a:xfrm>
              <a:off x="342179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h8785"/>
            <p:cNvSpPr/>
            <p:nvPr/>
          </p:nvSpPr>
          <p:spPr>
            <a:xfrm>
              <a:off x="343123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h8786"/>
            <p:cNvSpPr/>
            <p:nvPr/>
          </p:nvSpPr>
          <p:spPr>
            <a:xfrm>
              <a:off x="344067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h8787"/>
            <p:cNvSpPr/>
            <p:nvPr/>
          </p:nvSpPr>
          <p:spPr>
            <a:xfrm>
              <a:off x="345011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h8788"/>
            <p:cNvSpPr/>
            <p:nvPr/>
          </p:nvSpPr>
          <p:spPr>
            <a:xfrm>
              <a:off x="345955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h8789"/>
            <p:cNvSpPr/>
            <p:nvPr/>
          </p:nvSpPr>
          <p:spPr>
            <a:xfrm>
              <a:off x="346899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h8790"/>
            <p:cNvSpPr/>
            <p:nvPr/>
          </p:nvSpPr>
          <p:spPr>
            <a:xfrm>
              <a:off x="347843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h8791"/>
            <p:cNvSpPr/>
            <p:nvPr/>
          </p:nvSpPr>
          <p:spPr>
            <a:xfrm>
              <a:off x="348787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h8792"/>
            <p:cNvSpPr/>
            <p:nvPr/>
          </p:nvSpPr>
          <p:spPr>
            <a:xfrm>
              <a:off x="349731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h8793"/>
            <p:cNvSpPr/>
            <p:nvPr/>
          </p:nvSpPr>
          <p:spPr>
            <a:xfrm>
              <a:off x="350675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h8794"/>
            <p:cNvSpPr/>
            <p:nvPr/>
          </p:nvSpPr>
          <p:spPr>
            <a:xfrm>
              <a:off x="351619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h8795"/>
            <p:cNvSpPr/>
            <p:nvPr/>
          </p:nvSpPr>
          <p:spPr>
            <a:xfrm>
              <a:off x="352563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h8796"/>
            <p:cNvSpPr/>
            <p:nvPr/>
          </p:nvSpPr>
          <p:spPr>
            <a:xfrm>
              <a:off x="353507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h8797"/>
            <p:cNvSpPr/>
            <p:nvPr/>
          </p:nvSpPr>
          <p:spPr>
            <a:xfrm>
              <a:off x="354451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h8798"/>
            <p:cNvSpPr/>
            <p:nvPr/>
          </p:nvSpPr>
          <p:spPr>
            <a:xfrm>
              <a:off x="355395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h8799"/>
            <p:cNvSpPr/>
            <p:nvPr/>
          </p:nvSpPr>
          <p:spPr>
            <a:xfrm>
              <a:off x="356339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h8800"/>
            <p:cNvSpPr/>
            <p:nvPr/>
          </p:nvSpPr>
          <p:spPr>
            <a:xfrm>
              <a:off x="357283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h8801"/>
            <p:cNvSpPr/>
            <p:nvPr/>
          </p:nvSpPr>
          <p:spPr>
            <a:xfrm>
              <a:off x="358227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h8802"/>
            <p:cNvSpPr/>
            <p:nvPr/>
          </p:nvSpPr>
          <p:spPr>
            <a:xfrm>
              <a:off x="359171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h8803"/>
            <p:cNvSpPr/>
            <p:nvPr/>
          </p:nvSpPr>
          <p:spPr>
            <a:xfrm>
              <a:off x="360115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h8804"/>
            <p:cNvSpPr/>
            <p:nvPr/>
          </p:nvSpPr>
          <p:spPr>
            <a:xfrm>
              <a:off x="361059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h8805"/>
            <p:cNvSpPr/>
            <p:nvPr/>
          </p:nvSpPr>
          <p:spPr>
            <a:xfrm>
              <a:off x="362003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h8806"/>
            <p:cNvSpPr/>
            <p:nvPr/>
          </p:nvSpPr>
          <p:spPr>
            <a:xfrm>
              <a:off x="362947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h8807"/>
            <p:cNvSpPr/>
            <p:nvPr/>
          </p:nvSpPr>
          <p:spPr>
            <a:xfrm>
              <a:off x="363891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h8808"/>
            <p:cNvSpPr/>
            <p:nvPr/>
          </p:nvSpPr>
          <p:spPr>
            <a:xfrm>
              <a:off x="364836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h8809"/>
            <p:cNvSpPr/>
            <p:nvPr/>
          </p:nvSpPr>
          <p:spPr>
            <a:xfrm>
              <a:off x="365780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h8810"/>
            <p:cNvSpPr/>
            <p:nvPr/>
          </p:nvSpPr>
          <p:spPr>
            <a:xfrm>
              <a:off x="366724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h8811"/>
            <p:cNvSpPr/>
            <p:nvPr/>
          </p:nvSpPr>
          <p:spPr>
            <a:xfrm>
              <a:off x="367668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h8812"/>
            <p:cNvSpPr/>
            <p:nvPr/>
          </p:nvSpPr>
          <p:spPr>
            <a:xfrm>
              <a:off x="368612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h8813"/>
            <p:cNvSpPr/>
            <p:nvPr/>
          </p:nvSpPr>
          <p:spPr>
            <a:xfrm>
              <a:off x="369556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h8814"/>
            <p:cNvSpPr/>
            <p:nvPr/>
          </p:nvSpPr>
          <p:spPr>
            <a:xfrm>
              <a:off x="370500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h8815"/>
            <p:cNvSpPr/>
            <p:nvPr/>
          </p:nvSpPr>
          <p:spPr>
            <a:xfrm>
              <a:off x="371444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h8816"/>
            <p:cNvSpPr/>
            <p:nvPr/>
          </p:nvSpPr>
          <p:spPr>
            <a:xfrm>
              <a:off x="372388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h8817"/>
            <p:cNvSpPr/>
            <p:nvPr/>
          </p:nvSpPr>
          <p:spPr>
            <a:xfrm>
              <a:off x="373332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h8818"/>
            <p:cNvSpPr/>
            <p:nvPr/>
          </p:nvSpPr>
          <p:spPr>
            <a:xfrm>
              <a:off x="374276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h8819"/>
            <p:cNvSpPr/>
            <p:nvPr/>
          </p:nvSpPr>
          <p:spPr>
            <a:xfrm>
              <a:off x="3761643" y="797348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7239" y="896830"/>
                  </a:lnTo>
                  <a:lnTo>
                    <a:pt x="907952" y="898001"/>
                  </a:lnTo>
                  <a:lnTo>
                    <a:pt x="912155" y="905658"/>
                  </a:lnTo>
                  <a:lnTo>
                    <a:pt x="914400" y="91019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h8820"/>
            <p:cNvSpPr/>
            <p:nvPr/>
          </p:nvSpPr>
          <p:spPr>
            <a:xfrm>
              <a:off x="3761643" y="797348"/>
              <a:ext cx="916446" cy="914399"/>
            </a:xfrm>
            <a:custGeom>
              <a:avLst/>
              <a:pathLst>
                <a:path w="916446" h="914399">
                  <a:moveTo>
                    <a:pt x="914400" y="914399"/>
                  </a:moveTo>
                  <a:lnTo>
                    <a:pt x="914400" y="910195"/>
                  </a:lnTo>
                  <a:lnTo>
                    <a:pt x="916139" y="913710"/>
                  </a:lnTo>
                  <a:lnTo>
                    <a:pt x="916446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h8821"/>
            <p:cNvSpPr/>
            <p:nvPr/>
          </p:nvSpPr>
          <p:spPr>
            <a:xfrm>
              <a:off x="3317951" y="762209"/>
              <a:ext cx="914400" cy="924144"/>
            </a:xfrm>
            <a:custGeom>
              <a:avLst/>
              <a:pathLst>
                <a:path w="914400" h="924144">
                  <a:moveTo>
                    <a:pt x="914400" y="914400"/>
                  </a:moveTo>
                  <a:lnTo>
                    <a:pt x="914400" y="924144"/>
                  </a:lnTo>
                  <a:lnTo>
                    <a:pt x="914350" y="923939"/>
                  </a:lnTo>
                  <a:lnTo>
                    <a:pt x="912346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h8822"/>
            <p:cNvSpPr/>
            <p:nvPr/>
          </p:nvSpPr>
          <p:spPr>
            <a:xfrm>
              <a:off x="331795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599" y="931969"/>
                  </a:lnTo>
                  <a:lnTo>
                    <a:pt x="914568" y="928606"/>
                  </a:lnTo>
                  <a:lnTo>
                    <a:pt x="914633" y="925106"/>
                  </a:lnTo>
                  <a:lnTo>
                    <a:pt x="914400" y="924144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h8823"/>
            <p:cNvSpPr/>
            <p:nvPr/>
          </p:nvSpPr>
          <p:spPr>
            <a:xfrm>
              <a:off x="332739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h8824"/>
            <p:cNvSpPr/>
            <p:nvPr/>
          </p:nvSpPr>
          <p:spPr>
            <a:xfrm>
              <a:off x="333683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h8825"/>
            <p:cNvSpPr/>
            <p:nvPr/>
          </p:nvSpPr>
          <p:spPr>
            <a:xfrm>
              <a:off x="334627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h8826"/>
            <p:cNvSpPr/>
            <p:nvPr/>
          </p:nvSpPr>
          <p:spPr>
            <a:xfrm>
              <a:off x="335571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h8827"/>
            <p:cNvSpPr/>
            <p:nvPr/>
          </p:nvSpPr>
          <p:spPr>
            <a:xfrm>
              <a:off x="336515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h8828"/>
            <p:cNvSpPr/>
            <p:nvPr/>
          </p:nvSpPr>
          <p:spPr>
            <a:xfrm>
              <a:off x="337459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h8829"/>
            <p:cNvSpPr/>
            <p:nvPr/>
          </p:nvSpPr>
          <p:spPr>
            <a:xfrm>
              <a:off x="338403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h8830"/>
            <p:cNvSpPr/>
            <p:nvPr/>
          </p:nvSpPr>
          <p:spPr>
            <a:xfrm>
              <a:off x="339347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h8831"/>
            <p:cNvSpPr/>
            <p:nvPr/>
          </p:nvSpPr>
          <p:spPr>
            <a:xfrm>
              <a:off x="340291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h8832"/>
            <p:cNvSpPr/>
            <p:nvPr/>
          </p:nvSpPr>
          <p:spPr>
            <a:xfrm>
              <a:off x="341235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h8833"/>
            <p:cNvSpPr/>
            <p:nvPr/>
          </p:nvSpPr>
          <p:spPr>
            <a:xfrm>
              <a:off x="342179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h8834"/>
            <p:cNvSpPr/>
            <p:nvPr/>
          </p:nvSpPr>
          <p:spPr>
            <a:xfrm>
              <a:off x="343123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h8835"/>
            <p:cNvSpPr/>
            <p:nvPr/>
          </p:nvSpPr>
          <p:spPr>
            <a:xfrm>
              <a:off x="344067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h8836"/>
            <p:cNvSpPr/>
            <p:nvPr/>
          </p:nvSpPr>
          <p:spPr>
            <a:xfrm>
              <a:off x="345011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h8837"/>
            <p:cNvSpPr/>
            <p:nvPr/>
          </p:nvSpPr>
          <p:spPr>
            <a:xfrm>
              <a:off x="345955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h8838"/>
            <p:cNvSpPr/>
            <p:nvPr/>
          </p:nvSpPr>
          <p:spPr>
            <a:xfrm>
              <a:off x="346899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h8839"/>
            <p:cNvSpPr/>
            <p:nvPr/>
          </p:nvSpPr>
          <p:spPr>
            <a:xfrm>
              <a:off x="347843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h8840"/>
            <p:cNvSpPr/>
            <p:nvPr/>
          </p:nvSpPr>
          <p:spPr>
            <a:xfrm>
              <a:off x="348787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h8841"/>
            <p:cNvSpPr/>
            <p:nvPr/>
          </p:nvSpPr>
          <p:spPr>
            <a:xfrm>
              <a:off x="349731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h8842"/>
            <p:cNvSpPr/>
            <p:nvPr/>
          </p:nvSpPr>
          <p:spPr>
            <a:xfrm>
              <a:off x="350675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h8843"/>
            <p:cNvSpPr/>
            <p:nvPr/>
          </p:nvSpPr>
          <p:spPr>
            <a:xfrm>
              <a:off x="351619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h8844"/>
            <p:cNvSpPr/>
            <p:nvPr/>
          </p:nvSpPr>
          <p:spPr>
            <a:xfrm>
              <a:off x="352563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h8845"/>
            <p:cNvSpPr/>
            <p:nvPr/>
          </p:nvSpPr>
          <p:spPr>
            <a:xfrm>
              <a:off x="353507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h8846"/>
            <p:cNvSpPr/>
            <p:nvPr/>
          </p:nvSpPr>
          <p:spPr>
            <a:xfrm>
              <a:off x="354451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h8847"/>
            <p:cNvSpPr/>
            <p:nvPr/>
          </p:nvSpPr>
          <p:spPr>
            <a:xfrm>
              <a:off x="355395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h8848"/>
            <p:cNvSpPr/>
            <p:nvPr/>
          </p:nvSpPr>
          <p:spPr>
            <a:xfrm>
              <a:off x="356339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h8849"/>
            <p:cNvSpPr/>
            <p:nvPr/>
          </p:nvSpPr>
          <p:spPr>
            <a:xfrm>
              <a:off x="357283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h8850"/>
            <p:cNvSpPr/>
            <p:nvPr/>
          </p:nvSpPr>
          <p:spPr>
            <a:xfrm>
              <a:off x="358227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h8851"/>
            <p:cNvSpPr/>
            <p:nvPr/>
          </p:nvSpPr>
          <p:spPr>
            <a:xfrm>
              <a:off x="359171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h8852"/>
            <p:cNvSpPr/>
            <p:nvPr/>
          </p:nvSpPr>
          <p:spPr>
            <a:xfrm>
              <a:off x="360115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h8853"/>
            <p:cNvSpPr/>
            <p:nvPr/>
          </p:nvSpPr>
          <p:spPr>
            <a:xfrm>
              <a:off x="361059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h8854"/>
            <p:cNvSpPr/>
            <p:nvPr/>
          </p:nvSpPr>
          <p:spPr>
            <a:xfrm>
              <a:off x="362003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h8855"/>
            <p:cNvSpPr/>
            <p:nvPr/>
          </p:nvSpPr>
          <p:spPr>
            <a:xfrm>
              <a:off x="362947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h8856"/>
            <p:cNvSpPr/>
            <p:nvPr/>
          </p:nvSpPr>
          <p:spPr>
            <a:xfrm>
              <a:off x="363891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h8857"/>
            <p:cNvSpPr/>
            <p:nvPr/>
          </p:nvSpPr>
          <p:spPr>
            <a:xfrm>
              <a:off x="364836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h8858"/>
            <p:cNvSpPr/>
            <p:nvPr/>
          </p:nvSpPr>
          <p:spPr>
            <a:xfrm>
              <a:off x="365780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h8859"/>
            <p:cNvSpPr/>
            <p:nvPr/>
          </p:nvSpPr>
          <p:spPr>
            <a:xfrm>
              <a:off x="366724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h8860"/>
            <p:cNvSpPr/>
            <p:nvPr/>
          </p:nvSpPr>
          <p:spPr>
            <a:xfrm>
              <a:off x="367668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h8861"/>
            <p:cNvSpPr/>
            <p:nvPr/>
          </p:nvSpPr>
          <p:spPr>
            <a:xfrm>
              <a:off x="368612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h8862"/>
            <p:cNvSpPr/>
            <p:nvPr/>
          </p:nvSpPr>
          <p:spPr>
            <a:xfrm>
              <a:off x="369556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h8863"/>
            <p:cNvSpPr/>
            <p:nvPr/>
          </p:nvSpPr>
          <p:spPr>
            <a:xfrm>
              <a:off x="370500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h8864"/>
            <p:cNvSpPr/>
            <p:nvPr/>
          </p:nvSpPr>
          <p:spPr>
            <a:xfrm>
              <a:off x="371444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h8865"/>
            <p:cNvSpPr/>
            <p:nvPr/>
          </p:nvSpPr>
          <p:spPr>
            <a:xfrm>
              <a:off x="372388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h8866"/>
            <p:cNvSpPr/>
            <p:nvPr/>
          </p:nvSpPr>
          <p:spPr>
            <a:xfrm>
              <a:off x="3742762" y="7797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274" y="896830"/>
                  </a:lnTo>
                  <a:lnTo>
                    <a:pt x="914400" y="89699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h8867"/>
            <p:cNvSpPr/>
            <p:nvPr/>
          </p:nvSpPr>
          <p:spPr>
            <a:xfrm>
              <a:off x="3752202" y="7797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997"/>
                  </a:lnTo>
                  <a:lnTo>
                    <a:pt x="908375" y="901525"/>
                  </a:lnTo>
                  <a:lnTo>
                    <a:pt x="912982" y="908330"/>
                  </a:lnTo>
                  <a:lnTo>
                    <a:pt x="914400" y="91065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h8868"/>
            <p:cNvSpPr/>
            <p:nvPr/>
          </p:nvSpPr>
          <p:spPr>
            <a:xfrm>
              <a:off x="3752202" y="779779"/>
              <a:ext cx="916679" cy="914400"/>
            </a:xfrm>
            <a:custGeom>
              <a:avLst/>
              <a:pathLst>
                <a:path w="916679" h="914400">
                  <a:moveTo>
                    <a:pt x="914400" y="914400"/>
                  </a:moveTo>
                  <a:lnTo>
                    <a:pt x="914400" y="910657"/>
                  </a:lnTo>
                  <a:lnTo>
                    <a:pt x="91667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h8869"/>
            <p:cNvSpPr/>
            <p:nvPr/>
          </p:nvSpPr>
          <p:spPr>
            <a:xfrm>
              <a:off x="3317951" y="74463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46" y="931969"/>
                  </a:lnTo>
                  <a:lnTo>
                    <a:pt x="912250" y="931510"/>
                  </a:lnTo>
                  <a:lnTo>
                    <a:pt x="910426" y="921325"/>
                  </a:lnTo>
                  <a:lnTo>
                    <a:pt x="909393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h8870"/>
            <p:cNvSpPr/>
            <p:nvPr/>
          </p:nvSpPr>
          <p:spPr>
            <a:xfrm>
              <a:off x="331795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h8871"/>
            <p:cNvSpPr/>
            <p:nvPr/>
          </p:nvSpPr>
          <p:spPr>
            <a:xfrm>
              <a:off x="332739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h8872"/>
            <p:cNvSpPr/>
            <p:nvPr/>
          </p:nvSpPr>
          <p:spPr>
            <a:xfrm>
              <a:off x="333683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h8873"/>
            <p:cNvSpPr/>
            <p:nvPr/>
          </p:nvSpPr>
          <p:spPr>
            <a:xfrm>
              <a:off x="334627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h8874"/>
            <p:cNvSpPr/>
            <p:nvPr/>
          </p:nvSpPr>
          <p:spPr>
            <a:xfrm>
              <a:off x="335571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h8875"/>
            <p:cNvSpPr/>
            <p:nvPr/>
          </p:nvSpPr>
          <p:spPr>
            <a:xfrm>
              <a:off x="336515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h8876"/>
            <p:cNvSpPr/>
            <p:nvPr/>
          </p:nvSpPr>
          <p:spPr>
            <a:xfrm>
              <a:off x="337459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h8877"/>
            <p:cNvSpPr/>
            <p:nvPr/>
          </p:nvSpPr>
          <p:spPr>
            <a:xfrm>
              <a:off x="338403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h8878"/>
            <p:cNvSpPr/>
            <p:nvPr/>
          </p:nvSpPr>
          <p:spPr>
            <a:xfrm>
              <a:off x="339347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h8879"/>
            <p:cNvSpPr/>
            <p:nvPr/>
          </p:nvSpPr>
          <p:spPr>
            <a:xfrm>
              <a:off x="340291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h8880"/>
            <p:cNvSpPr/>
            <p:nvPr/>
          </p:nvSpPr>
          <p:spPr>
            <a:xfrm>
              <a:off x="341235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h8881"/>
            <p:cNvSpPr/>
            <p:nvPr/>
          </p:nvSpPr>
          <p:spPr>
            <a:xfrm>
              <a:off x="342179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h8882"/>
            <p:cNvSpPr/>
            <p:nvPr/>
          </p:nvSpPr>
          <p:spPr>
            <a:xfrm>
              <a:off x="343123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h8883"/>
            <p:cNvSpPr/>
            <p:nvPr/>
          </p:nvSpPr>
          <p:spPr>
            <a:xfrm>
              <a:off x="344067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h8884"/>
            <p:cNvSpPr/>
            <p:nvPr/>
          </p:nvSpPr>
          <p:spPr>
            <a:xfrm>
              <a:off x="345011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h8885"/>
            <p:cNvSpPr/>
            <p:nvPr/>
          </p:nvSpPr>
          <p:spPr>
            <a:xfrm>
              <a:off x="345955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h8886"/>
            <p:cNvSpPr/>
            <p:nvPr/>
          </p:nvSpPr>
          <p:spPr>
            <a:xfrm>
              <a:off x="346899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h8887"/>
            <p:cNvSpPr/>
            <p:nvPr/>
          </p:nvSpPr>
          <p:spPr>
            <a:xfrm>
              <a:off x="347843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h8888"/>
            <p:cNvSpPr/>
            <p:nvPr/>
          </p:nvSpPr>
          <p:spPr>
            <a:xfrm>
              <a:off x="348787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h8889"/>
            <p:cNvSpPr/>
            <p:nvPr/>
          </p:nvSpPr>
          <p:spPr>
            <a:xfrm>
              <a:off x="349731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h8890"/>
            <p:cNvSpPr/>
            <p:nvPr/>
          </p:nvSpPr>
          <p:spPr>
            <a:xfrm>
              <a:off x="350675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h8891"/>
            <p:cNvSpPr/>
            <p:nvPr/>
          </p:nvSpPr>
          <p:spPr>
            <a:xfrm>
              <a:off x="351619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h8892"/>
            <p:cNvSpPr/>
            <p:nvPr/>
          </p:nvSpPr>
          <p:spPr>
            <a:xfrm>
              <a:off x="352563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h8893"/>
            <p:cNvSpPr/>
            <p:nvPr/>
          </p:nvSpPr>
          <p:spPr>
            <a:xfrm>
              <a:off x="353507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h8894"/>
            <p:cNvSpPr/>
            <p:nvPr/>
          </p:nvSpPr>
          <p:spPr>
            <a:xfrm>
              <a:off x="354451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h8895"/>
            <p:cNvSpPr/>
            <p:nvPr/>
          </p:nvSpPr>
          <p:spPr>
            <a:xfrm>
              <a:off x="355395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h8896"/>
            <p:cNvSpPr/>
            <p:nvPr/>
          </p:nvSpPr>
          <p:spPr>
            <a:xfrm>
              <a:off x="356339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h8897"/>
            <p:cNvSpPr/>
            <p:nvPr/>
          </p:nvSpPr>
          <p:spPr>
            <a:xfrm>
              <a:off x="357283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h8898"/>
            <p:cNvSpPr/>
            <p:nvPr/>
          </p:nvSpPr>
          <p:spPr>
            <a:xfrm>
              <a:off x="358227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h8899"/>
            <p:cNvSpPr/>
            <p:nvPr/>
          </p:nvSpPr>
          <p:spPr>
            <a:xfrm>
              <a:off x="359171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h8900"/>
            <p:cNvSpPr/>
            <p:nvPr/>
          </p:nvSpPr>
          <p:spPr>
            <a:xfrm>
              <a:off x="360115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h8901"/>
            <p:cNvSpPr/>
            <p:nvPr/>
          </p:nvSpPr>
          <p:spPr>
            <a:xfrm>
              <a:off x="361059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h8902"/>
            <p:cNvSpPr/>
            <p:nvPr/>
          </p:nvSpPr>
          <p:spPr>
            <a:xfrm>
              <a:off x="362003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h8903"/>
            <p:cNvSpPr/>
            <p:nvPr/>
          </p:nvSpPr>
          <p:spPr>
            <a:xfrm>
              <a:off x="362947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h8904"/>
            <p:cNvSpPr/>
            <p:nvPr/>
          </p:nvSpPr>
          <p:spPr>
            <a:xfrm>
              <a:off x="363891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h8905"/>
            <p:cNvSpPr/>
            <p:nvPr/>
          </p:nvSpPr>
          <p:spPr>
            <a:xfrm>
              <a:off x="364836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h8906"/>
            <p:cNvSpPr/>
            <p:nvPr/>
          </p:nvSpPr>
          <p:spPr>
            <a:xfrm>
              <a:off x="365780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h8907"/>
            <p:cNvSpPr/>
            <p:nvPr/>
          </p:nvSpPr>
          <p:spPr>
            <a:xfrm>
              <a:off x="366724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h8908"/>
            <p:cNvSpPr/>
            <p:nvPr/>
          </p:nvSpPr>
          <p:spPr>
            <a:xfrm>
              <a:off x="367668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h8909"/>
            <p:cNvSpPr/>
            <p:nvPr/>
          </p:nvSpPr>
          <p:spPr>
            <a:xfrm>
              <a:off x="368612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h8910"/>
            <p:cNvSpPr/>
            <p:nvPr/>
          </p:nvSpPr>
          <p:spPr>
            <a:xfrm>
              <a:off x="369556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h8911"/>
            <p:cNvSpPr/>
            <p:nvPr/>
          </p:nvSpPr>
          <p:spPr>
            <a:xfrm>
              <a:off x="370500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h8912"/>
            <p:cNvSpPr/>
            <p:nvPr/>
          </p:nvSpPr>
          <p:spPr>
            <a:xfrm>
              <a:off x="371444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h8913"/>
            <p:cNvSpPr/>
            <p:nvPr/>
          </p:nvSpPr>
          <p:spPr>
            <a:xfrm>
              <a:off x="3733322" y="76220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702" y="896834"/>
                  </a:lnTo>
                  <a:lnTo>
                    <a:pt x="908171" y="897298"/>
                  </a:lnTo>
                  <a:lnTo>
                    <a:pt x="908639" y="897762"/>
                  </a:lnTo>
                  <a:lnTo>
                    <a:pt x="909108" y="898226"/>
                  </a:lnTo>
                  <a:lnTo>
                    <a:pt x="909576" y="898689"/>
                  </a:lnTo>
                  <a:lnTo>
                    <a:pt x="910045" y="899153"/>
                  </a:lnTo>
                  <a:lnTo>
                    <a:pt x="910513" y="899617"/>
                  </a:lnTo>
                  <a:lnTo>
                    <a:pt x="910982" y="900081"/>
                  </a:lnTo>
                  <a:lnTo>
                    <a:pt x="911450" y="900545"/>
                  </a:lnTo>
                  <a:lnTo>
                    <a:pt x="911918" y="901009"/>
                  </a:lnTo>
                  <a:lnTo>
                    <a:pt x="912387" y="901473"/>
                  </a:lnTo>
                  <a:lnTo>
                    <a:pt x="914400" y="90359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h8914"/>
            <p:cNvSpPr/>
            <p:nvPr/>
          </p:nvSpPr>
          <p:spPr>
            <a:xfrm>
              <a:off x="3733322" y="762209"/>
              <a:ext cx="923714" cy="914400"/>
            </a:xfrm>
            <a:custGeom>
              <a:avLst/>
              <a:pathLst>
                <a:path w="923714" h="914400">
                  <a:moveTo>
                    <a:pt x="914400" y="914400"/>
                  </a:moveTo>
                  <a:lnTo>
                    <a:pt x="914400" y="903593"/>
                  </a:lnTo>
                  <a:lnTo>
                    <a:pt x="917505" y="906865"/>
                  </a:lnTo>
                  <a:lnTo>
                    <a:pt x="922465" y="912744"/>
                  </a:lnTo>
                  <a:lnTo>
                    <a:pt x="923714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h8915"/>
            <p:cNvSpPr/>
            <p:nvPr/>
          </p:nvSpPr>
          <p:spPr>
            <a:xfrm>
              <a:off x="3317951" y="72706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9393" y="931969"/>
                  </a:lnTo>
                  <a:lnTo>
                    <a:pt x="908884" y="928551"/>
                  </a:lnTo>
                  <a:lnTo>
                    <a:pt x="907626" y="918074"/>
                  </a:lnTo>
                  <a:lnTo>
                    <a:pt x="907289" y="91439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h8916"/>
            <p:cNvSpPr/>
            <p:nvPr/>
          </p:nvSpPr>
          <p:spPr>
            <a:xfrm>
              <a:off x="331795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h8917"/>
            <p:cNvSpPr/>
            <p:nvPr/>
          </p:nvSpPr>
          <p:spPr>
            <a:xfrm>
              <a:off x="332739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h8918"/>
            <p:cNvSpPr/>
            <p:nvPr/>
          </p:nvSpPr>
          <p:spPr>
            <a:xfrm>
              <a:off x="333683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h8919"/>
            <p:cNvSpPr/>
            <p:nvPr/>
          </p:nvSpPr>
          <p:spPr>
            <a:xfrm>
              <a:off x="334627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h8920"/>
            <p:cNvSpPr/>
            <p:nvPr/>
          </p:nvSpPr>
          <p:spPr>
            <a:xfrm>
              <a:off x="335571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h8921"/>
            <p:cNvSpPr/>
            <p:nvPr/>
          </p:nvSpPr>
          <p:spPr>
            <a:xfrm>
              <a:off x="336515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h8922"/>
            <p:cNvSpPr/>
            <p:nvPr/>
          </p:nvSpPr>
          <p:spPr>
            <a:xfrm>
              <a:off x="337459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h8923"/>
            <p:cNvSpPr/>
            <p:nvPr/>
          </p:nvSpPr>
          <p:spPr>
            <a:xfrm>
              <a:off x="338403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h8924"/>
            <p:cNvSpPr/>
            <p:nvPr/>
          </p:nvSpPr>
          <p:spPr>
            <a:xfrm>
              <a:off x="339347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h8925"/>
            <p:cNvSpPr/>
            <p:nvPr/>
          </p:nvSpPr>
          <p:spPr>
            <a:xfrm>
              <a:off x="340291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h8926"/>
            <p:cNvSpPr/>
            <p:nvPr/>
          </p:nvSpPr>
          <p:spPr>
            <a:xfrm>
              <a:off x="341235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h8927"/>
            <p:cNvSpPr/>
            <p:nvPr/>
          </p:nvSpPr>
          <p:spPr>
            <a:xfrm>
              <a:off x="342179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h8928"/>
            <p:cNvSpPr/>
            <p:nvPr/>
          </p:nvSpPr>
          <p:spPr>
            <a:xfrm>
              <a:off x="343123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h8929"/>
            <p:cNvSpPr/>
            <p:nvPr/>
          </p:nvSpPr>
          <p:spPr>
            <a:xfrm>
              <a:off x="344067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h8930"/>
            <p:cNvSpPr/>
            <p:nvPr/>
          </p:nvSpPr>
          <p:spPr>
            <a:xfrm>
              <a:off x="345011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h8931"/>
            <p:cNvSpPr/>
            <p:nvPr/>
          </p:nvSpPr>
          <p:spPr>
            <a:xfrm>
              <a:off x="345955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h8932"/>
            <p:cNvSpPr/>
            <p:nvPr/>
          </p:nvSpPr>
          <p:spPr>
            <a:xfrm>
              <a:off x="346899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h8933"/>
            <p:cNvSpPr/>
            <p:nvPr/>
          </p:nvSpPr>
          <p:spPr>
            <a:xfrm>
              <a:off x="347843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h8934"/>
            <p:cNvSpPr/>
            <p:nvPr/>
          </p:nvSpPr>
          <p:spPr>
            <a:xfrm>
              <a:off x="348787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h8935"/>
            <p:cNvSpPr/>
            <p:nvPr/>
          </p:nvSpPr>
          <p:spPr>
            <a:xfrm>
              <a:off x="349731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h8936"/>
            <p:cNvSpPr/>
            <p:nvPr/>
          </p:nvSpPr>
          <p:spPr>
            <a:xfrm>
              <a:off x="350675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h8937"/>
            <p:cNvSpPr/>
            <p:nvPr/>
          </p:nvSpPr>
          <p:spPr>
            <a:xfrm>
              <a:off x="351619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h8938"/>
            <p:cNvSpPr/>
            <p:nvPr/>
          </p:nvSpPr>
          <p:spPr>
            <a:xfrm>
              <a:off x="352563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h8939"/>
            <p:cNvSpPr/>
            <p:nvPr/>
          </p:nvSpPr>
          <p:spPr>
            <a:xfrm>
              <a:off x="353507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h8940"/>
            <p:cNvSpPr/>
            <p:nvPr/>
          </p:nvSpPr>
          <p:spPr>
            <a:xfrm>
              <a:off x="354451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h8941"/>
            <p:cNvSpPr/>
            <p:nvPr/>
          </p:nvSpPr>
          <p:spPr>
            <a:xfrm>
              <a:off x="355395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h8942"/>
            <p:cNvSpPr/>
            <p:nvPr/>
          </p:nvSpPr>
          <p:spPr>
            <a:xfrm>
              <a:off x="356339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h8943"/>
            <p:cNvSpPr/>
            <p:nvPr/>
          </p:nvSpPr>
          <p:spPr>
            <a:xfrm>
              <a:off x="357283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h8944"/>
            <p:cNvSpPr/>
            <p:nvPr/>
          </p:nvSpPr>
          <p:spPr>
            <a:xfrm>
              <a:off x="358227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h8945"/>
            <p:cNvSpPr/>
            <p:nvPr/>
          </p:nvSpPr>
          <p:spPr>
            <a:xfrm>
              <a:off x="359171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h8946"/>
            <p:cNvSpPr/>
            <p:nvPr/>
          </p:nvSpPr>
          <p:spPr>
            <a:xfrm>
              <a:off x="360115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h8947"/>
            <p:cNvSpPr/>
            <p:nvPr/>
          </p:nvSpPr>
          <p:spPr>
            <a:xfrm>
              <a:off x="361059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h8948"/>
            <p:cNvSpPr/>
            <p:nvPr/>
          </p:nvSpPr>
          <p:spPr>
            <a:xfrm>
              <a:off x="362003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h8949"/>
            <p:cNvSpPr/>
            <p:nvPr/>
          </p:nvSpPr>
          <p:spPr>
            <a:xfrm>
              <a:off x="362947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h8950"/>
            <p:cNvSpPr/>
            <p:nvPr/>
          </p:nvSpPr>
          <p:spPr>
            <a:xfrm>
              <a:off x="363891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h8951"/>
            <p:cNvSpPr/>
            <p:nvPr/>
          </p:nvSpPr>
          <p:spPr>
            <a:xfrm>
              <a:off x="364836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h8952"/>
            <p:cNvSpPr/>
            <p:nvPr/>
          </p:nvSpPr>
          <p:spPr>
            <a:xfrm>
              <a:off x="365780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h8953"/>
            <p:cNvSpPr/>
            <p:nvPr/>
          </p:nvSpPr>
          <p:spPr>
            <a:xfrm>
              <a:off x="366724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h8954"/>
            <p:cNvSpPr/>
            <p:nvPr/>
          </p:nvSpPr>
          <p:spPr>
            <a:xfrm>
              <a:off x="367668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h8955"/>
            <p:cNvSpPr/>
            <p:nvPr/>
          </p:nvSpPr>
          <p:spPr>
            <a:xfrm>
              <a:off x="368612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h8956"/>
            <p:cNvSpPr/>
            <p:nvPr/>
          </p:nvSpPr>
          <p:spPr>
            <a:xfrm>
              <a:off x="369556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h8957"/>
            <p:cNvSpPr/>
            <p:nvPr/>
          </p:nvSpPr>
          <p:spPr>
            <a:xfrm>
              <a:off x="3714441" y="74463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85" y="896830"/>
                  </a:lnTo>
                  <a:lnTo>
                    <a:pt x="909218" y="897256"/>
                  </a:lnTo>
                  <a:lnTo>
                    <a:pt x="909688" y="897719"/>
                  </a:lnTo>
                  <a:lnTo>
                    <a:pt x="910158" y="898182"/>
                  </a:lnTo>
                  <a:lnTo>
                    <a:pt x="910628" y="898646"/>
                  </a:lnTo>
                  <a:lnTo>
                    <a:pt x="911098" y="899109"/>
                  </a:lnTo>
                  <a:lnTo>
                    <a:pt x="911567" y="899572"/>
                  </a:lnTo>
                  <a:lnTo>
                    <a:pt x="912037" y="900035"/>
                  </a:lnTo>
                  <a:lnTo>
                    <a:pt x="912507" y="900499"/>
                  </a:lnTo>
                  <a:lnTo>
                    <a:pt x="912977" y="900962"/>
                  </a:lnTo>
                  <a:lnTo>
                    <a:pt x="913446" y="901425"/>
                  </a:lnTo>
                  <a:lnTo>
                    <a:pt x="913916" y="901888"/>
                  </a:lnTo>
                  <a:lnTo>
                    <a:pt x="914400" y="90236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h8958"/>
            <p:cNvSpPr/>
            <p:nvPr/>
          </p:nvSpPr>
          <p:spPr>
            <a:xfrm>
              <a:off x="3723882" y="74463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365"/>
                  </a:lnTo>
                  <a:lnTo>
                    <a:pt x="905415" y="902815"/>
                  </a:lnTo>
                  <a:lnTo>
                    <a:pt x="905885" y="903278"/>
                  </a:lnTo>
                  <a:lnTo>
                    <a:pt x="906354" y="903742"/>
                  </a:lnTo>
                  <a:lnTo>
                    <a:pt x="906824" y="904205"/>
                  </a:lnTo>
                  <a:lnTo>
                    <a:pt x="907293" y="904669"/>
                  </a:lnTo>
                  <a:lnTo>
                    <a:pt x="907762" y="905132"/>
                  </a:lnTo>
                  <a:lnTo>
                    <a:pt x="908232" y="905596"/>
                  </a:lnTo>
                  <a:lnTo>
                    <a:pt x="908701" y="906059"/>
                  </a:lnTo>
                  <a:lnTo>
                    <a:pt x="909170" y="906522"/>
                  </a:lnTo>
                  <a:lnTo>
                    <a:pt x="909640" y="906986"/>
                  </a:lnTo>
                  <a:lnTo>
                    <a:pt x="910109" y="907449"/>
                  </a:lnTo>
                  <a:lnTo>
                    <a:pt x="910578" y="907913"/>
                  </a:lnTo>
                  <a:lnTo>
                    <a:pt x="911047" y="908377"/>
                  </a:lnTo>
                  <a:lnTo>
                    <a:pt x="911516" y="908840"/>
                  </a:lnTo>
                  <a:lnTo>
                    <a:pt x="911985" y="909304"/>
                  </a:lnTo>
                  <a:lnTo>
                    <a:pt x="912454" y="909767"/>
                  </a:lnTo>
                  <a:lnTo>
                    <a:pt x="912923" y="910231"/>
                  </a:lnTo>
                  <a:lnTo>
                    <a:pt x="913392" y="910694"/>
                  </a:lnTo>
                  <a:lnTo>
                    <a:pt x="913861" y="911158"/>
                  </a:lnTo>
                  <a:lnTo>
                    <a:pt x="914400" y="91169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h8959"/>
            <p:cNvSpPr/>
            <p:nvPr/>
          </p:nvSpPr>
          <p:spPr>
            <a:xfrm>
              <a:off x="3723882" y="744639"/>
              <a:ext cx="917138" cy="914400"/>
            </a:xfrm>
            <a:custGeom>
              <a:avLst/>
              <a:pathLst>
                <a:path w="917138" h="914400">
                  <a:moveTo>
                    <a:pt x="914400" y="914400"/>
                  </a:moveTo>
                  <a:lnTo>
                    <a:pt x="914400" y="911691"/>
                  </a:lnTo>
                  <a:lnTo>
                    <a:pt x="914799" y="912085"/>
                  </a:lnTo>
                  <a:lnTo>
                    <a:pt x="915268" y="912549"/>
                  </a:lnTo>
                  <a:lnTo>
                    <a:pt x="915736" y="913013"/>
                  </a:lnTo>
                  <a:lnTo>
                    <a:pt x="916205" y="913477"/>
                  </a:lnTo>
                  <a:lnTo>
                    <a:pt x="916674" y="913940"/>
                  </a:lnTo>
                  <a:lnTo>
                    <a:pt x="917138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h8960"/>
            <p:cNvSpPr/>
            <p:nvPr/>
          </p:nvSpPr>
          <p:spPr>
            <a:xfrm>
              <a:off x="3317951" y="70949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289" y="931969"/>
                  </a:lnTo>
                  <a:lnTo>
                    <a:pt x="906656" y="925061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h8961"/>
            <p:cNvSpPr/>
            <p:nvPr/>
          </p:nvSpPr>
          <p:spPr>
            <a:xfrm>
              <a:off x="3317951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h8962"/>
            <p:cNvSpPr/>
            <p:nvPr/>
          </p:nvSpPr>
          <p:spPr>
            <a:xfrm>
              <a:off x="332739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h8963"/>
            <p:cNvSpPr/>
            <p:nvPr/>
          </p:nvSpPr>
          <p:spPr>
            <a:xfrm>
              <a:off x="333683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h8964"/>
            <p:cNvSpPr/>
            <p:nvPr/>
          </p:nvSpPr>
          <p:spPr>
            <a:xfrm>
              <a:off x="334627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h8965"/>
            <p:cNvSpPr/>
            <p:nvPr/>
          </p:nvSpPr>
          <p:spPr>
            <a:xfrm>
              <a:off x="335571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h8966"/>
            <p:cNvSpPr/>
            <p:nvPr/>
          </p:nvSpPr>
          <p:spPr>
            <a:xfrm>
              <a:off x="336515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h8967"/>
            <p:cNvSpPr/>
            <p:nvPr/>
          </p:nvSpPr>
          <p:spPr>
            <a:xfrm>
              <a:off x="337459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h8968"/>
            <p:cNvSpPr/>
            <p:nvPr/>
          </p:nvSpPr>
          <p:spPr>
            <a:xfrm>
              <a:off x="338403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h8969"/>
            <p:cNvSpPr/>
            <p:nvPr/>
          </p:nvSpPr>
          <p:spPr>
            <a:xfrm>
              <a:off x="339347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h8970"/>
            <p:cNvSpPr/>
            <p:nvPr/>
          </p:nvSpPr>
          <p:spPr>
            <a:xfrm>
              <a:off x="340291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h8971"/>
            <p:cNvSpPr/>
            <p:nvPr/>
          </p:nvSpPr>
          <p:spPr>
            <a:xfrm>
              <a:off x="341235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h8972"/>
            <p:cNvSpPr/>
            <p:nvPr/>
          </p:nvSpPr>
          <p:spPr>
            <a:xfrm>
              <a:off x="342179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h8973"/>
            <p:cNvSpPr/>
            <p:nvPr/>
          </p:nvSpPr>
          <p:spPr>
            <a:xfrm>
              <a:off x="343123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h8974"/>
            <p:cNvSpPr/>
            <p:nvPr/>
          </p:nvSpPr>
          <p:spPr>
            <a:xfrm>
              <a:off x="344067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h8975"/>
            <p:cNvSpPr/>
            <p:nvPr/>
          </p:nvSpPr>
          <p:spPr>
            <a:xfrm>
              <a:off x="345011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h8976"/>
            <p:cNvSpPr/>
            <p:nvPr/>
          </p:nvSpPr>
          <p:spPr>
            <a:xfrm>
              <a:off x="345955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h8977"/>
            <p:cNvSpPr/>
            <p:nvPr/>
          </p:nvSpPr>
          <p:spPr>
            <a:xfrm>
              <a:off x="346899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h8978"/>
            <p:cNvSpPr/>
            <p:nvPr/>
          </p:nvSpPr>
          <p:spPr>
            <a:xfrm>
              <a:off x="347843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h8979"/>
            <p:cNvSpPr/>
            <p:nvPr/>
          </p:nvSpPr>
          <p:spPr>
            <a:xfrm>
              <a:off x="348787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h8980"/>
            <p:cNvSpPr/>
            <p:nvPr/>
          </p:nvSpPr>
          <p:spPr>
            <a:xfrm>
              <a:off x="349731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h8981"/>
            <p:cNvSpPr/>
            <p:nvPr/>
          </p:nvSpPr>
          <p:spPr>
            <a:xfrm>
              <a:off x="350675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h8982"/>
            <p:cNvSpPr/>
            <p:nvPr/>
          </p:nvSpPr>
          <p:spPr>
            <a:xfrm>
              <a:off x="351619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h8983"/>
            <p:cNvSpPr/>
            <p:nvPr/>
          </p:nvSpPr>
          <p:spPr>
            <a:xfrm>
              <a:off x="352563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h8984"/>
            <p:cNvSpPr/>
            <p:nvPr/>
          </p:nvSpPr>
          <p:spPr>
            <a:xfrm>
              <a:off x="353507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h8985"/>
            <p:cNvSpPr/>
            <p:nvPr/>
          </p:nvSpPr>
          <p:spPr>
            <a:xfrm>
              <a:off x="354451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h8986"/>
            <p:cNvSpPr/>
            <p:nvPr/>
          </p:nvSpPr>
          <p:spPr>
            <a:xfrm>
              <a:off x="355395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h8987"/>
            <p:cNvSpPr/>
            <p:nvPr/>
          </p:nvSpPr>
          <p:spPr>
            <a:xfrm>
              <a:off x="356339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h8988"/>
            <p:cNvSpPr/>
            <p:nvPr/>
          </p:nvSpPr>
          <p:spPr>
            <a:xfrm>
              <a:off x="357283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h8989"/>
            <p:cNvSpPr/>
            <p:nvPr/>
          </p:nvSpPr>
          <p:spPr>
            <a:xfrm>
              <a:off x="358227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h8990"/>
            <p:cNvSpPr/>
            <p:nvPr/>
          </p:nvSpPr>
          <p:spPr>
            <a:xfrm>
              <a:off x="359171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h8991"/>
            <p:cNvSpPr/>
            <p:nvPr/>
          </p:nvSpPr>
          <p:spPr>
            <a:xfrm>
              <a:off x="360115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h8992"/>
            <p:cNvSpPr/>
            <p:nvPr/>
          </p:nvSpPr>
          <p:spPr>
            <a:xfrm>
              <a:off x="361059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h8993"/>
            <p:cNvSpPr/>
            <p:nvPr/>
          </p:nvSpPr>
          <p:spPr>
            <a:xfrm>
              <a:off x="362003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h8994"/>
            <p:cNvSpPr/>
            <p:nvPr/>
          </p:nvSpPr>
          <p:spPr>
            <a:xfrm>
              <a:off x="362947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h8995"/>
            <p:cNvSpPr/>
            <p:nvPr/>
          </p:nvSpPr>
          <p:spPr>
            <a:xfrm>
              <a:off x="363891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h8996"/>
            <p:cNvSpPr/>
            <p:nvPr/>
          </p:nvSpPr>
          <p:spPr>
            <a:xfrm>
              <a:off x="364836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h8997"/>
            <p:cNvSpPr/>
            <p:nvPr/>
          </p:nvSpPr>
          <p:spPr>
            <a:xfrm>
              <a:off x="365780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h8998"/>
            <p:cNvSpPr/>
            <p:nvPr/>
          </p:nvSpPr>
          <p:spPr>
            <a:xfrm>
              <a:off x="366724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h8999"/>
            <p:cNvSpPr/>
            <p:nvPr/>
          </p:nvSpPr>
          <p:spPr>
            <a:xfrm>
              <a:off x="367668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h9000"/>
            <p:cNvSpPr/>
            <p:nvPr/>
          </p:nvSpPr>
          <p:spPr>
            <a:xfrm>
              <a:off x="3695561" y="72706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122" y="896830"/>
                  </a:lnTo>
                  <a:lnTo>
                    <a:pt x="909106" y="897503"/>
                  </a:lnTo>
                  <a:lnTo>
                    <a:pt x="914400" y="90173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h9001"/>
            <p:cNvSpPr/>
            <p:nvPr/>
          </p:nvSpPr>
          <p:spPr>
            <a:xfrm>
              <a:off x="3705001" y="72706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1737"/>
                  </a:lnTo>
                  <a:lnTo>
                    <a:pt x="905235" y="901957"/>
                  </a:lnTo>
                  <a:lnTo>
                    <a:pt x="910667" y="906959"/>
                  </a:lnTo>
                  <a:lnTo>
                    <a:pt x="911133" y="907418"/>
                  </a:lnTo>
                  <a:lnTo>
                    <a:pt x="911604" y="907880"/>
                  </a:lnTo>
                  <a:lnTo>
                    <a:pt x="912074" y="908343"/>
                  </a:lnTo>
                  <a:lnTo>
                    <a:pt x="912545" y="908806"/>
                  </a:lnTo>
                  <a:lnTo>
                    <a:pt x="913015" y="909269"/>
                  </a:lnTo>
                  <a:lnTo>
                    <a:pt x="913486" y="909732"/>
                  </a:lnTo>
                  <a:lnTo>
                    <a:pt x="913956" y="910195"/>
                  </a:lnTo>
                  <a:lnTo>
                    <a:pt x="914400" y="91063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h9002"/>
            <p:cNvSpPr/>
            <p:nvPr/>
          </p:nvSpPr>
          <p:spPr>
            <a:xfrm>
              <a:off x="3705001" y="727069"/>
              <a:ext cx="918225" cy="914399"/>
            </a:xfrm>
            <a:custGeom>
              <a:avLst/>
              <a:pathLst>
                <a:path w="918225" h="914399">
                  <a:moveTo>
                    <a:pt x="914400" y="914399"/>
                  </a:moveTo>
                  <a:lnTo>
                    <a:pt x="914427" y="910658"/>
                  </a:lnTo>
                  <a:lnTo>
                    <a:pt x="914897" y="911121"/>
                  </a:lnTo>
                  <a:lnTo>
                    <a:pt x="915367" y="911584"/>
                  </a:lnTo>
                  <a:lnTo>
                    <a:pt x="915837" y="912047"/>
                  </a:lnTo>
                  <a:lnTo>
                    <a:pt x="916308" y="912510"/>
                  </a:lnTo>
                  <a:lnTo>
                    <a:pt x="916778" y="912973"/>
                  </a:lnTo>
                  <a:lnTo>
                    <a:pt x="917248" y="913437"/>
                  </a:lnTo>
                  <a:lnTo>
                    <a:pt x="917718" y="913900"/>
                  </a:lnTo>
                  <a:lnTo>
                    <a:pt x="918225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h9003"/>
            <p:cNvSpPr/>
            <p:nvPr/>
          </p:nvSpPr>
          <p:spPr>
            <a:xfrm>
              <a:off x="3317951" y="69193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977" y="931969"/>
                  </a:lnTo>
                  <a:lnTo>
                    <a:pt x="905590" y="921259"/>
                  </a:lnTo>
                  <a:lnTo>
                    <a:pt x="905531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h9004"/>
            <p:cNvSpPr/>
            <p:nvPr/>
          </p:nvSpPr>
          <p:spPr>
            <a:xfrm>
              <a:off x="3317951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h9005"/>
            <p:cNvSpPr/>
            <p:nvPr/>
          </p:nvSpPr>
          <p:spPr>
            <a:xfrm>
              <a:off x="332739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h9006"/>
            <p:cNvSpPr/>
            <p:nvPr/>
          </p:nvSpPr>
          <p:spPr>
            <a:xfrm>
              <a:off x="333683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h9007"/>
            <p:cNvSpPr/>
            <p:nvPr/>
          </p:nvSpPr>
          <p:spPr>
            <a:xfrm>
              <a:off x="334627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h9008"/>
            <p:cNvSpPr/>
            <p:nvPr/>
          </p:nvSpPr>
          <p:spPr>
            <a:xfrm>
              <a:off x="335571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h9009"/>
            <p:cNvSpPr/>
            <p:nvPr/>
          </p:nvSpPr>
          <p:spPr>
            <a:xfrm>
              <a:off x="336515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h9010"/>
            <p:cNvSpPr/>
            <p:nvPr/>
          </p:nvSpPr>
          <p:spPr>
            <a:xfrm>
              <a:off x="337459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h9011"/>
            <p:cNvSpPr/>
            <p:nvPr/>
          </p:nvSpPr>
          <p:spPr>
            <a:xfrm>
              <a:off x="338403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h9012"/>
            <p:cNvSpPr/>
            <p:nvPr/>
          </p:nvSpPr>
          <p:spPr>
            <a:xfrm>
              <a:off x="339347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h9013"/>
            <p:cNvSpPr/>
            <p:nvPr/>
          </p:nvSpPr>
          <p:spPr>
            <a:xfrm>
              <a:off x="340291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h9014"/>
            <p:cNvSpPr/>
            <p:nvPr/>
          </p:nvSpPr>
          <p:spPr>
            <a:xfrm>
              <a:off x="341235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h9015"/>
            <p:cNvSpPr/>
            <p:nvPr/>
          </p:nvSpPr>
          <p:spPr>
            <a:xfrm>
              <a:off x="342179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h9016"/>
            <p:cNvSpPr/>
            <p:nvPr/>
          </p:nvSpPr>
          <p:spPr>
            <a:xfrm>
              <a:off x="343123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h9017"/>
            <p:cNvSpPr/>
            <p:nvPr/>
          </p:nvSpPr>
          <p:spPr>
            <a:xfrm>
              <a:off x="344067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h9018"/>
            <p:cNvSpPr/>
            <p:nvPr/>
          </p:nvSpPr>
          <p:spPr>
            <a:xfrm>
              <a:off x="345011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h9019"/>
            <p:cNvSpPr/>
            <p:nvPr/>
          </p:nvSpPr>
          <p:spPr>
            <a:xfrm>
              <a:off x="345955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h9020"/>
            <p:cNvSpPr/>
            <p:nvPr/>
          </p:nvSpPr>
          <p:spPr>
            <a:xfrm>
              <a:off x="346899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h9021"/>
            <p:cNvSpPr/>
            <p:nvPr/>
          </p:nvSpPr>
          <p:spPr>
            <a:xfrm>
              <a:off x="347843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h9022"/>
            <p:cNvSpPr/>
            <p:nvPr/>
          </p:nvSpPr>
          <p:spPr>
            <a:xfrm>
              <a:off x="348787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h9023"/>
            <p:cNvSpPr/>
            <p:nvPr/>
          </p:nvSpPr>
          <p:spPr>
            <a:xfrm>
              <a:off x="349731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h9024"/>
            <p:cNvSpPr/>
            <p:nvPr/>
          </p:nvSpPr>
          <p:spPr>
            <a:xfrm>
              <a:off x="350675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h9025"/>
            <p:cNvSpPr/>
            <p:nvPr/>
          </p:nvSpPr>
          <p:spPr>
            <a:xfrm>
              <a:off x="351619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h9026"/>
            <p:cNvSpPr/>
            <p:nvPr/>
          </p:nvSpPr>
          <p:spPr>
            <a:xfrm>
              <a:off x="352563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h9027"/>
            <p:cNvSpPr/>
            <p:nvPr/>
          </p:nvSpPr>
          <p:spPr>
            <a:xfrm>
              <a:off x="353507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h9028"/>
            <p:cNvSpPr/>
            <p:nvPr/>
          </p:nvSpPr>
          <p:spPr>
            <a:xfrm>
              <a:off x="354451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h9029"/>
            <p:cNvSpPr/>
            <p:nvPr/>
          </p:nvSpPr>
          <p:spPr>
            <a:xfrm>
              <a:off x="355395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h9030"/>
            <p:cNvSpPr/>
            <p:nvPr/>
          </p:nvSpPr>
          <p:spPr>
            <a:xfrm>
              <a:off x="3563398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h9031"/>
            <p:cNvSpPr/>
            <p:nvPr/>
          </p:nvSpPr>
          <p:spPr>
            <a:xfrm>
              <a:off x="3572838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h9032"/>
            <p:cNvSpPr/>
            <p:nvPr/>
          </p:nvSpPr>
          <p:spPr>
            <a:xfrm>
              <a:off x="3582278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h9033"/>
            <p:cNvSpPr/>
            <p:nvPr/>
          </p:nvSpPr>
          <p:spPr>
            <a:xfrm>
              <a:off x="3591718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h9034"/>
            <p:cNvSpPr/>
            <p:nvPr/>
          </p:nvSpPr>
          <p:spPr>
            <a:xfrm>
              <a:off x="360115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h9035"/>
            <p:cNvSpPr/>
            <p:nvPr/>
          </p:nvSpPr>
          <p:spPr>
            <a:xfrm>
              <a:off x="361059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h9036"/>
            <p:cNvSpPr/>
            <p:nvPr/>
          </p:nvSpPr>
          <p:spPr>
            <a:xfrm>
              <a:off x="362003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h9037"/>
            <p:cNvSpPr/>
            <p:nvPr/>
          </p:nvSpPr>
          <p:spPr>
            <a:xfrm>
              <a:off x="362947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h9038"/>
            <p:cNvSpPr/>
            <p:nvPr/>
          </p:nvSpPr>
          <p:spPr>
            <a:xfrm>
              <a:off x="363891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h9039"/>
            <p:cNvSpPr/>
            <p:nvPr/>
          </p:nvSpPr>
          <p:spPr>
            <a:xfrm>
              <a:off x="3657800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95" y="896830"/>
                  </a:lnTo>
                  <a:lnTo>
                    <a:pt x="914400" y="89965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h9040"/>
            <p:cNvSpPr/>
            <p:nvPr/>
          </p:nvSpPr>
          <p:spPr>
            <a:xfrm>
              <a:off x="3667240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657"/>
                  </a:lnTo>
                  <a:lnTo>
                    <a:pt x="905444" y="900278"/>
                  </a:lnTo>
                  <a:lnTo>
                    <a:pt x="914117" y="902967"/>
                  </a:lnTo>
                  <a:lnTo>
                    <a:pt x="914400" y="9030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h9041"/>
            <p:cNvSpPr/>
            <p:nvPr/>
          </p:nvSpPr>
          <p:spPr>
            <a:xfrm>
              <a:off x="3676680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069"/>
                  </a:lnTo>
                  <a:lnTo>
                    <a:pt x="910626" y="905118"/>
                  </a:lnTo>
                  <a:lnTo>
                    <a:pt x="914400" y="90687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h9042"/>
            <p:cNvSpPr/>
            <p:nvPr/>
          </p:nvSpPr>
          <p:spPr>
            <a:xfrm>
              <a:off x="3686121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877"/>
                  </a:lnTo>
                  <a:lnTo>
                    <a:pt x="907066" y="907858"/>
                  </a:lnTo>
                  <a:lnTo>
                    <a:pt x="912858" y="911180"/>
                  </a:lnTo>
                  <a:lnTo>
                    <a:pt x="914400" y="91223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h9043"/>
            <p:cNvSpPr/>
            <p:nvPr/>
          </p:nvSpPr>
          <p:spPr>
            <a:xfrm>
              <a:off x="3686121" y="709499"/>
              <a:ext cx="917562" cy="914400"/>
            </a:xfrm>
            <a:custGeom>
              <a:avLst/>
              <a:pathLst>
                <a:path w="917562" h="914400">
                  <a:moveTo>
                    <a:pt x="914400" y="914400"/>
                  </a:moveTo>
                  <a:lnTo>
                    <a:pt x="914400" y="912235"/>
                  </a:lnTo>
                  <a:lnTo>
                    <a:pt x="917562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h9044"/>
            <p:cNvSpPr/>
            <p:nvPr/>
          </p:nvSpPr>
          <p:spPr>
            <a:xfrm>
              <a:off x="3317951" y="67436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1" y="931969"/>
                  </a:lnTo>
                  <a:lnTo>
                    <a:pt x="905497" y="928095"/>
                  </a:lnTo>
                  <a:lnTo>
                    <a:pt x="905698" y="917366"/>
                  </a:lnTo>
                  <a:lnTo>
                    <a:pt x="905835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h9045"/>
            <p:cNvSpPr/>
            <p:nvPr/>
          </p:nvSpPr>
          <p:spPr>
            <a:xfrm>
              <a:off x="3317951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h9046"/>
            <p:cNvSpPr/>
            <p:nvPr/>
          </p:nvSpPr>
          <p:spPr>
            <a:xfrm>
              <a:off x="332739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h9047"/>
            <p:cNvSpPr/>
            <p:nvPr/>
          </p:nvSpPr>
          <p:spPr>
            <a:xfrm>
              <a:off x="333683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h9048"/>
            <p:cNvSpPr/>
            <p:nvPr/>
          </p:nvSpPr>
          <p:spPr>
            <a:xfrm>
              <a:off x="334627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h9049"/>
            <p:cNvSpPr/>
            <p:nvPr/>
          </p:nvSpPr>
          <p:spPr>
            <a:xfrm>
              <a:off x="335571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h9050"/>
            <p:cNvSpPr/>
            <p:nvPr/>
          </p:nvSpPr>
          <p:spPr>
            <a:xfrm>
              <a:off x="336515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h9051"/>
            <p:cNvSpPr/>
            <p:nvPr/>
          </p:nvSpPr>
          <p:spPr>
            <a:xfrm>
              <a:off x="337459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h9052"/>
            <p:cNvSpPr/>
            <p:nvPr/>
          </p:nvSpPr>
          <p:spPr>
            <a:xfrm>
              <a:off x="338403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h9053"/>
            <p:cNvSpPr/>
            <p:nvPr/>
          </p:nvSpPr>
          <p:spPr>
            <a:xfrm>
              <a:off x="339347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h9054"/>
            <p:cNvSpPr/>
            <p:nvPr/>
          </p:nvSpPr>
          <p:spPr>
            <a:xfrm>
              <a:off x="340291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h9055"/>
            <p:cNvSpPr/>
            <p:nvPr/>
          </p:nvSpPr>
          <p:spPr>
            <a:xfrm>
              <a:off x="341235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h9056"/>
            <p:cNvSpPr/>
            <p:nvPr/>
          </p:nvSpPr>
          <p:spPr>
            <a:xfrm>
              <a:off x="342179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h9057"/>
            <p:cNvSpPr/>
            <p:nvPr/>
          </p:nvSpPr>
          <p:spPr>
            <a:xfrm>
              <a:off x="343123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h9058"/>
            <p:cNvSpPr/>
            <p:nvPr/>
          </p:nvSpPr>
          <p:spPr>
            <a:xfrm>
              <a:off x="344067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h9059"/>
            <p:cNvSpPr/>
            <p:nvPr/>
          </p:nvSpPr>
          <p:spPr>
            <a:xfrm>
              <a:off x="345011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h9060"/>
            <p:cNvSpPr/>
            <p:nvPr/>
          </p:nvSpPr>
          <p:spPr>
            <a:xfrm>
              <a:off x="345955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h9061"/>
            <p:cNvSpPr/>
            <p:nvPr/>
          </p:nvSpPr>
          <p:spPr>
            <a:xfrm>
              <a:off x="346899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h9062"/>
            <p:cNvSpPr/>
            <p:nvPr/>
          </p:nvSpPr>
          <p:spPr>
            <a:xfrm>
              <a:off x="347843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h9063"/>
            <p:cNvSpPr/>
            <p:nvPr/>
          </p:nvSpPr>
          <p:spPr>
            <a:xfrm>
              <a:off x="348787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h9064"/>
            <p:cNvSpPr/>
            <p:nvPr/>
          </p:nvSpPr>
          <p:spPr>
            <a:xfrm>
              <a:off x="349731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h9065"/>
            <p:cNvSpPr/>
            <p:nvPr/>
          </p:nvSpPr>
          <p:spPr>
            <a:xfrm>
              <a:off x="350675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h9066"/>
            <p:cNvSpPr/>
            <p:nvPr/>
          </p:nvSpPr>
          <p:spPr>
            <a:xfrm>
              <a:off x="351619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h9067"/>
            <p:cNvSpPr/>
            <p:nvPr/>
          </p:nvSpPr>
          <p:spPr>
            <a:xfrm>
              <a:off x="3525637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h9068"/>
            <p:cNvSpPr/>
            <p:nvPr/>
          </p:nvSpPr>
          <p:spPr>
            <a:xfrm>
              <a:off x="3535077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h9069"/>
            <p:cNvSpPr/>
            <p:nvPr/>
          </p:nvSpPr>
          <p:spPr>
            <a:xfrm>
              <a:off x="3544517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h9070"/>
            <p:cNvSpPr/>
            <p:nvPr/>
          </p:nvSpPr>
          <p:spPr>
            <a:xfrm>
              <a:off x="3553957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h9071"/>
            <p:cNvSpPr/>
            <p:nvPr/>
          </p:nvSpPr>
          <p:spPr>
            <a:xfrm>
              <a:off x="3563398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h9072"/>
            <p:cNvSpPr/>
            <p:nvPr/>
          </p:nvSpPr>
          <p:spPr>
            <a:xfrm>
              <a:off x="3572838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h9073"/>
            <p:cNvSpPr/>
            <p:nvPr/>
          </p:nvSpPr>
          <p:spPr>
            <a:xfrm>
              <a:off x="3582278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h9074"/>
            <p:cNvSpPr/>
            <p:nvPr/>
          </p:nvSpPr>
          <p:spPr>
            <a:xfrm>
              <a:off x="3591718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h9075"/>
            <p:cNvSpPr/>
            <p:nvPr/>
          </p:nvSpPr>
          <p:spPr>
            <a:xfrm>
              <a:off x="360115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h9076"/>
            <p:cNvSpPr/>
            <p:nvPr/>
          </p:nvSpPr>
          <p:spPr>
            <a:xfrm>
              <a:off x="361059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h9077"/>
            <p:cNvSpPr/>
            <p:nvPr/>
          </p:nvSpPr>
          <p:spPr>
            <a:xfrm>
              <a:off x="362003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h9078"/>
            <p:cNvSpPr/>
            <p:nvPr/>
          </p:nvSpPr>
          <p:spPr>
            <a:xfrm>
              <a:off x="362947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h9079"/>
            <p:cNvSpPr/>
            <p:nvPr/>
          </p:nvSpPr>
          <p:spPr>
            <a:xfrm>
              <a:off x="3648360" y="69193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4" y="896830"/>
                  </a:lnTo>
                  <a:lnTo>
                    <a:pt x="914400" y="89811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h9080"/>
            <p:cNvSpPr/>
            <p:nvPr/>
          </p:nvSpPr>
          <p:spPr>
            <a:xfrm>
              <a:off x="3648360" y="691930"/>
              <a:ext cx="921635" cy="914400"/>
            </a:xfrm>
            <a:custGeom>
              <a:avLst/>
              <a:pathLst>
                <a:path w="921635" h="914400">
                  <a:moveTo>
                    <a:pt x="914400" y="914400"/>
                  </a:moveTo>
                  <a:lnTo>
                    <a:pt x="914400" y="898115"/>
                  </a:lnTo>
                  <a:lnTo>
                    <a:pt x="915320" y="899948"/>
                  </a:lnTo>
                  <a:lnTo>
                    <a:pt x="919205" y="908568"/>
                  </a:lnTo>
                  <a:lnTo>
                    <a:pt x="921480" y="914201"/>
                  </a:lnTo>
                  <a:lnTo>
                    <a:pt x="92163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h9081"/>
            <p:cNvSpPr/>
            <p:nvPr/>
          </p:nvSpPr>
          <p:spPr>
            <a:xfrm>
              <a:off x="3760442" y="1793312"/>
              <a:ext cx="930016" cy="1227704"/>
            </a:xfrm>
            <a:custGeom>
              <a:avLst/>
              <a:pathLst>
                <a:path w="930016" h="1227704">
                  <a:moveTo>
                    <a:pt x="914400" y="914400"/>
                  </a:moveTo>
                  <a:lnTo>
                    <a:pt x="905217" y="939176"/>
                  </a:lnTo>
                  <a:lnTo>
                    <a:pt x="892569" y="943362"/>
                  </a:lnTo>
                  <a:lnTo>
                    <a:pt x="880437" y="951615"/>
                  </a:lnTo>
                  <a:lnTo>
                    <a:pt x="876104" y="1030010"/>
                  </a:lnTo>
                  <a:lnTo>
                    <a:pt x="898193" y="1059796"/>
                  </a:lnTo>
                  <a:lnTo>
                    <a:pt x="886060" y="1063966"/>
                  </a:lnTo>
                  <a:lnTo>
                    <a:pt x="874961" y="1072888"/>
                  </a:lnTo>
                  <a:lnTo>
                    <a:pt x="867032" y="1086082"/>
                  </a:lnTo>
                  <a:lnTo>
                    <a:pt x="858920" y="1114479"/>
                  </a:lnTo>
                  <a:lnTo>
                    <a:pt x="828442" y="1130573"/>
                  </a:lnTo>
                  <a:lnTo>
                    <a:pt x="816900" y="1142481"/>
                  </a:lnTo>
                  <a:lnTo>
                    <a:pt x="799881" y="1168973"/>
                  </a:lnTo>
                  <a:lnTo>
                    <a:pt x="791013" y="1207424"/>
                  </a:lnTo>
                  <a:lnTo>
                    <a:pt x="773773" y="1223827"/>
                  </a:lnTo>
                  <a:lnTo>
                    <a:pt x="754413" y="1227704"/>
                  </a:lnTo>
                  <a:lnTo>
                    <a:pt x="765771" y="1196202"/>
                  </a:lnTo>
                  <a:lnTo>
                    <a:pt x="780650" y="1170534"/>
                  </a:lnTo>
                  <a:lnTo>
                    <a:pt x="766343" y="1152930"/>
                  </a:lnTo>
                  <a:lnTo>
                    <a:pt x="757732" y="1125374"/>
                  </a:lnTo>
                  <a:lnTo>
                    <a:pt x="746614" y="1104236"/>
                  </a:lnTo>
                  <a:lnTo>
                    <a:pt x="755464" y="1080626"/>
                  </a:lnTo>
                  <a:lnTo>
                    <a:pt x="751113" y="1041935"/>
                  </a:lnTo>
                  <a:lnTo>
                    <a:pt x="752551" y="1004170"/>
                  </a:lnTo>
                  <a:lnTo>
                    <a:pt x="765458" y="985108"/>
                  </a:lnTo>
                  <a:lnTo>
                    <a:pt x="780245" y="969562"/>
                  </a:lnTo>
                  <a:lnTo>
                    <a:pt x="803274" y="933822"/>
                  </a:lnTo>
                  <a:lnTo>
                    <a:pt x="828239" y="907914"/>
                  </a:lnTo>
                  <a:lnTo>
                    <a:pt x="863068" y="896263"/>
                  </a:lnTo>
                  <a:lnTo>
                    <a:pt x="878796" y="907004"/>
                  </a:lnTo>
                  <a:lnTo>
                    <a:pt x="885581" y="883446"/>
                  </a:lnTo>
                  <a:lnTo>
                    <a:pt x="896810" y="878076"/>
                  </a:lnTo>
                  <a:lnTo>
                    <a:pt x="907356" y="883515"/>
                  </a:lnTo>
                  <a:lnTo>
                    <a:pt x="930016" y="9060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h9082"/>
            <p:cNvSpPr/>
            <p:nvPr/>
          </p:nvSpPr>
          <p:spPr>
            <a:xfrm>
              <a:off x="3285296" y="2345679"/>
              <a:ext cx="1035334" cy="914400"/>
            </a:xfrm>
            <a:custGeom>
              <a:avLst/>
              <a:pathLst>
                <a:path w="1035334" h="914400">
                  <a:moveTo>
                    <a:pt x="914400" y="914400"/>
                  </a:moveTo>
                  <a:lnTo>
                    <a:pt x="905807" y="913147"/>
                  </a:lnTo>
                  <a:lnTo>
                    <a:pt x="900073" y="889555"/>
                  </a:lnTo>
                  <a:lnTo>
                    <a:pt x="898727" y="828850"/>
                  </a:lnTo>
                  <a:lnTo>
                    <a:pt x="902157" y="798858"/>
                  </a:lnTo>
                  <a:lnTo>
                    <a:pt x="943329" y="690676"/>
                  </a:lnTo>
                  <a:lnTo>
                    <a:pt x="961711" y="681840"/>
                  </a:lnTo>
                  <a:lnTo>
                    <a:pt x="987561" y="615542"/>
                  </a:lnTo>
                  <a:lnTo>
                    <a:pt x="994531" y="586047"/>
                  </a:lnTo>
                  <a:lnTo>
                    <a:pt x="1005741" y="559486"/>
                  </a:lnTo>
                  <a:lnTo>
                    <a:pt x="1012360" y="535740"/>
                  </a:lnTo>
                  <a:lnTo>
                    <a:pt x="1017910" y="526148"/>
                  </a:lnTo>
                  <a:lnTo>
                    <a:pt x="1029969" y="530644"/>
                  </a:lnTo>
                  <a:lnTo>
                    <a:pt x="1035334" y="535019"/>
                  </a:lnTo>
                  <a:lnTo>
                    <a:pt x="1022630" y="548848"/>
                  </a:lnTo>
                  <a:lnTo>
                    <a:pt x="1024105" y="566847"/>
                  </a:lnTo>
                  <a:lnTo>
                    <a:pt x="1023220" y="574311"/>
                  </a:lnTo>
                  <a:lnTo>
                    <a:pt x="991157" y="652603"/>
                  </a:lnTo>
                  <a:lnTo>
                    <a:pt x="982583" y="703442"/>
                  </a:lnTo>
                  <a:lnTo>
                    <a:pt x="971207" y="715847"/>
                  </a:lnTo>
                  <a:lnTo>
                    <a:pt x="924098" y="89671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h9083"/>
            <p:cNvSpPr/>
            <p:nvPr/>
          </p:nvSpPr>
          <p:spPr>
            <a:xfrm>
              <a:off x="2340055" y="1407686"/>
              <a:ext cx="2334160" cy="2166470"/>
            </a:xfrm>
            <a:custGeom>
              <a:avLst/>
              <a:pathLst>
                <a:path w="2334160" h="2166470">
                  <a:moveTo>
                    <a:pt x="914400" y="914400"/>
                  </a:moveTo>
                  <a:lnTo>
                    <a:pt x="928154" y="920199"/>
                  </a:lnTo>
                  <a:lnTo>
                    <a:pt x="946887" y="908583"/>
                  </a:lnTo>
                  <a:lnTo>
                    <a:pt x="959997" y="876051"/>
                  </a:lnTo>
                  <a:lnTo>
                    <a:pt x="967482" y="827237"/>
                  </a:lnTo>
                  <a:lnTo>
                    <a:pt x="976222" y="780739"/>
                  </a:lnTo>
                  <a:lnTo>
                    <a:pt x="965878" y="730998"/>
                  </a:lnTo>
                  <a:lnTo>
                    <a:pt x="954834" y="687313"/>
                  </a:lnTo>
                  <a:lnTo>
                    <a:pt x="954060" y="674479"/>
                  </a:lnTo>
                  <a:lnTo>
                    <a:pt x="983044" y="637624"/>
                  </a:lnTo>
                  <a:lnTo>
                    <a:pt x="991913" y="607649"/>
                  </a:lnTo>
                  <a:lnTo>
                    <a:pt x="1001519" y="579115"/>
                  </a:lnTo>
                  <a:lnTo>
                    <a:pt x="1012121" y="569404"/>
                  </a:lnTo>
                  <a:lnTo>
                    <a:pt x="1027904" y="567190"/>
                  </a:lnTo>
                  <a:lnTo>
                    <a:pt x="1046286" y="561820"/>
                  </a:lnTo>
                  <a:lnTo>
                    <a:pt x="1069463" y="542723"/>
                  </a:lnTo>
                  <a:lnTo>
                    <a:pt x="1090242" y="517140"/>
                  </a:lnTo>
                  <a:lnTo>
                    <a:pt x="1106117" y="493685"/>
                  </a:lnTo>
                  <a:lnTo>
                    <a:pt x="1111501" y="447273"/>
                  </a:lnTo>
                  <a:lnTo>
                    <a:pt x="1111723" y="423955"/>
                  </a:lnTo>
                  <a:lnTo>
                    <a:pt x="1118711" y="406643"/>
                  </a:lnTo>
                  <a:lnTo>
                    <a:pt x="1125477" y="372825"/>
                  </a:lnTo>
                  <a:lnTo>
                    <a:pt x="1118895" y="339469"/>
                  </a:lnTo>
                  <a:lnTo>
                    <a:pt x="1098410" y="288870"/>
                  </a:lnTo>
                  <a:lnTo>
                    <a:pt x="1073740" y="217716"/>
                  </a:lnTo>
                  <a:lnTo>
                    <a:pt x="1069963" y="179814"/>
                  </a:lnTo>
                  <a:lnTo>
                    <a:pt x="1998100" y="179814"/>
                  </a:lnTo>
                  <a:lnTo>
                    <a:pt x="1998552" y="184790"/>
                  </a:lnTo>
                  <a:lnTo>
                    <a:pt x="1996671" y="196732"/>
                  </a:lnTo>
                  <a:lnTo>
                    <a:pt x="2011016" y="245821"/>
                  </a:lnTo>
                  <a:lnTo>
                    <a:pt x="2007679" y="263031"/>
                  </a:lnTo>
                  <a:lnTo>
                    <a:pt x="2005743" y="284958"/>
                  </a:lnTo>
                  <a:lnTo>
                    <a:pt x="2026301" y="306028"/>
                  </a:lnTo>
                  <a:lnTo>
                    <a:pt x="2044647" y="305685"/>
                  </a:lnTo>
                  <a:lnTo>
                    <a:pt x="2063232" y="305359"/>
                  </a:lnTo>
                  <a:lnTo>
                    <a:pt x="2070331" y="310644"/>
                  </a:lnTo>
                  <a:lnTo>
                    <a:pt x="2077448" y="325554"/>
                  </a:lnTo>
                  <a:lnTo>
                    <a:pt x="2083182" y="343158"/>
                  </a:lnTo>
                  <a:lnTo>
                    <a:pt x="2098486" y="341700"/>
                  </a:lnTo>
                  <a:lnTo>
                    <a:pt x="2122916" y="327373"/>
                  </a:lnTo>
                  <a:lnTo>
                    <a:pt x="2138810" y="323959"/>
                  </a:lnTo>
                  <a:lnTo>
                    <a:pt x="2149301" y="351497"/>
                  </a:lnTo>
                  <a:lnTo>
                    <a:pt x="2177843" y="387872"/>
                  </a:lnTo>
                  <a:lnTo>
                    <a:pt x="2194455" y="404172"/>
                  </a:lnTo>
                  <a:lnTo>
                    <a:pt x="2222684" y="412751"/>
                  </a:lnTo>
                  <a:lnTo>
                    <a:pt x="2252424" y="442109"/>
                  </a:lnTo>
                  <a:lnTo>
                    <a:pt x="2248257" y="477488"/>
                  </a:lnTo>
                  <a:lnTo>
                    <a:pt x="2260666" y="489310"/>
                  </a:lnTo>
                  <a:lnTo>
                    <a:pt x="2295754" y="503277"/>
                  </a:lnTo>
                  <a:lnTo>
                    <a:pt x="2308162" y="522116"/>
                  </a:lnTo>
                  <a:lnTo>
                    <a:pt x="2314118" y="538176"/>
                  </a:lnTo>
                  <a:lnTo>
                    <a:pt x="2323355" y="551491"/>
                  </a:lnTo>
                  <a:lnTo>
                    <a:pt x="2334160" y="591726"/>
                  </a:lnTo>
                  <a:lnTo>
                    <a:pt x="2330399" y="616520"/>
                  </a:lnTo>
                  <a:lnTo>
                    <a:pt x="2316257" y="625047"/>
                  </a:lnTo>
                  <a:lnTo>
                    <a:pt x="2282865" y="651608"/>
                  </a:lnTo>
                  <a:lnTo>
                    <a:pt x="2267986" y="671442"/>
                  </a:lnTo>
                  <a:lnTo>
                    <a:pt x="2256315" y="683796"/>
                  </a:lnTo>
                  <a:lnTo>
                    <a:pt x="2223145" y="710288"/>
                  </a:lnTo>
                  <a:lnTo>
                    <a:pt x="2210994" y="715041"/>
                  </a:lnTo>
                  <a:lnTo>
                    <a:pt x="2199360" y="728819"/>
                  </a:lnTo>
                  <a:lnTo>
                    <a:pt x="2188113" y="734841"/>
                  </a:lnTo>
                  <a:lnTo>
                    <a:pt x="2178046" y="731375"/>
                  </a:lnTo>
                  <a:lnTo>
                    <a:pt x="2140414" y="756323"/>
                  </a:lnTo>
                  <a:lnTo>
                    <a:pt x="2143345" y="766978"/>
                  </a:lnTo>
                  <a:lnTo>
                    <a:pt x="2172201" y="771491"/>
                  </a:lnTo>
                  <a:lnTo>
                    <a:pt x="2186914" y="766137"/>
                  </a:lnTo>
                  <a:lnTo>
                    <a:pt x="2198235" y="753595"/>
                  </a:lnTo>
                  <a:lnTo>
                    <a:pt x="2210607" y="750712"/>
                  </a:lnTo>
                  <a:lnTo>
                    <a:pt x="2221891" y="753080"/>
                  </a:lnTo>
                  <a:lnTo>
                    <a:pt x="2233857" y="743197"/>
                  </a:lnTo>
                  <a:lnTo>
                    <a:pt x="2243242" y="739251"/>
                  </a:lnTo>
                  <a:lnTo>
                    <a:pt x="2252941" y="743986"/>
                  </a:lnTo>
                  <a:lnTo>
                    <a:pt x="2263764" y="767681"/>
                  </a:lnTo>
                  <a:lnTo>
                    <a:pt x="2241306" y="780018"/>
                  </a:lnTo>
                  <a:lnTo>
                    <a:pt x="2225376" y="780584"/>
                  </a:lnTo>
                  <a:lnTo>
                    <a:pt x="2217595" y="819447"/>
                  </a:lnTo>
                  <a:lnTo>
                    <a:pt x="2207952" y="836142"/>
                  </a:lnTo>
                  <a:lnTo>
                    <a:pt x="2201038" y="844172"/>
                  </a:lnTo>
                  <a:lnTo>
                    <a:pt x="2165692" y="860712"/>
                  </a:lnTo>
                  <a:lnTo>
                    <a:pt x="2142368" y="881679"/>
                  </a:lnTo>
                  <a:lnTo>
                    <a:pt x="2114877" y="898563"/>
                  </a:lnTo>
                  <a:lnTo>
                    <a:pt x="2102874" y="894891"/>
                  </a:lnTo>
                  <a:lnTo>
                    <a:pt x="2084786" y="912049"/>
                  </a:lnTo>
                  <a:lnTo>
                    <a:pt x="2044592" y="932364"/>
                  </a:lnTo>
                  <a:lnTo>
                    <a:pt x="2023996" y="959731"/>
                  </a:lnTo>
                  <a:lnTo>
                    <a:pt x="1977772" y="984215"/>
                  </a:lnTo>
                  <a:lnTo>
                    <a:pt x="1954227" y="1004136"/>
                  </a:lnTo>
                  <a:lnTo>
                    <a:pt x="1890266" y="1005182"/>
                  </a:lnTo>
                  <a:lnTo>
                    <a:pt x="1829181" y="1000807"/>
                  </a:lnTo>
                  <a:lnTo>
                    <a:pt x="1810005" y="1010278"/>
                  </a:lnTo>
                  <a:lnTo>
                    <a:pt x="1829605" y="1013212"/>
                  </a:lnTo>
                  <a:lnTo>
                    <a:pt x="1843341" y="1022512"/>
                  </a:lnTo>
                  <a:lnTo>
                    <a:pt x="1859806" y="1018634"/>
                  </a:lnTo>
                  <a:lnTo>
                    <a:pt x="1898508" y="1023284"/>
                  </a:lnTo>
                  <a:lnTo>
                    <a:pt x="1918421" y="1028346"/>
                  </a:lnTo>
                  <a:lnTo>
                    <a:pt x="1943976" y="1060912"/>
                  </a:lnTo>
                  <a:lnTo>
                    <a:pt x="1925187" y="1072493"/>
                  </a:lnTo>
                  <a:lnTo>
                    <a:pt x="1892644" y="1081381"/>
                  </a:lnTo>
                  <a:lnTo>
                    <a:pt x="1904850" y="1127570"/>
                  </a:lnTo>
                  <a:lnTo>
                    <a:pt x="1914917" y="1158712"/>
                  </a:lnTo>
                  <a:lnTo>
                    <a:pt x="1901734" y="1177500"/>
                  </a:lnTo>
                  <a:lnTo>
                    <a:pt x="1900757" y="1262981"/>
                  </a:lnTo>
                  <a:lnTo>
                    <a:pt x="1882264" y="1264611"/>
                  </a:lnTo>
                  <a:lnTo>
                    <a:pt x="1874409" y="1299974"/>
                  </a:lnTo>
                  <a:lnTo>
                    <a:pt x="1880236" y="1318007"/>
                  </a:lnTo>
                  <a:lnTo>
                    <a:pt x="1879775" y="1359890"/>
                  </a:lnTo>
                  <a:lnTo>
                    <a:pt x="1883628" y="1385695"/>
                  </a:lnTo>
                  <a:lnTo>
                    <a:pt x="1892700" y="1409459"/>
                  </a:lnTo>
                  <a:lnTo>
                    <a:pt x="1888662" y="1434235"/>
                  </a:lnTo>
                  <a:lnTo>
                    <a:pt x="1859419" y="1492229"/>
                  </a:lnTo>
                  <a:lnTo>
                    <a:pt x="1860083" y="1519442"/>
                  </a:lnTo>
                  <a:lnTo>
                    <a:pt x="1865338" y="1535605"/>
                  </a:lnTo>
                  <a:lnTo>
                    <a:pt x="1869228" y="1561445"/>
                  </a:lnTo>
                  <a:lnTo>
                    <a:pt x="1855934" y="1611117"/>
                  </a:lnTo>
                  <a:lnTo>
                    <a:pt x="1846549" y="1652622"/>
                  </a:lnTo>
                  <a:lnTo>
                    <a:pt x="1835394" y="1687556"/>
                  </a:lnTo>
                  <a:lnTo>
                    <a:pt x="1810429" y="1729473"/>
                  </a:lnTo>
                  <a:lnTo>
                    <a:pt x="1798002" y="1760803"/>
                  </a:lnTo>
                  <a:lnTo>
                    <a:pt x="1768926" y="1858570"/>
                  </a:lnTo>
                  <a:lnTo>
                    <a:pt x="1754507" y="1877975"/>
                  </a:lnTo>
                  <a:lnTo>
                    <a:pt x="1736825" y="1892886"/>
                  </a:lnTo>
                  <a:lnTo>
                    <a:pt x="1717115" y="1879091"/>
                  </a:lnTo>
                  <a:lnTo>
                    <a:pt x="1699046" y="1871575"/>
                  </a:lnTo>
                  <a:lnTo>
                    <a:pt x="1676975" y="1872485"/>
                  </a:lnTo>
                  <a:lnTo>
                    <a:pt x="1642404" y="1883792"/>
                  </a:lnTo>
                  <a:lnTo>
                    <a:pt x="1590409" y="1876277"/>
                  </a:lnTo>
                  <a:lnTo>
                    <a:pt x="1539594" y="1879897"/>
                  </a:lnTo>
                  <a:lnTo>
                    <a:pt x="1526743" y="1889660"/>
                  </a:lnTo>
                  <a:lnTo>
                    <a:pt x="1534450" y="1925143"/>
                  </a:lnTo>
                  <a:lnTo>
                    <a:pt x="1515717" y="1929792"/>
                  </a:lnTo>
                  <a:lnTo>
                    <a:pt x="1497408" y="1919704"/>
                  </a:lnTo>
                  <a:lnTo>
                    <a:pt x="1481293" y="1931748"/>
                  </a:lnTo>
                  <a:lnTo>
                    <a:pt x="1467834" y="1944960"/>
                  </a:lnTo>
                  <a:lnTo>
                    <a:pt x="1441394" y="1976308"/>
                  </a:lnTo>
                  <a:lnTo>
                    <a:pt x="1432543" y="1995611"/>
                  </a:lnTo>
                  <a:lnTo>
                    <a:pt x="1430257" y="2031968"/>
                  </a:lnTo>
                  <a:lnTo>
                    <a:pt x="1444141" y="2064569"/>
                  </a:lnTo>
                  <a:lnTo>
                    <a:pt x="1456457" y="2102745"/>
                  </a:lnTo>
                  <a:lnTo>
                    <a:pt x="1424744" y="2148814"/>
                  </a:lnTo>
                  <a:lnTo>
                    <a:pt x="1407044" y="2150376"/>
                  </a:lnTo>
                  <a:lnTo>
                    <a:pt x="1355380" y="2137593"/>
                  </a:lnTo>
                  <a:lnTo>
                    <a:pt x="1263817" y="2166470"/>
                  </a:lnTo>
                  <a:lnTo>
                    <a:pt x="1181584" y="2143633"/>
                  </a:lnTo>
                  <a:lnTo>
                    <a:pt x="1191928" y="2118959"/>
                  </a:lnTo>
                  <a:lnTo>
                    <a:pt x="1191577" y="2100823"/>
                  </a:lnTo>
                  <a:lnTo>
                    <a:pt x="1196224" y="2072924"/>
                  </a:lnTo>
                  <a:lnTo>
                    <a:pt x="1198990" y="2044391"/>
                  </a:lnTo>
                  <a:lnTo>
                    <a:pt x="1198215" y="2025294"/>
                  </a:lnTo>
                  <a:lnTo>
                    <a:pt x="1192186" y="2004945"/>
                  </a:lnTo>
                  <a:lnTo>
                    <a:pt x="1171904" y="1978315"/>
                  </a:lnTo>
                  <a:lnTo>
                    <a:pt x="1126215" y="1888442"/>
                  </a:lnTo>
                  <a:lnTo>
                    <a:pt x="1112700" y="1850505"/>
                  </a:lnTo>
                  <a:lnTo>
                    <a:pt x="1103296" y="1834703"/>
                  </a:lnTo>
                  <a:lnTo>
                    <a:pt x="1110063" y="1833845"/>
                  </a:lnTo>
                  <a:lnTo>
                    <a:pt x="1147695" y="1854212"/>
                  </a:lnTo>
                  <a:lnTo>
                    <a:pt x="1156472" y="1851706"/>
                  </a:lnTo>
                  <a:lnTo>
                    <a:pt x="1165691" y="1844054"/>
                  </a:lnTo>
                  <a:lnTo>
                    <a:pt x="1154462" y="1814903"/>
                  </a:lnTo>
                  <a:lnTo>
                    <a:pt x="1144819" y="1801708"/>
                  </a:lnTo>
                  <a:lnTo>
                    <a:pt x="1138273" y="1781976"/>
                  </a:lnTo>
                  <a:lnTo>
                    <a:pt x="1160307" y="1776640"/>
                  </a:lnTo>
                  <a:lnTo>
                    <a:pt x="1176219" y="1777824"/>
                  </a:lnTo>
                  <a:lnTo>
                    <a:pt x="1187945" y="1755622"/>
                  </a:lnTo>
                  <a:lnTo>
                    <a:pt x="1181178" y="1719727"/>
                  </a:lnTo>
                  <a:lnTo>
                    <a:pt x="1164086" y="1708677"/>
                  </a:lnTo>
                  <a:lnTo>
                    <a:pt x="1149815" y="1703873"/>
                  </a:lnTo>
                  <a:lnTo>
                    <a:pt x="1122454" y="1647492"/>
                  </a:lnTo>
                  <a:lnTo>
                    <a:pt x="1093912" y="1618289"/>
                  </a:lnTo>
                  <a:lnTo>
                    <a:pt x="1043004" y="1505647"/>
                  </a:lnTo>
                  <a:lnTo>
                    <a:pt x="1024382" y="1428333"/>
                  </a:lnTo>
                  <a:lnTo>
                    <a:pt x="1007069" y="1435677"/>
                  </a:lnTo>
                  <a:lnTo>
                    <a:pt x="998661" y="1401995"/>
                  </a:lnTo>
                  <a:lnTo>
                    <a:pt x="992632" y="1370099"/>
                  </a:lnTo>
                  <a:lnTo>
                    <a:pt x="991433" y="1346644"/>
                  </a:lnTo>
                  <a:lnTo>
                    <a:pt x="964293" y="1333209"/>
                  </a:lnTo>
                  <a:lnTo>
                    <a:pt x="963186" y="1316772"/>
                  </a:lnTo>
                  <a:lnTo>
                    <a:pt x="958300" y="1243421"/>
                  </a:lnTo>
                  <a:lnTo>
                    <a:pt x="929187" y="1233573"/>
                  </a:lnTo>
                  <a:lnTo>
                    <a:pt x="910362" y="1192410"/>
                  </a:lnTo>
                  <a:lnTo>
                    <a:pt x="907006" y="1114530"/>
                  </a:lnTo>
                  <a:lnTo>
                    <a:pt x="887830" y="1100358"/>
                  </a:lnTo>
                  <a:lnTo>
                    <a:pt x="872398" y="1104287"/>
                  </a:lnTo>
                  <a:lnTo>
                    <a:pt x="873117" y="1084984"/>
                  </a:lnTo>
                  <a:lnTo>
                    <a:pt x="876804" y="1066865"/>
                  </a:lnTo>
                  <a:lnTo>
                    <a:pt x="867788" y="995076"/>
                  </a:lnTo>
                  <a:lnTo>
                    <a:pt x="864783" y="929550"/>
                  </a:lnTo>
                  <a:lnTo>
                    <a:pt x="857463" y="909767"/>
                  </a:lnTo>
                  <a:lnTo>
                    <a:pt x="853315" y="886604"/>
                  </a:lnTo>
                  <a:lnTo>
                    <a:pt x="857039" y="866597"/>
                  </a:lnTo>
                  <a:lnTo>
                    <a:pt x="862497" y="855101"/>
                  </a:lnTo>
                  <a:lnTo>
                    <a:pt x="881285" y="852082"/>
                  </a:lnTo>
                  <a:lnTo>
                    <a:pt x="898838" y="8697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h9084"/>
            <p:cNvSpPr/>
            <p:nvPr/>
          </p:nvSpPr>
          <p:spPr>
            <a:xfrm>
              <a:off x="3787749" y="1776394"/>
              <a:ext cx="950851" cy="914400"/>
            </a:xfrm>
            <a:custGeom>
              <a:avLst/>
              <a:pathLst>
                <a:path w="950851" h="914400">
                  <a:moveTo>
                    <a:pt x="914400" y="914400"/>
                  </a:moveTo>
                  <a:lnTo>
                    <a:pt x="904609" y="912735"/>
                  </a:lnTo>
                  <a:lnTo>
                    <a:pt x="895685" y="896555"/>
                  </a:lnTo>
                  <a:lnTo>
                    <a:pt x="913736" y="871848"/>
                  </a:lnTo>
                  <a:lnTo>
                    <a:pt x="941356" y="873186"/>
                  </a:lnTo>
                  <a:lnTo>
                    <a:pt x="950851" y="878333"/>
                  </a:lnTo>
                  <a:lnTo>
                    <a:pt x="917792" y="8924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h9085"/>
            <p:cNvSpPr/>
            <p:nvPr/>
          </p:nvSpPr>
          <p:spPr>
            <a:xfrm>
              <a:off x="3643029" y="1369012"/>
              <a:ext cx="935861" cy="914400"/>
            </a:xfrm>
            <a:custGeom>
              <a:avLst/>
              <a:pathLst>
                <a:path w="935861" h="914400">
                  <a:moveTo>
                    <a:pt x="914400" y="914400"/>
                  </a:moveTo>
                  <a:lnTo>
                    <a:pt x="910251" y="913336"/>
                  </a:lnTo>
                  <a:lnTo>
                    <a:pt x="915414" y="897018"/>
                  </a:lnTo>
                  <a:lnTo>
                    <a:pt x="919249" y="889967"/>
                  </a:lnTo>
                  <a:lnTo>
                    <a:pt x="931971" y="883378"/>
                  </a:lnTo>
                  <a:lnTo>
                    <a:pt x="935861" y="884527"/>
                  </a:lnTo>
                  <a:lnTo>
                    <a:pt x="922770" y="91105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h9086"/>
            <p:cNvSpPr/>
            <p:nvPr/>
          </p:nvSpPr>
          <p:spPr>
            <a:xfrm>
              <a:off x="3680495" y="1222242"/>
              <a:ext cx="938590" cy="914399"/>
            </a:xfrm>
            <a:custGeom>
              <a:avLst/>
              <a:pathLst>
                <a:path w="938590" h="914399">
                  <a:moveTo>
                    <a:pt x="914400" y="914399"/>
                  </a:moveTo>
                  <a:lnTo>
                    <a:pt x="909643" y="900141"/>
                  </a:lnTo>
                  <a:lnTo>
                    <a:pt x="911542" y="897344"/>
                  </a:lnTo>
                  <a:lnTo>
                    <a:pt x="914787" y="883275"/>
                  </a:lnTo>
                  <a:lnTo>
                    <a:pt x="923950" y="875554"/>
                  </a:lnTo>
                  <a:lnTo>
                    <a:pt x="938590" y="880186"/>
                  </a:lnTo>
                  <a:lnTo>
                    <a:pt x="938498" y="883704"/>
                  </a:lnTo>
                  <a:lnTo>
                    <a:pt x="924504" y="895097"/>
                  </a:lnTo>
                  <a:lnTo>
                    <a:pt x="919138" y="9027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h9087"/>
            <p:cNvSpPr/>
            <p:nvPr/>
          </p:nvSpPr>
          <p:spPr>
            <a:xfrm>
              <a:off x="3936138" y="2980371"/>
              <a:ext cx="928689" cy="915639"/>
            </a:xfrm>
            <a:custGeom>
              <a:avLst/>
              <a:pathLst>
                <a:path w="928689" h="915639">
                  <a:moveTo>
                    <a:pt x="914400" y="914400"/>
                  </a:moveTo>
                  <a:lnTo>
                    <a:pt x="861519" y="909801"/>
                  </a:lnTo>
                  <a:lnTo>
                    <a:pt x="853997" y="905546"/>
                  </a:lnTo>
                  <a:lnTo>
                    <a:pt x="883092" y="875451"/>
                  </a:lnTo>
                  <a:lnTo>
                    <a:pt x="902046" y="844172"/>
                  </a:lnTo>
                  <a:lnTo>
                    <a:pt x="918142" y="803353"/>
                  </a:lnTo>
                  <a:lnTo>
                    <a:pt x="919857" y="775077"/>
                  </a:lnTo>
                  <a:lnTo>
                    <a:pt x="923877" y="743197"/>
                  </a:lnTo>
                  <a:lnTo>
                    <a:pt x="928689" y="740822"/>
                  </a:lnTo>
                  <a:lnTo>
                    <a:pt x="928689" y="91563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h9088"/>
            <p:cNvSpPr/>
            <p:nvPr/>
          </p:nvSpPr>
          <p:spPr>
            <a:xfrm>
              <a:off x="2952730" y="3126437"/>
              <a:ext cx="1912096" cy="920834"/>
            </a:xfrm>
            <a:custGeom>
              <a:avLst/>
              <a:pathLst>
                <a:path w="1912096" h="920834">
                  <a:moveTo>
                    <a:pt x="914400" y="914400"/>
                  </a:moveTo>
                  <a:lnTo>
                    <a:pt x="1022520" y="871676"/>
                  </a:lnTo>
                  <a:lnTo>
                    <a:pt x="1137997" y="831595"/>
                  </a:lnTo>
                  <a:lnTo>
                    <a:pt x="1164953" y="827237"/>
                  </a:lnTo>
                  <a:lnTo>
                    <a:pt x="1192057" y="818795"/>
                  </a:lnTo>
                  <a:lnTo>
                    <a:pt x="1202069" y="803799"/>
                  </a:lnTo>
                  <a:lnTo>
                    <a:pt x="1212062" y="793762"/>
                  </a:lnTo>
                  <a:lnTo>
                    <a:pt x="1227790" y="767321"/>
                  </a:lnTo>
                  <a:lnTo>
                    <a:pt x="1262564" y="726228"/>
                  </a:lnTo>
                  <a:lnTo>
                    <a:pt x="1324054" y="711266"/>
                  </a:lnTo>
                  <a:lnTo>
                    <a:pt x="1347010" y="691775"/>
                  </a:lnTo>
                  <a:lnTo>
                    <a:pt x="1395133" y="664476"/>
                  </a:lnTo>
                  <a:lnTo>
                    <a:pt x="1504839" y="633849"/>
                  </a:lnTo>
                  <a:lnTo>
                    <a:pt x="1550657" y="627123"/>
                  </a:lnTo>
                  <a:lnTo>
                    <a:pt x="1595553" y="626300"/>
                  </a:lnTo>
                  <a:lnTo>
                    <a:pt x="1635527" y="650458"/>
                  </a:lnTo>
                  <a:lnTo>
                    <a:pt x="1677842" y="680279"/>
                  </a:lnTo>
                  <a:lnTo>
                    <a:pt x="1685457" y="698277"/>
                  </a:lnTo>
                  <a:lnTo>
                    <a:pt x="1662557" y="687056"/>
                  </a:lnTo>
                  <a:lnTo>
                    <a:pt x="1629184" y="660272"/>
                  </a:lnTo>
                  <a:lnTo>
                    <a:pt x="1616849" y="659140"/>
                  </a:lnTo>
                  <a:lnTo>
                    <a:pt x="1645336" y="740606"/>
                  </a:lnTo>
                  <a:lnTo>
                    <a:pt x="1660916" y="769414"/>
                  </a:lnTo>
                  <a:lnTo>
                    <a:pt x="1692408" y="790965"/>
                  </a:lnTo>
                  <a:lnTo>
                    <a:pt x="1718811" y="798223"/>
                  </a:lnTo>
                  <a:lnTo>
                    <a:pt x="1800159" y="785165"/>
                  </a:lnTo>
                  <a:lnTo>
                    <a:pt x="1829052" y="768110"/>
                  </a:lnTo>
                  <a:lnTo>
                    <a:pt x="1837404" y="759480"/>
                  </a:lnTo>
                  <a:lnTo>
                    <a:pt x="1844927" y="763735"/>
                  </a:lnTo>
                  <a:lnTo>
                    <a:pt x="1897807" y="768333"/>
                  </a:lnTo>
                  <a:lnTo>
                    <a:pt x="1912096" y="769573"/>
                  </a:lnTo>
                  <a:lnTo>
                    <a:pt x="1912096" y="920834"/>
                  </a:lnTo>
                  <a:lnTo>
                    <a:pt x="902154" y="92083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h9089"/>
            <p:cNvSpPr/>
            <p:nvPr/>
          </p:nvSpPr>
          <p:spPr>
            <a:xfrm>
              <a:off x="2499396" y="711003"/>
              <a:ext cx="966136" cy="1884401"/>
            </a:xfrm>
            <a:custGeom>
              <a:avLst/>
              <a:pathLst>
                <a:path w="966136" h="1884401">
                  <a:moveTo>
                    <a:pt x="914400" y="914400"/>
                  </a:moveTo>
                  <a:lnTo>
                    <a:pt x="939070" y="985554"/>
                  </a:lnTo>
                  <a:lnTo>
                    <a:pt x="959554" y="1036153"/>
                  </a:lnTo>
                  <a:lnTo>
                    <a:pt x="966136" y="1069508"/>
                  </a:lnTo>
                  <a:lnTo>
                    <a:pt x="959370" y="1103326"/>
                  </a:lnTo>
                  <a:lnTo>
                    <a:pt x="952382" y="1120639"/>
                  </a:lnTo>
                  <a:lnTo>
                    <a:pt x="952160" y="1143956"/>
                  </a:lnTo>
                  <a:lnTo>
                    <a:pt x="946777" y="1190369"/>
                  </a:lnTo>
                  <a:lnTo>
                    <a:pt x="930901" y="1213824"/>
                  </a:lnTo>
                  <a:lnTo>
                    <a:pt x="910122" y="1239406"/>
                  </a:lnTo>
                  <a:lnTo>
                    <a:pt x="886945" y="1258503"/>
                  </a:lnTo>
                  <a:lnTo>
                    <a:pt x="868563" y="1263874"/>
                  </a:lnTo>
                  <a:lnTo>
                    <a:pt x="852780" y="1266087"/>
                  </a:lnTo>
                  <a:lnTo>
                    <a:pt x="842178" y="1275798"/>
                  </a:lnTo>
                  <a:lnTo>
                    <a:pt x="832572" y="1304332"/>
                  </a:lnTo>
                  <a:lnTo>
                    <a:pt x="823703" y="1334307"/>
                  </a:lnTo>
                  <a:lnTo>
                    <a:pt x="794719" y="1371162"/>
                  </a:lnTo>
                  <a:lnTo>
                    <a:pt x="795493" y="1383997"/>
                  </a:lnTo>
                  <a:lnTo>
                    <a:pt x="806537" y="1427681"/>
                  </a:lnTo>
                  <a:lnTo>
                    <a:pt x="816881" y="1477422"/>
                  </a:lnTo>
                  <a:lnTo>
                    <a:pt x="808141" y="1523920"/>
                  </a:lnTo>
                  <a:lnTo>
                    <a:pt x="800656" y="1572735"/>
                  </a:lnTo>
                  <a:lnTo>
                    <a:pt x="787546" y="1605266"/>
                  </a:lnTo>
                  <a:lnTo>
                    <a:pt x="768813" y="1616882"/>
                  </a:lnTo>
                  <a:lnTo>
                    <a:pt x="755059" y="1611083"/>
                  </a:lnTo>
                  <a:lnTo>
                    <a:pt x="739497" y="1566455"/>
                  </a:lnTo>
                  <a:lnTo>
                    <a:pt x="739147" y="1556194"/>
                  </a:lnTo>
                  <a:lnTo>
                    <a:pt x="735275" y="1542554"/>
                  </a:lnTo>
                  <a:lnTo>
                    <a:pt x="691134" y="1528965"/>
                  </a:lnTo>
                  <a:lnTo>
                    <a:pt x="683335" y="1529462"/>
                  </a:lnTo>
                  <a:lnTo>
                    <a:pt x="665985" y="1521501"/>
                  </a:lnTo>
                  <a:lnTo>
                    <a:pt x="655807" y="1519253"/>
                  </a:lnTo>
                  <a:lnTo>
                    <a:pt x="634935" y="1514655"/>
                  </a:lnTo>
                  <a:lnTo>
                    <a:pt x="617585" y="1475277"/>
                  </a:lnTo>
                  <a:lnTo>
                    <a:pt x="599147" y="1442523"/>
                  </a:lnTo>
                  <a:lnTo>
                    <a:pt x="596529" y="1428831"/>
                  </a:lnTo>
                  <a:lnTo>
                    <a:pt x="597156" y="1367576"/>
                  </a:lnTo>
                  <a:lnTo>
                    <a:pt x="591514" y="1340330"/>
                  </a:lnTo>
                  <a:lnTo>
                    <a:pt x="589781" y="1310629"/>
                  </a:lnTo>
                  <a:lnTo>
                    <a:pt x="578183" y="1334788"/>
                  </a:lnTo>
                  <a:lnTo>
                    <a:pt x="584913" y="1372981"/>
                  </a:lnTo>
                  <a:lnTo>
                    <a:pt x="570605" y="1389007"/>
                  </a:lnTo>
                  <a:lnTo>
                    <a:pt x="552554" y="1396797"/>
                  </a:lnTo>
                  <a:lnTo>
                    <a:pt x="554251" y="1419171"/>
                  </a:lnTo>
                  <a:lnTo>
                    <a:pt x="561663" y="1423409"/>
                  </a:lnTo>
                  <a:lnTo>
                    <a:pt x="563212" y="1446641"/>
                  </a:lnTo>
                  <a:lnTo>
                    <a:pt x="558823" y="1481025"/>
                  </a:lnTo>
                  <a:lnTo>
                    <a:pt x="523293" y="1557481"/>
                  </a:lnTo>
                  <a:lnTo>
                    <a:pt x="516121" y="1565700"/>
                  </a:lnTo>
                  <a:lnTo>
                    <a:pt x="511253" y="1576029"/>
                  </a:lnTo>
                  <a:lnTo>
                    <a:pt x="493073" y="1569166"/>
                  </a:lnTo>
                  <a:lnTo>
                    <a:pt x="469749" y="1590459"/>
                  </a:lnTo>
                  <a:lnTo>
                    <a:pt x="447661" y="1593873"/>
                  </a:lnTo>
                  <a:lnTo>
                    <a:pt x="439659" y="1569783"/>
                  </a:lnTo>
                  <a:lnTo>
                    <a:pt x="408499" y="1537904"/>
                  </a:lnTo>
                  <a:lnTo>
                    <a:pt x="393785" y="1539688"/>
                  </a:lnTo>
                  <a:lnTo>
                    <a:pt x="406987" y="1555422"/>
                  </a:lnTo>
                  <a:lnTo>
                    <a:pt x="420004" y="1575875"/>
                  </a:lnTo>
                  <a:lnTo>
                    <a:pt x="412610" y="1589412"/>
                  </a:lnTo>
                  <a:lnTo>
                    <a:pt x="405346" y="1598249"/>
                  </a:lnTo>
                  <a:lnTo>
                    <a:pt x="392623" y="1602830"/>
                  </a:lnTo>
                  <a:lnTo>
                    <a:pt x="347100" y="1629596"/>
                  </a:lnTo>
                  <a:lnTo>
                    <a:pt x="363307" y="1647578"/>
                  </a:lnTo>
                  <a:lnTo>
                    <a:pt x="349552" y="1667996"/>
                  </a:lnTo>
                  <a:lnTo>
                    <a:pt x="333640" y="1670998"/>
                  </a:lnTo>
                  <a:lnTo>
                    <a:pt x="325159" y="1680538"/>
                  </a:lnTo>
                  <a:lnTo>
                    <a:pt x="322209" y="1693493"/>
                  </a:lnTo>
                  <a:lnTo>
                    <a:pt x="275063" y="1730399"/>
                  </a:lnTo>
                  <a:lnTo>
                    <a:pt x="198214" y="1825060"/>
                  </a:lnTo>
                  <a:lnTo>
                    <a:pt x="158719" y="1851809"/>
                  </a:lnTo>
                  <a:lnTo>
                    <a:pt x="131136" y="1879623"/>
                  </a:lnTo>
                  <a:lnTo>
                    <a:pt x="106835" y="1878936"/>
                  </a:lnTo>
                  <a:lnTo>
                    <a:pt x="99773" y="1884401"/>
                  </a:lnTo>
                  <a:lnTo>
                    <a:pt x="99773" y="876497"/>
                  </a:lnTo>
                  <a:lnTo>
                    <a:pt x="910622" y="87649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h9090"/>
            <p:cNvSpPr/>
            <p:nvPr/>
          </p:nvSpPr>
          <p:spPr>
            <a:xfrm>
              <a:off x="1855358" y="3132768"/>
              <a:ext cx="1322376" cy="914502"/>
            </a:xfrm>
            <a:custGeom>
              <a:avLst/>
              <a:pathLst>
                <a:path w="1322376" h="914502">
                  <a:moveTo>
                    <a:pt x="914400" y="914400"/>
                  </a:moveTo>
                  <a:lnTo>
                    <a:pt x="914990" y="822862"/>
                  </a:lnTo>
                  <a:lnTo>
                    <a:pt x="904591" y="809238"/>
                  </a:lnTo>
                  <a:lnTo>
                    <a:pt x="891149" y="804503"/>
                  </a:lnTo>
                  <a:lnTo>
                    <a:pt x="882778" y="810765"/>
                  </a:lnTo>
                  <a:lnTo>
                    <a:pt x="865576" y="810851"/>
                  </a:lnTo>
                  <a:lnTo>
                    <a:pt x="861962" y="790124"/>
                  </a:lnTo>
                  <a:lnTo>
                    <a:pt x="866166" y="774768"/>
                  </a:lnTo>
                  <a:lnTo>
                    <a:pt x="900737" y="764267"/>
                  </a:lnTo>
                  <a:lnTo>
                    <a:pt x="923526" y="750197"/>
                  </a:lnTo>
                  <a:lnTo>
                    <a:pt x="924540" y="725336"/>
                  </a:lnTo>
                  <a:lnTo>
                    <a:pt x="910140" y="705793"/>
                  </a:lnTo>
                  <a:lnTo>
                    <a:pt x="892901" y="669950"/>
                  </a:lnTo>
                  <a:lnTo>
                    <a:pt x="872638" y="636251"/>
                  </a:lnTo>
                  <a:lnTo>
                    <a:pt x="870443" y="597080"/>
                  </a:lnTo>
                  <a:lnTo>
                    <a:pt x="905660" y="597852"/>
                  </a:lnTo>
                  <a:lnTo>
                    <a:pt x="914289" y="599327"/>
                  </a:lnTo>
                  <a:lnTo>
                    <a:pt x="967704" y="617686"/>
                  </a:lnTo>
                  <a:lnTo>
                    <a:pt x="980758" y="630572"/>
                  </a:lnTo>
                  <a:lnTo>
                    <a:pt x="997186" y="631172"/>
                  </a:lnTo>
                  <a:lnTo>
                    <a:pt x="1026779" y="619179"/>
                  </a:lnTo>
                  <a:lnTo>
                    <a:pt x="1048886" y="613912"/>
                  </a:lnTo>
                  <a:lnTo>
                    <a:pt x="1057460" y="621307"/>
                  </a:lnTo>
                  <a:lnTo>
                    <a:pt x="1069500" y="624412"/>
                  </a:lnTo>
                  <a:lnTo>
                    <a:pt x="1072284" y="624412"/>
                  </a:lnTo>
                  <a:lnTo>
                    <a:pt x="1073445" y="630864"/>
                  </a:lnTo>
                  <a:lnTo>
                    <a:pt x="1101084" y="640198"/>
                  </a:lnTo>
                  <a:lnTo>
                    <a:pt x="1112700" y="655074"/>
                  </a:lnTo>
                  <a:lnTo>
                    <a:pt x="1125606" y="677688"/>
                  </a:lnTo>
                  <a:lnTo>
                    <a:pt x="1126860" y="710237"/>
                  </a:lnTo>
                  <a:lnTo>
                    <a:pt x="1110340" y="733657"/>
                  </a:lnTo>
                  <a:lnTo>
                    <a:pt x="1096622" y="748482"/>
                  </a:lnTo>
                  <a:lnTo>
                    <a:pt x="1148506" y="742871"/>
                  </a:lnTo>
                  <a:lnTo>
                    <a:pt x="1153669" y="756306"/>
                  </a:lnTo>
                  <a:lnTo>
                    <a:pt x="1161524" y="770804"/>
                  </a:lnTo>
                  <a:lnTo>
                    <a:pt x="1189476" y="760475"/>
                  </a:lnTo>
                  <a:lnTo>
                    <a:pt x="1259540" y="803370"/>
                  </a:lnTo>
                  <a:lnTo>
                    <a:pt x="1301910" y="782489"/>
                  </a:lnTo>
                  <a:lnTo>
                    <a:pt x="1312752" y="781271"/>
                  </a:lnTo>
                  <a:lnTo>
                    <a:pt x="1322376" y="815930"/>
                  </a:lnTo>
                  <a:lnTo>
                    <a:pt x="1311848" y="850846"/>
                  </a:lnTo>
                  <a:lnTo>
                    <a:pt x="1274493" y="888096"/>
                  </a:lnTo>
                  <a:lnTo>
                    <a:pt x="1282772" y="911054"/>
                  </a:lnTo>
                  <a:lnTo>
                    <a:pt x="1290845" y="9145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h9091"/>
            <p:cNvSpPr/>
            <p:nvPr/>
          </p:nvSpPr>
          <p:spPr>
            <a:xfrm>
              <a:off x="2270876" y="3129645"/>
              <a:ext cx="922329" cy="917625"/>
            </a:xfrm>
            <a:custGeom>
              <a:avLst/>
              <a:pathLst>
                <a:path w="922329" h="917625">
                  <a:moveTo>
                    <a:pt x="914400" y="914399"/>
                  </a:moveTo>
                  <a:lnTo>
                    <a:pt x="922329" y="917625"/>
                  </a:lnTo>
                  <a:lnTo>
                    <a:pt x="891087" y="91762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h9092"/>
            <p:cNvSpPr/>
            <p:nvPr/>
          </p:nvSpPr>
          <p:spPr>
            <a:xfrm>
              <a:off x="2383458" y="3092978"/>
              <a:ext cx="1315922" cy="954292"/>
            </a:xfrm>
            <a:custGeom>
              <a:avLst/>
              <a:pathLst>
                <a:path w="1315922" h="954292">
                  <a:moveTo>
                    <a:pt x="914400" y="914399"/>
                  </a:moveTo>
                  <a:lnTo>
                    <a:pt x="932469" y="903178"/>
                  </a:lnTo>
                  <a:lnTo>
                    <a:pt x="991950" y="895148"/>
                  </a:lnTo>
                  <a:lnTo>
                    <a:pt x="1002773" y="874919"/>
                  </a:lnTo>
                  <a:lnTo>
                    <a:pt x="1026871" y="854570"/>
                  </a:lnTo>
                  <a:lnTo>
                    <a:pt x="1042396" y="832350"/>
                  </a:lnTo>
                  <a:lnTo>
                    <a:pt x="1079567" y="790056"/>
                  </a:lnTo>
                  <a:lnTo>
                    <a:pt x="1118028" y="797674"/>
                  </a:lnTo>
                  <a:lnTo>
                    <a:pt x="1140486" y="805772"/>
                  </a:lnTo>
                  <a:lnTo>
                    <a:pt x="1165137" y="809856"/>
                  </a:lnTo>
                  <a:lnTo>
                    <a:pt x="1187576" y="854947"/>
                  </a:lnTo>
                  <a:lnTo>
                    <a:pt x="1244328" y="904791"/>
                  </a:lnTo>
                  <a:lnTo>
                    <a:pt x="1296471" y="900450"/>
                  </a:lnTo>
                  <a:lnTo>
                    <a:pt x="1314983" y="947600"/>
                  </a:lnTo>
                  <a:lnTo>
                    <a:pt x="1315922" y="954292"/>
                  </a:lnTo>
                  <a:lnTo>
                    <a:pt x="879902" y="9542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h9093"/>
            <p:cNvSpPr/>
            <p:nvPr/>
          </p:nvSpPr>
          <p:spPr>
            <a:xfrm>
              <a:off x="2767410" y="3022030"/>
              <a:ext cx="914400" cy="938850"/>
            </a:xfrm>
            <a:custGeom>
              <a:avLst/>
              <a:pathLst>
                <a:path w="914400" h="938850">
                  <a:moveTo>
                    <a:pt x="914400" y="914399"/>
                  </a:moveTo>
                  <a:lnTo>
                    <a:pt x="909329" y="926444"/>
                  </a:lnTo>
                  <a:lnTo>
                    <a:pt x="888107" y="906404"/>
                  </a:lnTo>
                  <a:lnTo>
                    <a:pt x="866793" y="906678"/>
                  </a:lnTo>
                  <a:lnTo>
                    <a:pt x="854052" y="937546"/>
                  </a:lnTo>
                  <a:lnTo>
                    <a:pt x="844575" y="938850"/>
                  </a:lnTo>
                  <a:lnTo>
                    <a:pt x="811663" y="910813"/>
                  </a:lnTo>
                  <a:lnTo>
                    <a:pt x="806390" y="897139"/>
                  </a:lnTo>
                  <a:lnTo>
                    <a:pt x="805302" y="885763"/>
                  </a:lnTo>
                  <a:lnTo>
                    <a:pt x="810004" y="846385"/>
                  </a:lnTo>
                  <a:lnTo>
                    <a:pt x="809137" y="833997"/>
                  </a:lnTo>
                  <a:lnTo>
                    <a:pt x="819481" y="820459"/>
                  </a:lnTo>
                  <a:lnTo>
                    <a:pt x="821085" y="800899"/>
                  </a:lnTo>
                  <a:lnTo>
                    <a:pt x="839375" y="780275"/>
                  </a:lnTo>
                  <a:lnTo>
                    <a:pt x="855601" y="779503"/>
                  </a:lnTo>
                  <a:lnTo>
                    <a:pt x="860763" y="796970"/>
                  </a:lnTo>
                  <a:lnTo>
                    <a:pt x="868526" y="808998"/>
                  </a:lnTo>
                  <a:lnTo>
                    <a:pt x="895869" y="822484"/>
                  </a:lnTo>
                  <a:lnTo>
                    <a:pt x="899944" y="828610"/>
                  </a:lnTo>
                  <a:lnTo>
                    <a:pt x="902415" y="837086"/>
                  </a:lnTo>
                  <a:lnTo>
                    <a:pt x="889693" y="853695"/>
                  </a:lnTo>
                  <a:lnTo>
                    <a:pt x="885378" y="862205"/>
                  </a:lnTo>
                  <a:lnTo>
                    <a:pt x="889416" y="875845"/>
                  </a:lnTo>
                  <a:lnTo>
                    <a:pt x="909679" y="89075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h9094"/>
            <p:cNvSpPr/>
            <p:nvPr/>
          </p:nvSpPr>
          <p:spPr>
            <a:xfrm>
              <a:off x="2793518" y="3120122"/>
              <a:ext cx="959190" cy="927148"/>
            </a:xfrm>
            <a:custGeom>
              <a:avLst/>
              <a:pathLst>
                <a:path w="959190" h="927148">
                  <a:moveTo>
                    <a:pt x="914400" y="914400"/>
                  </a:moveTo>
                  <a:lnTo>
                    <a:pt x="905844" y="906215"/>
                  </a:lnTo>
                  <a:lnTo>
                    <a:pt x="904572" y="894531"/>
                  </a:lnTo>
                  <a:lnTo>
                    <a:pt x="905955" y="882434"/>
                  </a:lnTo>
                  <a:lnTo>
                    <a:pt x="945818" y="915000"/>
                  </a:lnTo>
                  <a:lnTo>
                    <a:pt x="959190" y="927148"/>
                  </a:lnTo>
                  <a:lnTo>
                    <a:pt x="922903" y="9271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h9095"/>
            <p:cNvSpPr/>
            <p:nvPr/>
          </p:nvSpPr>
          <p:spPr>
            <a:xfrm>
              <a:off x="2275596" y="2986685"/>
              <a:ext cx="943384" cy="914400"/>
            </a:xfrm>
            <a:custGeom>
              <a:avLst/>
              <a:pathLst>
                <a:path w="943384" h="914400">
                  <a:moveTo>
                    <a:pt x="914400" y="914400"/>
                  </a:moveTo>
                  <a:lnTo>
                    <a:pt x="903337" y="900347"/>
                  </a:lnTo>
                  <a:lnTo>
                    <a:pt x="892200" y="896778"/>
                  </a:lnTo>
                  <a:lnTo>
                    <a:pt x="898193" y="879449"/>
                  </a:lnTo>
                  <a:lnTo>
                    <a:pt x="906029" y="873152"/>
                  </a:lnTo>
                  <a:lnTo>
                    <a:pt x="934091" y="884442"/>
                  </a:lnTo>
                  <a:lnTo>
                    <a:pt x="942905" y="906541"/>
                  </a:lnTo>
                  <a:lnTo>
                    <a:pt x="943384" y="9137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h9096"/>
            <p:cNvSpPr/>
            <p:nvPr/>
          </p:nvSpPr>
          <p:spPr>
            <a:xfrm>
              <a:off x="1738516" y="2863319"/>
              <a:ext cx="979522" cy="914400"/>
            </a:xfrm>
            <a:custGeom>
              <a:avLst/>
              <a:pathLst>
                <a:path w="979522" h="914400">
                  <a:moveTo>
                    <a:pt x="914400" y="914400"/>
                  </a:moveTo>
                  <a:lnTo>
                    <a:pt x="916483" y="864779"/>
                  </a:lnTo>
                  <a:lnTo>
                    <a:pt x="937152" y="811915"/>
                  </a:lnTo>
                  <a:lnTo>
                    <a:pt x="945892" y="813099"/>
                  </a:lnTo>
                  <a:lnTo>
                    <a:pt x="936949" y="827374"/>
                  </a:lnTo>
                  <a:lnTo>
                    <a:pt x="934368" y="837377"/>
                  </a:lnTo>
                  <a:lnTo>
                    <a:pt x="930736" y="857366"/>
                  </a:lnTo>
                  <a:lnTo>
                    <a:pt x="932377" y="867747"/>
                  </a:lnTo>
                  <a:lnTo>
                    <a:pt x="979522" y="870595"/>
                  </a:lnTo>
                  <a:lnTo>
                    <a:pt x="974046" y="879860"/>
                  </a:lnTo>
                  <a:lnTo>
                    <a:pt x="926237" y="886106"/>
                  </a:lnTo>
                  <a:lnTo>
                    <a:pt x="918751" y="9074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h9097"/>
            <p:cNvSpPr/>
            <p:nvPr/>
          </p:nvSpPr>
          <p:spPr>
            <a:xfrm>
              <a:off x="1788410" y="2891046"/>
              <a:ext cx="921756" cy="914399"/>
            </a:xfrm>
            <a:custGeom>
              <a:avLst/>
              <a:pathLst>
                <a:path w="921756" h="914399">
                  <a:moveTo>
                    <a:pt x="914400" y="914399"/>
                  </a:moveTo>
                  <a:lnTo>
                    <a:pt x="896441" y="913387"/>
                  </a:lnTo>
                  <a:lnTo>
                    <a:pt x="886355" y="905289"/>
                  </a:lnTo>
                  <a:lnTo>
                    <a:pt x="889619" y="896658"/>
                  </a:lnTo>
                  <a:lnTo>
                    <a:pt x="899151" y="890069"/>
                  </a:lnTo>
                  <a:lnTo>
                    <a:pt x="907043" y="889057"/>
                  </a:lnTo>
                  <a:lnTo>
                    <a:pt x="919027" y="893124"/>
                  </a:lnTo>
                  <a:lnTo>
                    <a:pt x="921756" y="9057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h9098"/>
            <p:cNvSpPr/>
            <p:nvPr/>
          </p:nvSpPr>
          <p:spPr>
            <a:xfrm>
              <a:off x="3950427" y="901131"/>
              <a:ext cx="914400" cy="1009042"/>
            </a:xfrm>
            <a:custGeom>
              <a:avLst/>
              <a:pathLst>
                <a:path w="914400" h="1009042">
                  <a:moveTo>
                    <a:pt x="914400" y="914400"/>
                  </a:moveTo>
                  <a:lnTo>
                    <a:pt x="914400" y="1005493"/>
                  </a:lnTo>
                  <a:lnTo>
                    <a:pt x="876602" y="1009042"/>
                  </a:lnTo>
                  <a:lnTo>
                    <a:pt x="866442" y="1002985"/>
                  </a:lnTo>
                  <a:lnTo>
                    <a:pt x="852522" y="955887"/>
                  </a:lnTo>
                  <a:lnTo>
                    <a:pt x="855287" y="943722"/>
                  </a:lnTo>
                  <a:lnTo>
                    <a:pt x="864654" y="938540"/>
                  </a:lnTo>
                  <a:lnTo>
                    <a:pt x="872674" y="937425"/>
                  </a:lnTo>
                  <a:lnTo>
                    <a:pt x="873854" y="962784"/>
                  </a:lnTo>
                  <a:lnTo>
                    <a:pt x="885636" y="960262"/>
                  </a:lnTo>
                  <a:lnTo>
                    <a:pt x="889324" y="943550"/>
                  </a:lnTo>
                  <a:lnTo>
                    <a:pt x="890154" y="931780"/>
                  </a:lnTo>
                  <a:lnTo>
                    <a:pt x="886964" y="925843"/>
                  </a:lnTo>
                  <a:lnTo>
                    <a:pt x="878962" y="921245"/>
                  </a:lnTo>
                  <a:lnTo>
                    <a:pt x="874334" y="913352"/>
                  </a:lnTo>
                  <a:lnTo>
                    <a:pt x="880990" y="900655"/>
                  </a:lnTo>
                  <a:lnTo>
                    <a:pt x="893306" y="895165"/>
                  </a:lnTo>
                  <a:lnTo>
                    <a:pt x="903927" y="912134"/>
                  </a:lnTo>
                  <a:lnTo>
                    <a:pt x="912427" y="9143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h9099"/>
            <p:cNvSpPr/>
            <p:nvPr/>
          </p:nvSpPr>
          <p:spPr>
            <a:xfrm>
              <a:off x="3887646" y="966605"/>
              <a:ext cx="914400" cy="924832"/>
            </a:xfrm>
            <a:custGeom>
              <a:avLst/>
              <a:pathLst>
                <a:path w="914400" h="924832">
                  <a:moveTo>
                    <a:pt x="914400" y="914400"/>
                  </a:moveTo>
                  <a:lnTo>
                    <a:pt x="907172" y="912426"/>
                  </a:lnTo>
                  <a:lnTo>
                    <a:pt x="901622" y="915120"/>
                  </a:lnTo>
                  <a:lnTo>
                    <a:pt x="897861" y="924832"/>
                  </a:lnTo>
                  <a:lnTo>
                    <a:pt x="889674" y="921348"/>
                  </a:lnTo>
                  <a:lnTo>
                    <a:pt x="886374" y="907433"/>
                  </a:lnTo>
                  <a:lnTo>
                    <a:pt x="892477" y="886604"/>
                  </a:lnTo>
                  <a:lnTo>
                    <a:pt x="907098" y="885814"/>
                  </a:lnTo>
                  <a:lnTo>
                    <a:pt x="913422" y="90652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h9100"/>
            <p:cNvSpPr/>
            <p:nvPr/>
          </p:nvSpPr>
          <p:spPr>
            <a:xfrm>
              <a:off x="2547833" y="2540783"/>
              <a:ext cx="921424" cy="1234997"/>
            </a:xfrm>
            <a:custGeom>
              <a:avLst/>
              <a:pathLst>
                <a:path w="921424" h="1234997">
                  <a:moveTo>
                    <a:pt x="914400" y="914399"/>
                  </a:moveTo>
                  <a:lnTo>
                    <a:pt x="909495" y="924643"/>
                  </a:lnTo>
                  <a:lnTo>
                    <a:pt x="902286" y="931386"/>
                  </a:lnTo>
                  <a:lnTo>
                    <a:pt x="883424" y="938541"/>
                  </a:lnTo>
                  <a:lnTo>
                    <a:pt x="867088" y="948527"/>
                  </a:lnTo>
                  <a:lnTo>
                    <a:pt x="852522" y="966079"/>
                  </a:lnTo>
                  <a:lnTo>
                    <a:pt x="847156" y="991164"/>
                  </a:lnTo>
                  <a:lnTo>
                    <a:pt x="858551" y="1009523"/>
                  </a:lnTo>
                  <a:lnTo>
                    <a:pt x="879275" y="1019578"/>
                  </a:lnTo>
                  <a:lnTo>
                    <a:pt x="884548" y="1054529"/>
                  </a:lnTo>
                  <a:lnTo>
                    <a:pt x="867438" y="1071773"/>
                  </a:lnTo>
                  <a:lnTo>
                    <a:pt x="823537" y="1088982"/>
                  </a:lnTo>
                  <a:lnTo>
                    <a:pt x="818928" y="1130522"/>
                  </a:lnTo>
                  <a:lnTo>
                    <a:pt x="820347" y="1163259"/>
                  </a:lnTo>
                  <a:lnTo>
                    <a:pt x="819555" y="1187057"/>
                  </a:lnTo>
                  <a:lnTo>
                    <a:pt x="816070" y="1219983"/>
                  </a:lnTo>
                  <a:lnTo>
                    <a:pt x="780558" y="1234997"/>
                  </a:lnTo>
                  <a:lnTo>
                    <a:pt x="757640" y="1184844"/>
                  </a:lnTo>
                  <a:lnTo>
                    <a:pt x="757437" y="1164769"/>
                  </a:lnTo>
                  <a:lnTo>
                    <a:pt x="750597" y="1141331"/>
                  </a:lnTo>
                  <a:lnTo>
                    <a:pt x="749306" y="1121359"/>
                  </a:lnTo>
                  <a:lnTo>
                    <a:pt x="741193" y="1089411"/>
                  </a:lnTo>
                  <a:lnTo>
                    <a:pt x="707599" y="1080763"/>
                  </a:lnTo>
                  <a:lnTo>
                    <a:pt x="694564" y="1079631"/>
                  </a:lnTo>
                  <a:lnTo>
                    <a:pt x="676328" y="1085568"/>
                  </a:lnTo>
                  <a:lnTo>
                    <a:pt x="671811" y="1083251"/>
                  </a:lnTo>
                  <a:lnTo>
                    <a:pt x="649981" y="1039619"/>
                  </a:lnTo>
                  <a:lnTo>
                    <a:pt x="653576" y="991473"/>
                  </a:lnTo>
                  <a:lnTo>
                    <a:pt x="641923" y="967177"/>
                  </a:lnTo>
                  <a:lnTo>
                    <a:pt x="640319" y="956179"/>
                  </a:lnTo>
                  <a:lnTo>
                    <a:pt x="640596" y="943997"/>
                  </a:lnTo>
                  <a:lnTo>
                    <a:pt x="631026" y="933960"/>
                  </a:lnTo>
                  <a:lnTo>
                    <a:pt x="619410" y="928641"/>
                  </a:lnTo>
                  <a:lnTo>
                    <a:pt x="613768" y="901548"/>
                  </a:lnTo>
                  <a:lnTo>
                    <a:pt x="627118" y="894977"/>
                  </a:lnTo>
                  <a:lnTo>
                    <a:pt x="660121" y="898151"/>
                  </a:lnTo>
                  <a:lnTo>
                    <a:pt x="669765" y="896298"/>
                  </a:lnTo>
                  <a:lnTo>
                    <a:pt x="678596" y="890653"/>
                  </a:lnTo>
                  <a:lnTo>
                    <a:pt x="705295" y="846111"/>
                  </a:lnTo>
                  <a:lnTo>
                    <a:pt x="704520" y="836296"/>
                  </a:lnTo>
                  <a:lnTo>
                    <a:pt x="707378" y="823565"/>
                  </a:lnTo>
                  <a:lnTo>
                    <a:pt x="736270" y="818847"/>
                  </a:lnTo>
                  <a:lnTo>
                    <a:pt x="749140" y="836056"/>
                  </a:lnTo>
                  <a:lnTo>
                    <a:pt x="746559" y="863612"/>
                  </a:lnTo>
                  <a:lnTo>
                    <a:pt x="748200" y="898923"/>
                  </a:lnTo>
                  <a:lnTo>
                    <a:pt x="765697" y="908531"/>
                  </a:lnTo>
                  <a:lnTo>
                    <a:pt x="772519" y="909938"/>
                  </a:lnTo>
                  <a:lnTo>
                    <a:pt x="779802" y="883858"/>
                  </a:lnTo>
                  <a:lnTo>
                    <a:pt x="784910" y="871179"/>
                  </a:lnTo>
                  <a:lnTo>
                    <a:pt x="791842" y="864109"/>
                  </a:lnTo>
                  <a:lnTo>
                    <a:pt x="794202" y="840277"/>
                  </a:lnTo>
                  <a:lnTo>
                    <a:pt x="790091" y="825727"/>
                  </a:lnTo>
                  <a:lnTo>
                    <a:pt x="781333" y="814883"/>
                  </a:lnTo>
                  <a:lnTo>
                    <a:pt x="814042" y="785371"/>
                  </a:lnTo>
                  <a:lnTo>
                    <a:pt x="847894" y="762002"/>
                  </a:lnTo>
                  <a:lnTo>
                    <a:pt x="867585" y="760784"/>
                  </a:lnTo>
                  <a:lnTo>
                    <a:pt x="887406" y="766498"/>
                  </a:lnTo>
                  <a:lnTo>
                    <a:pt x="905826" y="774390"/>
                  </a:lnTo>
                  <a:lnTo>
                    <a:pt x="915819" y="781185"/>
                  </a:lnTo>
                  <a:lnTo>
                    <a:pt x="921424" y="792097"/>
                  </a:lnTo>
                  <a:lnTo>
                    <a:pt x="909071" y="818109"/>
                  </a:lnTo>
                  <a:lnTo>
                    <a:pt x="905641" y="832350"/>
                  </a:lnTo>
                  <a:lnTo>
                    <a:pt x="913939" y="8792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h9101"/>
            <p:cNvSpPr/>
            <p:nvPr/>
          </p:nvSpPr>
          <p:spPr>
            <a:xfrm>
              <a:off x="2010458" y="2734135"/>
              <a:ext cx="1141187" cy="1029805"/>
            </a:xfrm>
            <a:custGeom>
              <a:avLst/>
              <a:pathLst>
                <a:path w="1141187" h="1029805">
                  <a:moveTo>
                    <a:pt x="914400" y="1023045"/>
                  </a:moveTo>
                  <a:lnTo>
                    <a:pt x="902360" y="1019939"/>
                  </a:lnTo>
                  <a:lnTo>
                    <a:pt x="893786" y="1012544"/>
                  </a:lnTo>
                  <a:lnTo>
                    <a:pt x="871679" y="1017812"/>
                  </a:lnTo>
                  <a:lnTo>
                    <a:pt x="842086" y="1029805"/>
                  </a:lnTo>
                  <a:lnTo>
                    <a:pt x="825658" y="1029205"/>
                  </a:lnTo>
                  <a:lnTo>
                    <a:pt x="812603" y="1016319"/>
                  </a:lnTo>
                  <a:lnTo>
                    <a:pt x="759189" y="997960"/>
                  </a:lnTo>
                  <a:lnTo>
                    <a:pt x="750560" y="996484"/>
                  </a:lnTo>
                  <a:lnTo>
                    <a:pt x="715269" y="995678"/>
                  </a:lnTo>
                  <a:lnTo>
                    <a:pt x="713592" y="966681"/>
                  </a:lnTo>
                  <a:lnTo>
                    <a:pt x="709222" y="945731"/>
                  </a:lnTo>
                  <a:lnTo>
                    <a:pt x="696887" y="914555"/>
                  </a:lnTo>
                  <a:lnTo>
                    <a:pt x="715177" y="907040"/>
                  </a:lnTo>
                  <a:lnTo>
                    <a:pt x="711637" y="846283"/>
                  </a:lnTo>
                  <a:lnTo>
                    <a:pt x="704999" y="814781"/>
                  </a:lnTo>
                  <a:lnTo>
                    <a:pt x="653908" y="782421"/>
                  </a:lnTo>
                  <a:lnTo>
                    <a:pt x="613658" y="750971"/>
                  </a:lnTo>
                  <a:lnTo>
                    <a:pt x="622951" y="645071"/>
                  </a:lnTo>
                  <a:lnTo>
                    <a:pt x="626915" y="616538"/>
                  </a:lnTo>
                  <a:lnTo>
                    <a:pt x="611648" y="561186"/>
                  </a:lnTo>
                  <a:lnTo>
                    <a:pt x="613234" y="497478"/>
                  </a:lnTo>
                  <a:lnTo>
                    <a:pt x="619669" y="397087"/>
                  </a:lnTo>
                  <a:lnTo>
                    <a:pt x="632465" y="393158"/>
                  </a:lnTo>
                  <a:lnTo>
                    <a:pt x="641849" y="393638"/>
                  </a:lnTo>
                  <a:lnTo>
                    <a:pt x="678043" y="411654"/>
                  </a:lnTo>
                  <a:lnTo>
                    <a:pt x="693107" y="413456"/>
                  </a:lnTo>
                  <a:lnTo>
                    <a:pt x="703432" y="429550"/>
                  </a:lnTo>
                  <a:lnTo>
                    <a:pt x="715528" y="436173"/>
                  </a:lnTo>
                  <a:lnTo>
                    <a:pt x="724286" y="419084"/>
                  </a:lnTo>
                  <a:lnTo>
                    <a:pt x="727697" y="389863"/>
                  </a:lnTo>
                  <a:lnTo>
                    <a:pt x="756386" y="352047"/>
                  </a:lnTo>
                  <a:lnTo>
                    <a:pt x="776483" y="338081"/>
                  </a:lnTo>
                  <a:lnTo>
                    <a:pt x="790183" y="331389"/>
                  </a:lnTo>
                  <a:lnTo>
                    <a:pt x="804011" y="346642"/>
                  </a:lnTo>
                  <a:lnTo>
                    <a:pt x="814595" y="363783"/>
                  </a:lnTo>
                  <a:lnTo>
                    <a:pt x="817102" y="326276"/>
                  </a:lnTo>
                  <a:lnTo>
                    <a:pt x="825639" y="254830"/>
                  </a:lnTo>
                  <a:lnTo>
                    <a:pt x="798369" y="243609"/>
                  </a:lnTo>
                  <a:lnTo>
                    <a:pt x="776152" y="253286"/>
                  </a:lnTo>
                  <a:lnTo>
                    <a:pt x="754118" y="298566"/>
                  </a:lnTo>
                  <a:lnTo>
                    <a:pt x="734463" y="355479"/>
                  </a:lnTo>
                  <a:lnTo>
                    <a:pt x="702584" y="360712"/>
                  </a:lnTo>
                  <a:lnTo>
                    <a:pt x="677140" y="376823"/>
                  </a:lnTo>
                  <a:lnTo>
                    <a:pt x="654166" y="360111"/>
                  </a:lnTo>
                  <a:lnTo>
                    <a:pt x="639360" y="345390"/>
                  </a:lnTo>
                  <a:lnTo>
                    <a:pt x="638992" y="323839"/>
                  </a:lnTo>
                  <a:lnTo>
                    <a:pt x="642347" y="310834"/>
                  </a:lnTo>
                  <a:lnTo>
                    <a:pt x="669340" y="264421"/>
                  </a:lnTo>
                  <a:lnTo>
                    <a:pt x="705497" y="219845"/>
                  </a:lnTo>
                  <a:lnTo>
                    <a:pt x="741931" y="220274"/>
                  </a:lnTo>
                  <a:lnTo>
                    <a:pt x="768500" y="206033"/>
                  </a:lnTo>
                  <a:lnTo>
                    <a:pt x="784375" y="204334"/>
                  </a:lnTo>
                  <a:lnTo>
                    <a:pt x="833936" y="207457"/>
                  </a:lnTo>
                  <a:lnTo>
                    <a:pt x="859381" y="197694"/>
                  </a:lnTo>
                  <a:lnTo>
                    <a:pt x="882170" y="177259"/>
                  </a:lnTo>
                  <a:lnTo>
                    <a:pt x="931418" y="90834"/>
                  </a:lnTo>
                  <a:lnTo>
                    <a:pt x="959204" y="54802"/>
                  </a:lnTo>
                  <a:lnTo>
                    <a:pt x="1015237" y="42122"/>
                  </a:lnTo>
                  <a:lnTo>
                    <a:pt x="1067011" y="531"/>
                  </a:lnTo>
                  <a:lnTo>
                    <a:pt x="1081484" y="0"/>
                  </a:lnTo>
                  <a:lnTo>
                    <a:pt x="1057128" y="31004"/>
                  </a:lnTo>
                  <a:lnTo>
                    <a:pt x="1053219" y="42997"/>
                  </a:lnTo>
                  <a:lnTo>
                    <a:pt x="1050269" y="61391"/>
                  </a:lnTo>
                  <a:lnTo>
                    <a:pt x="1067730" y="101335"/>
                  </a:lnTo>
                  <a:lnTo>
                    <a:pt x="1064042" y="125647"/>
                  </a:lnTo>
                  <a:lnTo>
                    <a:pt x="1065277" y="173484"/>
                  </a:lnTo>
                  <a:lnTo>
                    <a:pt x="1048812" y="198415"/>
                  </a:lnTo>
                  <a:lnTo>
                    <a:pt x="1030227" y="251450"/>
                  </a:lnTo>
                  <a:lnTo>
                    <a:pt x="1022225" y="259257"/>
                  </a:lnTo>
                  <a:lnTo>
                    <a:pt x="1020510" y="321163"/>
                  </a:lnTo>
                  <a:lnTo>
                    <a:pt x="1022335" y="335936"/>
                  </a:lnTo>
                  <a:lnTo>
                    <a:pt x="1019699" y="392300"/>
                  </a:lnTo>
                  <a:lnTo>
                    <a:pt x="1038745" y="415377"/>
                  </a:lnTo>
                  <a:lnTo>
                    <a:pt x="1058879" y="427439"/>
                  </a:lnTo>
                  <a:lnTo>
                    <a:pt x="1126030" y="427011"/>
                  </a:lnTo>
                  <a:lnTo>
                    <a:pt x="1133000" y="437151"/>
                  </a:lnTo>
                  <a:lnTo>
                    <a:pt x="1141187" y="454583"/>
                  </a:lnTo>
                  <a:lnTo>
                    <a:pt x="1135194" y="484181"/>
                  </a:lnTo>
                  <a:lnTo>
                    <a:pt x="1128022" y="506504"/>
                  </a:lnTo>
                  <a:lnTo>
                    <a:pt x="1108570" y="525309"/>
                  </a:lnTo>
                  <a:lnTo>
                    <a:pt x="1083605" y="539327"/>
                  </a:lnTo>
                  <a:lnTo>
                    <a:pt x="1068080" y="539944"/>
                  </a:lnTo>
                  <a:lnTo>
                    <a:pt x="1046932" y="513298"/>
                  </a:lnTo>
                  <a:lnTo>
                    <a:pt x="1036883" y="521946"/>
                  </a:lnTo>
                  <a:lnTo>
                    <a:pt x="1026502" y="535535"/>
                  </a:lnTo>
                  <a:lnTo>
                    <a:pt x="1009115" y="608456"/>
                  </a:lnTo>
                  <a:lnTo>
                    <a:pt x="1000874" y="657717"/>
                  </a:lnTo>
                  <a:lnTo>
                    <a:pt x="996412" y="661715"/>
                  </a:lnTo>
                  <a:lnTo>
                    <a:pt x="986584" y="654457"/>
                  </a:lnTo>
                  <a:lnTo>
                    <a:pt x="969603" y="653891"/>
                  </a:lnTo>
                  <a:lnTo>
                    <a:pt x="948141" y="665575"/>
                  </a:lnTo>
                  <a:lnTo>
                    <a:pt x="959148" y="676025"/>
                  </a:lnTo>
                  <a:lnTo>
                    <a:pt x="970783" y="694178"/>
                  </a:lnTo>
                  <a:lnTo>
                    <a:pt x="966136" y="703271"/>
                  </a:lnTo>
                  <a:lnTo>
                    <a:pt x="947256" y="713103"/>
                  </a:lnTo>
                  <a:lnTo>
                    <a:pt x="930514" y="732989"/>
                  </a:lnTo>
                  <a:lnTo>
                    <a:pt x="923508" y="748037"/>
                  </a:lnTo>
                  <a:lnTo>
                    <a:pt x="902396" y="765847"/>
                  </a:lnTo>
                  <a:lnTo>
                    <a:pt x="889121" y="788427"/>
                  </a:lnTo>
                  <a:lnTo>
                    <a:pt x="895630" y="816411"/>
                  </a:lnTo>
                  <a:lnTo>
                    <a:pt x="898395" y="840981"/>
                  </a:lnTo>
                  <a:lnTo>
                    <a:pt x="904203" y="868125"/>
                  </a:lnTo>
                  <a:lnTo>
                    <a:pt x="898967" y="889796"/>
                  </a:lnTo>
                  <a:lnTo>
                    <a:pt x="872822" y="920886"/>
                  </a:lnTo>
                  <a:lnTo>
                    <a:pt x="863179" y="947841"/>
                  </a:lnTo>
                  <a:lnTo>
                    <a:pt x="885581" y="947498"/>
                  </a:lnTo>
                  <a:lnTo>
                    <a:pt x="899373" y="953727"/>
                  </a:lnTo>
                  <a:lnTo>
                    <a:pt x="907448" y="961688"/>
                  </a:lnTo>
                  <a:lnTo>
                    <a:pt x="915782" y="972978"/>
                  </a:lnTo>
                  <a:lnTo>
                    <a:pt x="910675" y="986927"/>
                  </a:lnTo>
                  <a:lnTo>
                    <a:pt x="917184" y="10230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h9102"/>
            <p:cNvSpPr/>
            <p:nvPr/>
          </p:nvSpPr>
          <p:spPr>
            <a:xfrm>
              <a:off x="2192054" y="2585531"/>
              <a:ext cx="939401" cy="1093203"/>
            </a:xfrm>
            <a:custGeom>
              <a:avLst/>
              <a:pathLst>
                <a:path w="939401" h="1093203">
                  <a:moveTo>
                    <a:pt x="914400" y="914400"/>
                  </a:moveTo>
                  <a:lnTo>
                    <a:pt x="924079" y="953503"/>
                  </a:lnTo>
                  <a:lnTo>
                    <a:pt x="939401" y="997238"/>
                  </a:lnTo>
                  <a:lnTo>
                    <a:pt x="933003" y="1015546"/>
                  </a:lnTo>
                  <a:lnTo>
                    <a:pt x="937355" y="1039001"/>
                  </a:lnTo>
                  <a:lnTo>
                    <a:pt x="932985" y="1063468"/>
                  </a:lnTo>
                  <a:lnTo>
                    <a:pt x="902507" y="1091916"/>
                  </a:lnTo>
                  <a:lnTo>
                    <a:pt x="868323" y="1093203"/>
                  </a:lnTo>
                  <a:lnTo>
                    <a:pt x="832793" y="1079459"/>
                  </a:lnTo>
                  <a:lnTo>
                    <a:pt x="782605" y="1053002"/>
                  </a:lnTo>
                  <a:lnTo>
                    <a:pt x="778567" y="1038143"/>
                  </a:lnTo>
                  <a:lnTo>
                    <a:pt x="771524" y="1029907"/>
                  </a:lnTo>
                  <a:lnTo>
                    <a:pt x="758101" y="984816"/>
                  </a:lnTo>
                  <a:lnTo>
                    <a:pt x="758414" y="929207"/>
                  </a:lnTo>
                  <a:lnTo>
                    <a:pt x="783637" y="922241"/>
                  </a:lnTo>
                  <a:lnTo>
                    <a:pt x="838749" y="895697"/>
                  </a:lnTo>
                  <a:lnTo>
                    <a:pt x="851489" y="899867"/>
                  </a:lnTo>
                  <a:lnTo>
                    <a:pt x="864783" y="913439"/>
                  </a:lnTo>
                  <a:lnTo>
                    <a:pt x="880086" y="914245"/>
                  </a:lnTo>
                  <a:lnTo>
                    <a:pt x="902304" y="894994"/>
                  </a:lnTo>
                  <a:lnTo>
                    <a:pt x="906526" y="8960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h9103"/>
            <p:cNvSpPr/>
            <p:nvPr/>
          </p:nvSpPr>
          <p:spPr>
            <a:xfrm>
              <a:off x="2352833" y="2841356"/>
              <a:ext cx="957360" cy="984936"/>
            </a:xfrm>
            <a:custGeom>
              <a:avLst/>
              <a:pathLst>
                <a:path w="957360" h="984936">
                  <a:moveTo>
                    <a:pt x="914400" y="914400"/>
                  </a:moveTo>
                  <a:lnTo>
                    <a:pt x="937004" y="913147"/>
                  </a:lnTo>
                  <a:lnTo>
                    <a:pt x="952382" y="922189"/>
                  </a:lnTo>
                  <a:lnTo>
                    <a:pt x="956051" y="936156"/>
                  </a:lnTo>
                  <a:lnTo>
                    <a:pt x="957360" y="967160"/>
                  </a:lnTo>
                  <a:lnTo>
                    <a:pt x="941208" y="976203"/>
                  </a:lnTo>
                  <a:lnTo>
                    <a:pt x="923379" y="973131"/>
                  </a:lnTo>
                  <a:lnTo>
                    <a:pt x="899114" y="984936"/>
                  </a:lnTo>
                  <a:lnTo>
                    <a:pt x="819462" y="934251"/>
                  </a:lnTo>
                  <a:lnTo>
                    <a:pt x="820624" y="891991"/>
                  </a:lnTo>
                  <a:lnTo>
                    <a:pt x="823814" y="875399"/>
                  </a:lnTo>
                  <a:lnTo>
                    <a:pt x="861556" y="871453"/>
                  </a:lnTo>
                  <a:lnTo>
                    <a:pt x="880990" y="8925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h9104"/>
            <p:cNvSpPr/>
            <p:nvPr/>
          </p:nvSpPr>
          <p:spPr>
            <a:xfrm>
              <a:off x="2192607" y="2871057"/>
              <a:ext cx="963740" cy="914400"/>
            </a:xfrm>
            <a:custGeom>
              <a:avLst/>
              <a:pathLst>
                <a:path w="963740" h="914400">
                  <a:moveTo>
                    <a:pt x="914400" y="914400"/>
                  </a:moveTo>
                  <a:lnTo>
                    <a:pt x="903023" y="885934"/>
                  </a:lnTo>
                  <a:lnTo>
                    <a:pt x="901548" y="877029"/>
                  </a:lnTo>
                  <a:lnTo>
                    <a:pt x="914916" y="858808"/>
                  </a:lnTo>
                  <a:lnTo>
                    <a:pt x="923563" y="838167"/>
                  </a:lnTo>
                  <a:lnTo>
                    <a:pt x="945928" y="806476"/>
                  </a:lnTo>
                  <a:lnTo>
                    <a:pt x="958817" y="769346"/>
                  </a:lnTo>
                  <a:lnTo>
                    <a:pt x="963740" y="769929"/>
                  </a:lnTo>
                  <a:lnTo>
                    <a:pt x="958024" y="802993"/>
                  </a:lnTo>
                  <a:lnTo>
                    <a:pt x="928652" y="895217"/>
                  </a:lnTo>
                  <a:lnTo>
                    <a:pt x="922770" y="9124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h9105"/>
            <p:cNvSpPr/>
            <p:nvPr/>
          </p:nvSpPr>
          <p:spPr>
            <a:xfrm>
              <a:off x="2536475" y="2798736"/>
              <a:ext cx="921609" cy="934920"/>
            </a:xfrm>
            <a:custGeom>
              <a:avLst/>
              <a:pathLst>
                <a:path w="921609" h="934920">
                  <a:moveTo>
                    <a:pt x="914400" y="914400"/>
                  </a:moveTo>
                  <a:lnTo>
                    <a:pt x="885415" y="910556"/>
                  </a:lnTo>
                  <a:lnTo>
                    <a:pt x="852743" y="934920"/>
                  </a:lnTo>
                  <a:lnTo>
                    <a:pt x="840353" y="927217"/>
                  </a:lnTo>
                  <a:lnTo>
                    <a:pt x="845036" y="911654"/>
                  </a:lnTo>
                  <a:lnTo>
                    <a:pt x="848447" y="905992"/>
                  </a:lnTo>
                  <a:lnTo>
                    <a:pt x="859436" y="899386"/>
                  </a:lnTo>
                  <a:lnTo>
                    <a:pt x="866774" y="889726"/>
                  </a:lnTo>
                  <a:lnTo>
                    <a:pt x="869651" y="874610"/>
                  </a:lnTo>
                  <a:lnTo>
                    <a:pt x="876454" y="882760"/>
                  </a:lnTo>
                  <a:lnTo>
                    <a:pt x="896681" y="886175"/>
                  </a:lnTo>
                  <a:lnTo>
                    <a:pt x="906563" y="890996"/>
                  </a:lnTo>
                  <a:lnTo>
                    <a:pt x="914824" y="898082"/>
                  </a:lnTo>
                  <a:lnTo>
                    <a:pt x="921609" y="9091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h9106"/>
            <p:cNvSpPr/>
            <p:nvPr/>
          </p:nvSpPr>
          <p:spPr>
            <a:xfrm>
              <a:off x="2547906" y="2586800"/>
              <a:ext cx="932174" cy="914399"/>
            </a:xfrm>
            <a:custGeom>
              <a:avLst/>
              <a:pathLst>
                <a:path w="932174" h="914399">
                  <a:moveTo>
                    <a:pt x="914399" y="914399"/>
                  </a:moveTo>
                  <a:lnTo>
                    <a:pt x="910491" y="913610"/>
                  </a:lnTo>
                  <a:lnTo>
                    <a:pt x="904720" y="893106"/>
                  </a:lnTo>
                  <a:lnTo>
                    <a:pt x="914086" y="880633"/>
                  </a:lnTo>
                  <a:lnTo>
                    <a:pt x="919617" y="870046"/>
                  </a:lnTo>
                  <a:lnTo>
                    <a:pt x="923545" y="870355"/>
                  </a:lnTo>
                  <a:lnTo>
                    <a:pt x="928910" y="881799"/>
                  </a:lnTo>
                  <a:lnTo>
                    <a:pt x="932174" y="89945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h9107"/>
            <p:cNvSpPr/>
            <p:nvPr/>
          </p:nvSpPr>
          <p:spPr>
            <a:xfrm>
              <a:off x="2141165" y="2838697"/>
              <a:ext cx="930938" cy="914400"/>
            </a:xfrm>
            <a:custGeom>
              <a:avLst/>
              <a:pathLst>
                <a:path w="930938" h="914400">
                  <a:moveTo>
                    <a:pt x="914400" y="914400"/>
                  </a:moveTo>
                  <a:lnTo>
                    <a:pt x="899907" y="906747"/>
                  </a:lnTo>
                  <a:lnTo>
                    <a:pt x="876325" y="877922"/>
                  </a:lnTo>
                  <a:lnTo>
                    <a:pt x="873357" y="870269"/>
                  </a:lnTo>
                  <a:lnTo>
                    <a:pt x="885747" y="875159"/>
                  </a:lnTo>
                  <a:lnTo>
                    <a:pt x="901124" y="890224"/>
                  </a:lnTo>
                  <a:lnTo>
                    <a:pt x="913717" y="893432"/>
                  </a:lnTo>
                  <a:lnTo>
                    <a:pt x="930938" y="906181"/>
                  </a:lnTo>
                  <a:lnTo>
                    <a:pt x="927066" y="9107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h9108"/>
            <p:cNvSpPr/>
            <p:nvPr/>
          </p:nvSpPr>
          <p:spPr>
            <a:xfrm>
              <a:off x="2054285" y="2826292"/>
              <a:ext cx="934054" cy="914400"/>
            </a:xfrm>
            <a:custGeom>
              <a:avLst/>
              <a:pathLst>
                <a:path w="934054" h="914400">
                  <a:moveTo>
                    <a:pt x="914400" y="914400"/>
                  </a:moveTo>
                  <a:lnTo>
                    <a:pt x="904351" y="905906"/>
                  </a:lnTo>
                  <a:lnTo>
                    <a:pt x="885913" y="902612"/>
                  </a:lnTo>
                  <a:lnTo>
                    <a:pt x="879294" y="848530"/>
                  </a:lnTo>
                  <a:lnTo>
                    <a:pt x="881193" y="845321"/>
                  </a:lnTo>
                  <a:lnTo>
                    <a:pt x="890467" y="849113"/>
                  </a:lnTo>
                  <a:lnTo>
                    <a:pt x="922273" y="874336"/>
                  </a:lnTo>
                  <a:lnTo>
                    <a:pt x="933391" y="901943"/>
                  </a:lnTo>
                  <a:lnTo>
                    <a:pt x="934054" y="9095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h9109"/>
            <p:cNvSpPr/>
            <p:nvPr/>
          </p:nvSpPr>
          <p:spPr>
            <a:xfrm>
              <a:off x="2173837" y="2512626"/>
              <a:ext cx="927878" cy="914400"/>
            </a:xfrm>
            <a:custGeom>
              <a:avLst/>
              <a:pathLst>
                <a:path w="927878" h="914400">
                  <a:moveTo>
                    <a:pt x="914400" y="914400"/>
                  </a:moveTo>
                  <a:lnTo>
                    <a:pt x="902433" y="907828"/>
                  </a:lnTo>
                  <a:lnTo>
                    <a:pt x="901179" y="885094"/>
                  </a:lnTo>
                  <a:lnTo>
                    <a:pt x="905715" y="864676"/>
                  </a:lnTo>
                  <a:lnTo>
                    <a:pt x="900387" y="846420"/>
                  </a:lnTo>
                  <a:lnTo>
                    <a:pt x="906250" y="834683"/>
                  </a:lnTo>
                  <a:lnTo>
                    <a:pt x="923084" y="862016"/>
                  </a:lnTo>
                  <a:lnTo>
                    <a:pt x="927878" y="874867"/>
                  </a:lnTo>
                  <a:lnTo>
                    <a:pt x="921387" y="890224"/>
                  </a:lnTo>
                  <a:lnTo>
                    <a:pt x="917608" y="90808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h9110"/>
            <p:cNvSpPr/>
            <p:nvPr/>
          </p:nvSpPr>
          <p:spPr>
            <a:xfrm>
              <a:off x="2253341" y="1998178"/>
              <a:ext cx="945191" cy="914400"/>
            </a:xfrm>
            <a:custGeom>
              <a:avLst/>
              <a:pathLst>
                <a:path w="945191" h="914400">
                  <a:moveTo>
                    <a:pt x="914400" y="914400"/>
                  </a:moveTo>
                  <a:lnTo>
                    <a:pt x="888420" y="902749"/>
                  </a:lnTo>
                  <a:lnTo>
                    <a:pt x="899889" y="886466"/>
                  </a:lnTo>
                  <a:lnTo>
                    <a:pt x="928431" y="878968"/>
                  </a:lnTo>
                  <a:lnTo>
                    <a:pt x="945191" y="881439"/>
                  </a:lnTo>
                  <a:lnTo>
                    <a:pt x="926753" y="897602"/>
                  </a:lnTo>
                  <a:lnTo>
                    <a:pt x="922088" y="9061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h9111"/>
            <p:cNvSpPr/>
            <p:nvPr/>
          </p:nvSpPr>
          <p:spPr>
            <a:xfrm>
              <a:off x="3015991" y="2779742"/>
              <a:ext cx="930699" cy="914400"/>
            </a:xfrm>
            <a:custGeom>
              <a:avLst/>
              <a:pathLst>
                <a:path w="930699" h="914400">
                  <a:moveTo>
                    <a:pt x="914400" y="914400"/>
                  </a:moveTo>
                  <a:lnTo>
                    <a:pt x="883202" y="904551"/>
                  </a:lnTo>
                  <a:lnTo>
                    <a:pt x="845183" y="880204"/>
                  </a:lnTo>
                  <a:lnTo>
                    <a:pt x="850752" y="832487"/>
                  </a:lnTo>
                  <a:lnTo>
                    <a:pt x="860505" y="811863"/>
                  </a:lnTo>
                  <a:lnTo>
                    <a:pt x="929851" y="865345"/>
                  </a:lnTo>
                  <a:lnTo>
                    <a:pt x="930699" y="885505"/>
                  </a:lnTo>
                  <a:lnTo>
                    <a:pt x="921369" y="90844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t9112"/>
            <p:cNvSpPr/>
            <p:nvPr/>
          </p:nvSpPr>
          <p:spPr>
            <a:xfrm>
              <a:off x="3128716" y="2274708"/>
              <a:ext cx="117405" cy="117405"/>
            </a:xfrm>
            <a:prstGeom prst="ellipse">
              <a:avLst/>
            </a:prstGeom>
            <a:solidFill>
              <a:srgbClr val="5FB35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t9113"/>
            <p:cNvSpPr/>
            <p:nvPr/>
          </p:nvSpPr>
          <p:spPr>
            <a:xfrm>
              <a:off x="3214180" y="2564527"/>
              <a:ext cx="117405" cy="117405"/>
            </a:xfrm>
            <a:prstGeom prst="ellipse">
              <a:avLst/>
            </a:prstGeom>
            <a:solidFill>
              <a:srgbClr val="1A985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t9114"/>
            <p:cNvSpPr/>
            <p:nvPr/>
          </p:nvSpPr>
          <p:spPr>
            <a:xfrm>
              <a:off x="3399795" y="3216587"/>
              <a:ext cx="117405" cy="117405"/>
            </a:xfrm>
            <a:prstGeom prst="ellipse">
              <a:avLst/>
            </a:prstGeom>
            <a:solidFill>
              <a:srgbClr val="64B65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t9115"/>
            <p:cNvSpPr/>
            <p:nvPr/>
          </p:nvSpPr>
          <p:spPr>
            <a:xfrm>
              <a:off x="3465968" y="3371770"/>
              <a:ext cx="117405" cy="117405"/>
            </a:xfrm>
            <a:prstGeom prst="ellipse">
              <a:avLst/>
            </a:prstGeom>
            <a:solidFill>
              <a:srgbClr val="1A985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t9116"/>
            <p:cNvSpPr/>
            <p:nvPr/>
          </p:nvSpPr>
          <p:spPr>
            <a:xfrm>
              <a:off x="3481255" y="3498030"/>
              <a:ext cx="117405" cy="117405"/>
            </a:xfrm>
            <a:prstGeom prst="ellipse">
              <a:avLst/>
            </a:prstGeom>
            <a:solidFill>
              <a:srgbClr val="FEE08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t9117"/>
            <p:cNvSpPr/>
            <p:nvPr/>
          </p:nvSpPr>
          <p:spPr>
            <a:xfrm>
              <a:off x="4117347" y="3055813"/>
              <a:ext cx="117405" cy="117405"/>
            </a:xfrm>
            <a:prstGeom prst="ellipse">
              <a:avLst/>
            </a:prstGeom>
            <a:solidFill>
              <a:srgbClr val="D9EF8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t9118"/>
            <p:cNvSpPr/>
            <p:nvPr/>
          </p:nvSpPr>
          <p:spPr>
            <a:xfrm>
              <a:off x="4188851" y="2690108"/>
              <a:ext cx="117405" cy="117405"/>
            </a:xfrm>
            <a:prstGeom prst="ellipse">
              <a:avLst/>
            </a:prstGeom>
            <a:solidFill>
              <a:srgbClr val="FFFFB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t9119"/>
            <p:cNvSpPr/>
            <p:nvPr/>
          </p:nvSpPr>
          <p:spPr>
            <a:xfrm>
              <a:off x="4632175" y="1938229"/>
              <a:ext cx="117405" cy="117405"/>
            </a:xfrm>
            <a:prstGeom prst="ellipse">
              <a:avLst/>
            </a:prstGeom>
            <a:solidFill>
              <a:srgbClr val="FFFFB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l9120"/>
            <p:cNvSpPr/>
            <p:nvPr/>
          </p:nvSpPr>
          <p:spPr>
            <a:xfrm>
              <a:off x="3530357" y="3329161"/>
              <a:ext cx="41158" cy="89012"/>
            </a:xfrm>
            <a:custGeom>
              <a:avLst/>
              <a:pathLst>
                <a:path w="41158" h="89012">
                  <a:moveTo>
                    <a:pt x="41158" y="0"/>
                  </a:moveTo>
                  <a:lnTo>
                    <a:pt x="0" y="89012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pg9121"/>
            <p:cNvSpPr/>
            <p:nvPr/>
          </p:nvSpPr>
          <p:spPr>
            <a:xfrm>
              <a:off x="3187577" y="2117420"/>
              <a:ext cx="253563" cy="156088"/>
            </a:xfrm>
            <a:custGeom>
              <a:avLst/>
              <a:pathLst>
                <a:path w="253563" h="156088">
                  <a:moveTo>
                    <a:pt x="27431" y="156088"/>
                  </a:moveTo>
                  <a:lnTo>
                    <a:pt x="226131" y="156088"/>
                  </a:lnTo>
                  <a:lnTo>
                    <a:pt x="225026" y="156065"/>
                  </a:lnTo>
                  <a:lnTo>
                    <a:pt x="229437" y="155888"/>
                  </a:lnTo>
                  <a:lnTo>
                    <a:pt x="233763" y="155005"/>
                  </a:lnTo>
                  <a:lnTo>
                    <a:pt x="237891" y="153439"/>
                  </a:lnTo>
                  <a:lnTo>
                    <a:pt x="241714" y="151232"/>
                  </a:lnTo>
                  <a:lnTo>
                    <a:pt x="245133" y="148440"/>
                  </a:lnTo>
                  <a:lnTo>
                    <a:pt x="248061" y="145135"/>
                  </a:lnTo>
                  <a:lnTo>
                    <a:pt x="250420" y="141404"/>
                  </a:lnTo>
                  <a:lnTo>
                    <a:pt x="252151" y="137342"/>
                  </a:lnTo>
                  <a:lnTo>
                    <a:pt x="253207" y="133056"/>
                  </a:lnTo>
                  <a:lnTo>
                    <a:pt x="253563" y="128656"/>
                  </a:lnTo>
                  <a:lnTo>
                    <a:pt x="253563" y="27432"/>
                  </a:lnTo>
                  <a:lnTo>
                    <a:pt x="253207" y="23031"/>
                  </a:lnTo>
                  <a:lnTo>
                    <a:pt x="252151" y="18745"/>
                  </a:lnTo>
                  <a:lnTo>
                    <a:pt x="250420" y="14683"/>
                  </a:lnTo>
                  <a:lnTo>
                    <a:pt x="248061" y="10952"/>
                  </a:lnTo>
                  <a:lnTo>
                    <a:pt x="245133" y="7647"/>
                  </a:lnTo>
                  <a:lnTo>
                    <a:pt x="241714" y="4855"/>
                  </a:lnTo>
                  <a:lnTo>
                    <a:pt x="237891" y="2648"/>
                  </a:lnTo>
                  <a:lnTo>
                    <a:pt x="233763" y="1083"/>
                  </a:lnTo>
                  <a:lnTo>
                    <a:pt x="229437" y="200"/>
                  </a:lnTo>
                  <a:lnTo>
                    <a:pt x="226131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2" name="tx9122"/>
            <p:cNvSpPr/>
            <p:nvPr/>
          </p:nvSpPr>
          <p:spPr>
            <a:xfrm>
              <a:off x="3233297" y="2163140"/>
              <a:ext cx="162123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  <p:sp>
          <p:nvSpPr>
            <p:cNvPr id="9123" name="pg9123"/>
            <p:cNvSpPr/>
            <p:nvPr/>
          </p:nvSpPr>
          <p:spPr>
            <a:xfrm>
              <a:off x="3027623" y="2682878"/>
              <a:ext cx="236829" cy="156088"/>
            </a:xfrm>
            <a:custGeom>
              <a:avLst/>
              <a:pathLst>
                <a:path w="236829" h="156088">
                  <a:moveTo>
                    <a:pt x="27431" y="156088"/>
                  </a:moveTo>
                  <a:lnTo>
                    <a:pt x="209397" y="156088"/>
                  </a:lnTo>
                  <a:lnTo>
                    <a:pt x="208293" y="156065"/>
                  </a:lnTo>
                  <a:lnTo>
                    <a:pt x="212704" y="155888"/>
                  </a:lnTo>
                  <a:lnTo>
                    <a:pt x="217029" y="155005"/>
                  </a:lnTo>
                  <a:lnTo>
                    <a:pt x="221157" y="153439"/>
                  </a:lnTo>
                  <a:lnTo>
                    <a:pt x="224980" y="151232"/>
                  </a:lnTo>
                  <a:lnTo>
                    <a:pt x="228400" y="148440"/>
                  </a:lnTo>
                  <a:lnTo>
                    <a:pt x="231327" y="145135"/>
                  </a:lnTo>
                  <a:lnTo>
                    <a:pt x="233687" y="141404"/>
                  </a:lnTo>
                  <a:lnTo>
                    <a:pt x="235417" y="137342"/>
                  </a:lnTo>
                  <a:lnTo>
                    <a:pt x="236474" y="133056"/>
                  </a:lnTo>
                  <a:lnTo>
                    <a:pt x="236829" y="128656"/>
                  </a:lnTo>
                  <a:lnTo>
                    <a:pt x="236829" y="27432"/>
                  </a:lnTo>
                  <a:lnTo>
                    <a:pt x="236474" y="23031"/>
                  </a:lnTo>
                  <a:lnTo>
                    <a:pt x="235417" y="18745"/>
                  </a:lnTo>
                  <a:lnTo>
                    <a:pt x="233687" y="14683"/>
                  </a:lnTo>
                  <a:lnTo>
                    <a:pt x="231327" y="10952"/>
                  </a:lnTo>
                  <a:lnTo>
                    <a:pt x="228400" y="7647"/>
                  </a:lnTo>
                  <a:lnTo>
                    <a:pt x="224980" y="4855"/>
                  </a:lnTo>
                  <a:lnTo>
                    <a:pt x="221157" y="2648"/>
                  </a:lnTo>
                  <a:lnTo>
                    <a:pt x="217029" y="1083"/>
                  </a:lnTo>
                  <a:lnTo>
                    <a:pt x="212704" y="200"/>
                  </a:lnTo>
                  <a:lnTo>
                    <a:pt x="209397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4" name="tx9124"/>
            <p:cNvSpPr/>
            <p:nvPr/>
          </p:nvSpPr>
          <p:spPr>
            <a:xfrm>
              <a:off x="3073343" y="2728598"/>
              <a:ext cx="145389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VIK</a:t>
              </a:r>
            </a:p>
          </p:txBody>
        </p:sp>
        <p:sp>
          <p:nvSpPr>
            <p:cNvPr id="9125" name="pg9125"/>
            <p:cNvSpPr/>
            <p:nvPr/>
          </p:nvSpPr>
          <p:spPr>
            <a:xfrm>
              <a:off x="3183107" y="3059572"/>
              <a:ext cx="297088" cy="156088"/>
            </a:xfrm>
            <a:custGeom>
              <a:avLst/>
              <a:pathLst>
                <a:path w="297088" h="156088">
                  <a:moveTo>
                    <a:pt x="27431" y="156088"/>
                  </a:moveTo>
                  <a:lnTo>
                    <a:pt x="269656" y="156088"/>
                  </a:lnTo>
                  <a:lnTo>
                    <a:pt x="268551" y="156065"/>
                  </a:lnTo>
                  <a:lnTo>
                    <a:pt x="272963" y="155888"/>
                  </a:lnTo>
                  <a:lnTo>
                    <a:pt x="277288" y="155005"/>
                  </a:lnTo>
                  <a:lnTo>
                    <a:pt x="281416" y="153439"/>
                  </a:lnTo>
                  <a:lnTo>
                    <a:pt x="285239" y="151232"/>
                  </a:lnTo>
                  <a:lnTo>
                    <a:pt x="288659" y="148440"/>
                  </a:lnTo>
                  <a:lnTo>
                    <a:pt x="291586" y="145135"/>
                  </a:lnTo>
                  <a:lnTo>
                    <a:pt x="293946" y="141404"/>
                  </a:lnTo>
                  <a:lnTo>
                    <a:pt x="295676" y="137342"/>
                  </a:lnTo>
                  <a:lnTo>
                    <a:pt x="296733" y="133056"/>
                  </a:lnTo>
                  <a:lnTo>
                    <a:pt x="297088" y="128656"/>
                  </a:lnTo>
                  <a:lnTo>
                    <a:pt x="297088" y="27431"/>
                  </a:lnTo>
                  <a:lnTo>
                    <a:pt x="296733" y="23031"/>
                  </a:lnTo>
                  <a:lnTo>
                    <a:pt x="295676" y="18745"/>
                  </a:lnTo>
                  <a:lnTo>
                    <a:pt x="293946" y="14683"/>
                  </a:lnTo>
                  <a:lnTo>
                    <a:pt x="291586" y="10952"/>
                  </a:lnTo>
                  <a:lnTo>
                    <a:pt x="288659" y="7647"/>
                  </a:lnTo>
                  <a:lnTo>
                    <a:pt x="285239" y="4855"/>
                  </a:lnTo>
                  <a:lnTo>
                    <a:pt x="281416" y="2648"/>
                  </a:lnTo>
                  <a:lnTo>
                    <a:pt x="277288" y="1083"/>
                  </a:lnTo>
                  <a:lnTo>
                    <a:pt x="272963" y="200"/>
                  </a:lnTo>
                  <a:lnTo>
                    <a:pt x="269656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6" name="tx9126"/>
            <p:cNvSpPr/>
            <p:nvPr/>
          </p:nvSpPr>
          <p:spPr>
            <a:xfrm>
              <a:off x="3228827" y="3105292"/>
              <a:ext cx="205648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HOG</a:t>
              </a:r>
            </a:p>
          </p:txBody>
        </p:sp>
        <p:sp>
          <p:nvSpPr>
            <p:cNvPr id="9127" name="pg9127"/>
            <p:cNvSpPr/>
            <p:nvPr/>
          </p:nvSpPr>
          <p:spPr>
            <a:xfrm>
              <a:off x="3571516" y="3214749"/>
              <a:ext cx="276971" cy="156088"/>
            </a:xfrm>
            <a:custGeom>
              <a:avLst/>
              <a:pathLst>
                <a:path w="276971" h="156088">
                  <a:moveTo>
                    <a:pt x="27431" y="156088"/>
                  </a:moveTo>
                  <a:lnTo>
                    <a:pt x="249539" y="156088"/>
                  </a:lnTo>
                  <a:lnTo>
                    <a:pt x="248435" y="156065"/>
                  </a:lnTo>
                  <a:lnTo>
                    <a:pt x="252846" y="155888"/>
                  </a:lnTo>
                  <a:lnTo>
                    <a:pt x="257171" y="155005"/>
                  </a:lnTo>
                  <a:lnTo>
                    <a:pt x="261299" y="153439"/>
                  </a:lnTo>
                  <a:lnTo>
                    <a:pt x="265122" y="151232"/>
                  </a:lnTo>
                  <a:lnTo>
                    <a:pt x="268542" y="148440"/>
                  </a:lnTo>
                  <a:lnTo>
                    <a:pt x="271470" y="145135"/>
                  </a:lnTo>
                  <a:lnTo>
                    <a:pt x="273829" y="141404"/>
                  </a:lnTo>
                  <a:lnTo>
                    <a:pt x="275560" y="137342"/>
                  </a:lnTo>
                  <a:lnTo>
                    <a:pt x="276616" y="133056"/>
                  </a:lnTo>
                  <a:lnTo>
                    <a:pt x="276971" y="128656"/>
                  </a:lnTo>
                  <a:lnTo>
                    <a:pt x="276971" y="27431"/>
                  </a:lnTo>
                  <a:lnTo>
                    <a:pt x="276616" y="23031"/>
                  </a:lnTo>
                  <a:lnTo>
                    <a:pt x="275560" y="18745"/>
                  </a:lnTo>
                  <a:lnTo>
                    <a:pt x="273829" y="14683"/>
                  </a:lnTo>
                  <a:lnTo>
                    <a:pt x="271470" y="10952"/>
                  </a:lnTo>
                  <a:lnTo>
                    <a:pt x="268542" y="7647"/>
                  </a:lnTo>
                  <a:lnTo>
                    <a:pt x="265122" y="4855"/>
                  </a:lnTo>
                  <a:lnTo>
                    <a:pt x="261299" y="2648"/>
                  </a:lnTo>
                  <a:lnTo>
                    <a:pt x="257171" y="1083"/>
                  </a:lnTo>
                  <a:lnTo>
                    <a:pt x="252846" y="200"/>
                  </a:lnTo>
                  <a:lnTo>
                    <a:pt x="24953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8" name="tx9128"/>
            <p:cNvSpPr/>
            <p:nvPr/>
          </p:nvSpPr>
          <p:spPr>
            <a:xfrm>
              <a:off x="3617236" y="3260469"/>
              <a:ext cx="185531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BAR</a:t>
              </a:r>
            </a:p>
          </p:txBody>
        </p:sp>
        <p:sp>
          <p:nvSpPr>
            <p:cNvPr id="9129" name="pg9129"/>
            <p:cNvSpPr/>
            <p:nvPr/>
          </p:nvSpPr>
          <p:spPr>
            <a:xfrm>
              <a:off x="3525451" y="3616138"/>
              <a:ext cx="282000" cy="156088"/>
            </a:xfrm>
            <a:custGeom>
              <a:avLst/>
              <a:pathLst>
                <a:path w="282000" h="156088">
                  <a:moveTo>
                    <a:pt x="27431" y="156088"/>
                  </a:moveTo>
                  <a:lnTo>
                    <a:pt x="254568" y="156088"/>
                  </a:lnTo>
                  <a:lnTo>
                    <a:pt x="253464" y="156065"/>
                  </a:lnTo>
                  <a:lnTo>
                    <a:pt x="257875" y="155888"/>
                  </a:lnTo>
                  <a:lnTo>
                    <a:pt x="262201" y="155005"/>
                  </a:lnTo>
                  <a:lnTo>
                    <a:pt x="266328" y="153439"/>
                  </a:lnTo>
                  <a:lnTo>
                    <a:pt x="270152" y="151232"/>
                  </a:lnTo>
                  <a:lnTo>
                    <a:pt x="273571" y="148440"/>
                  </a:lnTo>
                  <a:lnTo>
                    <a:pt x="276499" y="145135"/>
                  </a:lnTo>
                  <a:lnTo>
                    <a:pt x="278858" y="141404"/>
                  </a:lnTo>
                  <a:lnTo>
                    <a:pt x="280589" y="137342"/>
                  </a:lnTo>
                  <a:lnTo>
                    <a:pt x="281645" y="133056"/>
                  </a:lnTo>
                  <a:lnTo>
                    <a:pt x="282000" y="128656"/>
                  </a:lnTo>
                  <a:lnTo>
                    <a:pt x="282000" y="27432"/>
                  </a:lnTo>
                  <a:lnTo>
                    <a:pt x="281645" y="23031"/>
                  </a:lnTo>
                  <a:lnTo>
                    <a:pt x="280589" y="18745"/>
                  </a:lnTo>
                  <a:lnTo>
                    <a:pt x="278858" y="14683"/>
                  </a:lnTo>
                  <a:lnTo>
                    <a:pt x="276499" y="10952"/>
                  </a:lnTo>
                  <a:lnTo>
                    <a:pt x="273571" y="7647"/>
                  </a:lnTo>
                  <a:lnTo>
                    <a:pt x="270152" y="4855"/>
                  </a:lnTo>
                  <a:lnTo>
                    <a:pt x="266328" y="2648"/>
                  </a:lnTo>
                  <a:lnTo>
                    <a:pt x="262201" y="1083"/>
                  </a:lnTo>
                  <a:lnTo>
                    <a:pt x="257875" y="200"/>
                  </a:lnTo>
                  <a:lnTo>
                    <a:pt x="25456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0" name="tx9130"/>
            <p:cNvSpPr/>
            <p:nvPr/>
          </p:nvSpPr>
          <p:spPr>
            <a:xfrm>
              <a:off x="3571171" y="3661858"/>
              <a:ext cx="190560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KUR</a:t>
              </a:r>
            </a:p>
          </p:txBody>
        </p:sp>
        <p:sp>
          <p:nvSpPr>
            <p:cNvPr id="9131" name="pg9131"/>
            <p:cNvSpPr/>
            <p:nvPr/>
          </p:nvSpPr>
          <p:spPr>
            <a:xfrm>
              <a:off x="3939866" y="3174448"/>
              <a:ext cx="261975" cy="156088"/>
            </a:xfrm>
            <a:custGeom>
              <a:avLst/>
              <a:pathLst>
                <a:path w="261975" h="156088">
                  <a:moveTo>
                    <a:pt x="27432" y="156088"/>
                  </a:moveTo>
                  <a:lnTo>
                    <a:pt x="234543" y="156088"/>
                  </a:lnTo>
                  <a:lnTo>
                    <a:pt x="233439" y="156065"/>
                  </a:lnTo>
                  <a:lnTo>
                    <a:pt x="237850" y="155888"/>
                  </a:lnTo>
                  <a:lnTo>
                    <a:pt x="242175" y="155005"/>
                  </a:lnTo>
                  <a:lnTo>
                    <a:pt x="246303" y="153439"/>
                  </a:lnTo>
                  <a:lnTo>
                    <a:pt x="250126" y="151232"/>
                  </a:lnTo>
                  <a:lnTo>
                    <a:pt x="253546" y="148440"/>
                  </a:lnTo>
                  <a:lnTo>
                    <a:pt x="256473" y="145135"/>
                  </a:lnTo>
                  <a:lnTo>
                    <a:pt x="258833" y="141404"/>
                  </a:lnTo>
                  <a:lnTo>
                    <a:pt x="260563" y="137342"/>
                  </a:lnTo>
                  <a:lnTo>
                    <a:pt x="261620" y="133056"/>
                  </a:lnTo>
                  <a:lnTo>
                    <a:pt x="261975" y="128656"/>
                  </a:lnTo>
                  <a:lnTo>
                    <a:pt x="261975" y="27431"/>
                  </a:lnTo>
                  <a:lnTo>
                    <a:pt x="261620" y="23031"/>
                  </a:lnTo>
                  <a:lnTo>
                    <a:pt x="260563" y="18745"/>
                  </a:lnTo>
                  <a:lnTo>
                    <a:pt x="258833" y="14683"/>
                  </a:lnTo>
                  <a:lnTo>
                    <a:pt x="256473" y="10952"/>
                  </a:lnTo>
                  <a:lnTo>
                    <a:pt x="253546" y="7647"/>
                  </a:lnTo>
                  <a:lnTo>
                    <a:pt x="250126" y="4855"/>
                  </a:lnTo>
                  <a:lnTo>
                    <a:pt x="246303" y="2648"/>
                  </a:lnTo>
                  <a:lnTo>
                    <a:pt x="242175" y="1083"/>
                  </a:lnTo>
                  <a:lnTo>
                    <a:pt x="237850" y="200"/>
                  </a:lnTo>
                  <a:lnTo>
                    <a:pt x="23454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2" name="tx9132"/>
            <p:cNvSpPr/>
            <p:nvPr/>
          </p:nvSpPr>
          <p:spPr>
            <a:xfrm>
              <a:off x="3985586" y="3220168"/>
              <a:ext cx="170535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KAL</a:t>
              </a:r>
            </a:p>
          </p:txBody>
        </p:sp>
        <p:sp>
          <p:nvSpPr>
            <p:cNvPr id="9133" name="pg9133"/>
            <p:cNvSpPr/>
            <p:nvPr/>
          </p:nvSpPr>
          <p:spPr>
            <a:xfrm>
              <a:off x="4228478" y="2532966"/>
              <a:ext cx="292059" cy="156088"/>
            </a:xfrm>
            <a:custGeom>
              <a:avLst/>
              <a:pathLst>
                <a:path w="292059" h="156088">
                  <a:moveTo>
                    <a:pt x="27431" y="156088"/>
                  </a:moveTo>
                  <a:lnTo>
                    <a:pt x="264627" y="156088"/>
                  </a:lnTo>
                  <a:lnTo>
                    <a:pt x="263522" y="156065"/>
                  </a:lnTo>
                  <a:lnTo>
                    <a:pt x="267933" y="155888"/>
                  </a:lnTo>
                  <a:lnTo>
                    <a:pt x="272259" y="155005"/>
                  </a:lnTo>
                  <a:lnTo>
                    <a:pt x="276387" y="153439"/>
                  </a:lnTo>
                  <a:lnTo>
                    <a:pt x="280210" y="151232"/>
                  </a:lnTo>
                  <a:lnTo>
                    <a:pt x="283630" y="148440"/>
                  </a:lnTo>
                  <a:lnTo>
                    <a:pt x="286557" y="145135"/>
                  </a:lnTo>
                  <a:lnTo>
                    <a:pt x="288917" y="141404"/>
                  </a:lnTo>
                  <a:lnTo>
                    <a:pt x="290647" y="137342"/>
                  </a:lnTo>
                  <a:lnTo>
                    <a:pt x="291704" y="133056"/>
                  </a:lnTo>
                  <a:lnTo>
                    <a:pt x="292059" y="128656"/>
                  </a:lnTo>
                  <a:lnTo>
                    <a:pt x="292059" y="27431"/>
                  </a:lnTo>
                  <a:lnTo>
                    <a:pt x="291704" y="23031"/>
                  </a:lnTo>
                  <a:lnTo>
                    <a:pt x="290647" y="18745"/>
                  </a:lnTo>
                  <a:lnTo>
                    <a:pt x="288917" y="14683"/>
                  </a:lnTo>
                  <a:lnTo>
                    <a:pt x="286557" y="10952"/>
                  </a:lnTo>
                  <a:lnTo>
                    <a:pt x="283630" y="7647"/>
                  </a:lnTo>
                  <a:lnTo>
                    <a:pt x="280210" y="4855"/>
                  </a:lnTo>
                  <a:lnTo>
                    <a:pt x="276387" y="2648"/>
                  </a:lnTo>
                  <a:lnTo>
                    <a:pt x="272259" y="1083"/>
                  </a:lnTo>
                  <a:lnTo>
                    <a:pt x="267933" y="200"/>
                  </a:lnTo>
                  <a:lnTo>
                    <a:pt x="264627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4" name="tx9134"/>
            <p:cNvSpPr/>
            <p:nvPr/>
          </p:nvSpPr>
          <p:spPr>
            <a:xfrm>
              <a:off x="4274198" y="2578686"/>
              <a:ext cx="200619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</a:t>
              </a:r>
            </a:p>
          </p:txBody>
        </p:sp>
        <p:sp>
          <p:nvSpPr>
            <p:cNvPr id="9135" name="pg9135"/>
            <p:cNvSpPr/>
            <p:nvPr/>
          </p:nvSpPr>
          <p:spPr>
            <a:xfrm>
              <a:off x="4430706" y="2056446"/>
              <a:ext cx="267004" cy="156088"/>
            </a:xfrm>
            <a:custGeom>
              <a:avLst/>
              <a:pathLst>
                <a:path w="267004" h="156088">
                  <a:moveTo>
                    <a:pt x="27432" y="156088"/>
                  </a:moveTo>
                  <a:lnTo>
                    <a:pt x="239572" y="156088"/>
                  </a:lnTo>
                  <a:lnTo>
                    <a:pt x="238468" y="156065"/>
                  </a:lnTo>
                  <a:lnTo>
                    <a:pt x="242879" y="155888"/>
                  </a:lnTo>
                  <a:lnTo>
                    <a:pt x="247204" y="155005"/>
                  </a:lnTo>
                  <a:lnTo>
                    <a:pt x="251332" y="153439"/>
                  </a:lnTo>
                  <a:lnTo>
                    <a:pt x="255155" y="151232"/>
                  </a:lnTo>
                  <a:lnTo>
                    <a:pt x="258575" y="148440"/>
                  </a:lnTo>
                  <a:lnTo>
                    <a:pt x="261503" y="145135"/>
                  </a:lnTo>
                  <a:lnTo>
                    <a:pt x="263862" y="141404"/>
                  </a:lnTo>
                  <a:lnTo>
                    <a:pt x="265593" y="137342"/>
                  </a:lnTo>
                  <a:lnTo>
                    <a:pt x="266649" y="133056"/>
                  </a:lnTo>
                  <a:lnTo>
                    <a:pt x="267004" y="128656"/>
                  </a:lnTo>
                  <a:lnTo>
                    <a:pt x="267004" y="27432"/>
                  </a:lnTo>
                  <a:lnTo>
                    <a:pt x="266649" y="23031"/>
                  </a:lnTo>
                  <a:lnTo>
                    <a:pt x="265593" y="18745"/>
                  </a:lnTo>
                  <a:lnTo>
                    <a:pt x="263862" y="14683"/>
                  </a:lnTo>
                  <a:lnTo>
                    <a:pt x="261503" y="10952"/>
                  </a:lnTo>
                  <a:lnTo>
                    <a:pt x="258575" y="7647"/>
                  </a:lnTo>
                  <a:lnTo>
                    <a:pt x="255155" y="4855"/>
                  </a:lnTo>
                  <a:lnTo>
                    <a:pt x="251332" y="2648"/>
                  </a:lnTo>
                  <a:lnTo>
                    <a:pt x="247204" y="1083"/>
                  </a:lnTo>
                  <a:lnTo>
                    <a:pt x="242879" y="200"/>
                  </a:lnTo>
                  <a:lnTo>
                    <a:pt x="239572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6" name="tx9136"/>
            <p:cNvSpPr/>
            <p:nvPr/>
          </p:nvSpPr>
          <p:spPr>
            <a:xfrm>
              <a:off x="4476426" y="2102166"/>
              <a:ext cx="175564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BJO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4" name="tx1010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5" name="rc10105"/>
            <p:cNvSpPr/>
            <p:nvPr/>
          </p:nvSpPr>
          <p:spPr>
            <a:xfrm>
              <a:off x="2485887" y="1464512"/>
              <a:ext cx="2492223" cy="2705747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6" name="tx10106"/>
            <p:cNvSpPr/>
            <p:nvPr/>
          </p:nvSpPr>
          <p:spPr>
            <a:xfrm>
              <a:off x="2173534" y="400658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297892" y="398810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342607" y="400658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173534" y="365518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297892" y="363671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342607" y="365518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173534" y="330397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297892" y="3285501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342607" y="330397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173534" y="295239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297892" y="293392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342607" y="295239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173534" y="260118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297892" y="258270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342607" y="260118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173534" y="224978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297892" y="223131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342607" y="224978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173534" y="189838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297892" y="187991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342607" y="1898388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173534" y="154699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297892" y="152852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9" name="tx10129"/>
            <p:cNvSpPr/>
            <p:nvPr/>
          </p:nvSpPr>
          <p:spPr>
            <a:xfrm>
              <a:off x="2342607" y="154699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30" name="pl10130"/>
            <p:cNvSpPr/>
            <p:nvPr/>
          </p:nvSpPr>
          <p:spPr>
            <a:xfrm>
              <a:off x="2451092" y="404727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1" name="pl10131"/>
            <p:cNvSpPr/>
            <p:nvPr/>
          </p:nvSpPr>
          <p:spPr>
            <a:xfrm>
              <a:off x="2451092" y="369587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2" name="pl10132"/>
            <p:cNvSpPr/>
            <p:nvPr/>
          </p:nvSpPr>
          <p:spPr>
            <a:xfrm>
              <a:off x="2451092" y="334447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3" name="pl10133"/>
            <p:cNvSpPr/>
            <p:nvPr/>
          </p:nvSpPr>
          <p:spPr>
            <a:xfrm>
              <a:off x="2451092" y="299308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4" name="pl10134"/>
            <p:cNvSpPr/>
            <p:nvPr/>
          </p:nvSpPr>
          <p:spPr>
            <a:xfrm>
              <a:off x="2451092" y="2641688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5" name="pl10135"/>
            <p:cNvSpPr/>
            <p:nvPr/>
          </p:nvSpPr>
          <p:spPr>
            <a:xfrm>
              <a:off x="2451092" y="2290292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6" name="pl10136"/>
            <p:cNvSpPr/>
            <p:nvPr/>
          </p:nvSpPr>
          <p:spPr>
            <a:xfrm>
              <a:off x="2451092" y="193889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7" name="pl10137"/>
            <p:cNvSpPr/>
            <p:nvPr/>
          </p:nvSpPr>
          <p:spPr>
            <a:xfrm>
              <a:off x="2451092" y="158750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8" name="pl10138"/>
            <p:cNvSpPr/>
            <p:nvPr/>
          </p:nvSpPr>
          <p:spPr>
            <a:xfrm>
              <a:off x="2599170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9" name="pl10139"/>
            <p:cNvSpPr/>
            <p:nvPr/>
          </p:nvSpPr>
          <p:spPr>
            <a:xfrm>
              <a:off x="2976779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0" name="pl10140"/>
            <p:cNvSpPr/>
            <p:nvPr/>
          </p:nvSpPr>
          <p:spPr>
            <a:xfrm>
              <a:off x="3354389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1" name="pl10141"/>
            <p:cNvSpPr/>
            <p:nvPr/>
          </p:nvSpPr>
          <p:spPr>
            <a:xfrm>
              <a:off x="3731998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2" name="pl10142"/>
            <p:cNvSpPr/>
            <p:nvPr/>
          </p:nvSpPr>
          <p:spPr>
            <a:xfrm>
              <a:off x="4109608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3" name="pl10143"/>
            <p:cNvSpPr/>
            <p:nvPr/>
          </p:nvSpPr>
          <p:spPr>
            <a:xfrm>
              <a:off x="4487218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4" name="pl10144"/>
            <p:cNvSpPr/>
            <p:nvPr/>
          </p:nvSpPr>
          <p:spPr>
            <a:xfrm>
              <a:off x="4864827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5" name="tx10145"/>
            <p:cNvSpPr/>
            <p:nvPr/>
          </p:nvSpPr>
          <p:spPr>
            <a:xfrm>
              <a:off x="2492916" y="4233255"/>
              <a:ext cx="9326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58618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63089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854981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79340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024054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232591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56949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401663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10200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4559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779273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3987810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12168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156883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365420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89778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534492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743029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67388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4912102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6" name="tx10166"/>
            <p:cNvSpPr/>
            <p:nvPr/>
          </p:nvSpPr>
          <p:spPr>
            <a:xfrm>
              <a:off x="3425034" y="4372931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7" name="tx10167"/>
            <p:cNvSpPr/>
            <p:nvPr/>
          </p:nvSpPr>
          <p:spPr>
            <a:xfrm rot="-5400000">
              <a:off x="1810607" y="2767368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8" name="rc10168"/>
            <p:cNvSpPr/>
            <p:nvPr/>
          </p:nvSpPr>
          <p:spPr>
            <a:xfrm>
              <a:off x="5117288" y="2099623"/>
              <a:ext cx="645850" cy="143552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69" name="tx10169"/>
            <p:cNvSpPr/>
            <p:nvPr/>
          </p:nvSpPr>
          <p:spPr>
            <a:xfrm>
              <a:off x="5186877" y="2183934"/>
              <a:ext cx="49688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Survival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86877" y="2368280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362442" y="346373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2" name="pl10172"/>
            <p:cNvSpPr/>
            <p:nvPr/>
          </p:nvSpPr>
          <p:spPr>
            <a:xfrm>
              <a:off x="5362442" y="319032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3" name="pl10173"/>
            <p:cNvSpPr/>
            <p:nvPr/>
          </p:nvSpPr>
          <p:spPr>
            <a:xfrm>
              <a:off x="5362442" y="291692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4" name="pl10174"/>
            <p:cNvSpPr/>
            <p:nvPr/>
          </p:nvSpPr>
          <p:spPr>
            <a:xfrm>
              <a:off x="5362442" y="26435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5" name="pl10175"/>
            <p:cNvSpPr/>
            <p:nvPr/>
          </p:nvSpPr>
          <p:spPr>
            <a:xfrm>
              <a:off x="5362442" y="237010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6" name="pl10176"/>
            <p:cNvSpPr/>
            <p:nvPr/>
          </p:nvSpPr>
          <p:spPr>
            <a:xfrm>
              <a:off x="5186877" y="346373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7" name="pl10177"/>
            <p:cNvSpPr/>
            <p:nvPr/>
          </p:nvSpPr>
          <p:spPr>
            <a:xfrm>
              <a:off x="5186877" y="319032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8" name="pl10178"/>
            <p:cNvSpPr/>
            <p:nvPr/>
          </p:nvSpPr>
          <p:spPr>
            <a:xfrm>
              <a:off x="5186877" y="291692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9" name="pl10179"/>
            <p:cNvSpPr/>
            <p:nvPr/>
          </p:nvSpPr>
          <p:spPr>
            <a:xfrm>
              <a:off x="5186877" y="26435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0" name="pl10180"/>
            <p:cNvSpPr/>
            <p:nvPr/>
          </p:nvSpPr>
          <p:spPr>
            <a:xfrm>
              <a:off x="5186877" y="237010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1" name="tx10181"/>
            <p:cNvSpPr/>
            <p:nvPr/>
          </p:nvSpPr>
          <p:spPr>
            <a:xfrm>
              <a:off x="5475922" y="3423726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75922" y="3150320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5475922" y="2876915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5475922" y="2603509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5475922" y="2330104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2485887" y="1265444"/>
              <a:ext cx="11339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Current Treatment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2485887" y="983989"/>
              <a:ext cx="212159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(A) Absolute Survival</a:t>
              </a:r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939671" y="914400"/>
              <a:ext cx="3893056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2485887" y="1464512"/>
              <a:ext cx="2492223" cy="2705747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599170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976779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354389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731998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109608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4487218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864827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485887" y="4047271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485887" y="3695875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485887" y="3344479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85887" y="2993084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485887" y="2641688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485887" y="2290292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485887" y="1938896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485887" y="1587501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2619374" y="2853013"/>
              <a:ext cx="914399" cy="914776"/>
            </a:xfrm>
            <a:custGeom>
              <a:avLst/>
              <a:pathLst>
                <a:path w="914399" h="914776">
                  <a:moveTo>
                    <a:pt x="914399" y="914400"/>
                  </a:moveTo>
                  <a:lnTo>
                    <a:pt x="914399" y="914776"/>
                  </a:lnTo>
                  <a:lnTo>
                    <a:pt x="913595" y="914554"/>
                  </a:lnTo>
                  <a:lnTo>
                    <a:pt x="913038" y="914400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2619374" y="2853013"/>
              <a:ext cx="923840" cy="917386"/>
            </a:xfrm>
            <a:custGeom>
              <a:avLst/>
              <a:pathLst>
                <a:path w="923840" h="917386">
                  <a:moveTo>
                    <a:pt x="914399" y="914400"/>
                  </a:moveTo>
                  <a:lnTo>
                    <a:pt x="923840" y="914400"/>
                  </a:lnTo>
                  <a:lnTo>
                    <a:pt x="923822" y="917386"/>
                  </a:lnTo>
                  <a:lnTo>
                    <a:pt x="922544" y="917032"/>
                  </a:lnTo>
                  <a:lnTo>
                    <a:pt x="921266" y="916677"/>
                  </a:lnTo>
                  <a:lnTo>
                    <a:pt x="919987" y="916323"/>
                  </a:lnTo>
                  <a:lnTo>
                    <a:pt x="918709" y="915969"/>
                  </a:lnTo>
                  <a:lnTo>
                    <a:pt x="917431" y="915615"/>
                  </a:lnTo>
                  <a:lnTo>
                    <a:pt x="916152" y="915261"/>
                  </a:lnTo>
                  <a:lnTo>
                    <a:pt x="914873" y="914907"/>
                  </a:lnTo>
                  <a:lnTo>
                    <a:pt x="914399" y="914776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2628814" y="2853013"/>
              <a:ext cx="923840" cy="920015"/>
            </a:xfrm>
            <a:custGeom>
              <a:avLst/>
              <a:pathLst>
                <a:path w="923840" h="9200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015"/>
                  </a:lnTo>
                  <a:lnTo>
                    <a:pt x="923327" y="919872"/>
                  </a:lnTo>
                  <a:lnTo>
                    <a:pt x="922049" y="919516"/>
                  </a:lnTo>
                  <a:lnTo>
                    <a:pt x="920771" y="919161"/>
                  </a:lnTo>
                  <a:lnTo>
                    <a:pt x="919494" y="918806"/>
                  </a:lnTo>
                  <a:lnTo>
                    <a:pt x="918216" y="918451"/>
                  </a:lnTo>
                  <a:lnTo>
                    <a:pt x="916938" y="918096"/>
                  </a:lnTo>
                  <a:lnTo>
                    <a:pt x="915660" y="917741"/>
                  </a:lnTo>
                  <a:lnTo>
                    <a:pt x="914400" y="917391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2638254" y="2853013"/>
              <a:ext cx="923840" cy="922646"/>
            </a:xfrm>
            <a:custGeom>
              <a:avLst/>
              <a:pathLst>
                <a:path w="923840" h="92264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646"/>
                  </a:lnTo>
                  <a:lnTo>
                    <a:pt x="922829" y="922364"/>
                  </a:lnTo>
                  <a:lnTo>
                    <a:pt x="921551" y="922007"/>
                  </a:lnTo>
                  <a:lnTo>
                    <a:pt x="920274" y="921651"/>
                  </a:lnTo>
                  <a:lnTo>
                    <a:pt x="918997" y="921295"/>
                  </a:lnTo>
                  <a:lnTo>
                    <a:pt x="917719" y="920939"/>
                  </a:lnTo>
                  <a:lnTo>
                    <a:pt x="916442" y="920583"/>
                  </a:lnTo>
                  <a:lnTo>
                    <a:pt x="915164" y="920227"/>
                  </a:lnTo>
                  <a:lnTo>
                    <a:pt x="914400" y="920015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2647694" y="2853013"/>
              <a:ext cx="923840" cy="925286"/>
            </a:xfrm>
            <a:custGeom>
              <a:avLst/>
              <a:pathLst>
                <a:path w="923840" h="92528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5286"/>
                  </a:lnTo>
                  <a:lnTo>
                    <a:pt x="923604" y="925220"/>
                  </a:lnTo>
                  <a:lnTo>
                    <a:pt x="922327" y="924862"/>
                  </a:lnTo>
                  <a:lnTo>
                    <a:pt x="921050" y="924505"/>
                  </a:lnTo>
                  <a:lnTo>
                    <a:pt x="919774" y="924148"/>
                  </a:lnTo>
                  <a:lnTo>
                    <a:pt x="918497" y="923791"/>
                  </a:lnTo>
                  <a:lnTo>
                    <a:pt x="917220" y="923434"/>
                  </a:lnTo>
                  <a:lnTo>
                    <a:pt x="915943" y="923077"/>
                  </a:lnTo>
                  <a:lnTo>
                    <a:pt x="914666" y="922720"/>
                  </a:lnTo>
                  <a:lnTo>
                    <a:pt x="914400" y="922646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2657135" y="2853013"/>
              <a:ext cx="923840" cy="927934"/>
            </a:xfrm>
            <a:custGeom>
              <a:avLst/>
              <a:pathLst>
                <a:path w="923840" h="9279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934"/>
                  </a:lnTo>
                  <a:lnTo>
                    <a:pt x="923099" y="927726"/>
                  </a:lnTo>
                  <a:lnTo>
                    <a:pt x="921822" y="927367"/>
                  </a:lnTo>
                  <a:lnTo>
                    <a:pt x="920546" y="927009"/>
                  </a:lnTo>
                  <a:lnTo>
                    <a:pt x="919270" y="926651"/>
                  </a:lnTo>
                  <a:lnTo>
                    <a:pt x="917993" y="926293"/>
                  </a:lnTo>
                  <a:lnTo>
                    <a:pt x="916717" y="925935"/>
                  </a:lnTo>
                  <a:lnTo>
                    <a:pt x="915440" y="925577"/>
                  </a:lnTo>
                  <a:lnTo>
                    <a:pt x="914400" y="925286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2666575" y="2853013"/>
              <a:ext cx="923840" cy="930413"/>
            </a:xfrm>
            <a:custGeom>
              <a:avLst/>
              <a:pathLst>
                <a:path w="923840" h="93041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413"/>
                  </a:lnTo>
                  <a:lnTo>
                    <a:pt x="920358" y="929609"/>
                  </a:lnTo>
                  <a:lnTo>
                    <a:pt x="920040" y="929520"/>
                  </a:lnTo>
                  <a:lnTo>
                    <a:pt x="918763" y="929160"/>
                  </a:lnTo>
                  <a:lnTo>
                    <a:pt x="917487" y="928801"/>
                  </a:lnTo>
                  <a:lnTo>
                    <a:pt x="916211" y="928443"/>
                  </a:lnTo>
                  <a:lnTo>
                    <a:pt x="914935" y="928084"/>
                  </a:lnTo>
                  <a:lnTo>
                    <a:pt x="914400" y="927934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2676015" y="2853013"/>
              <a:ext cx="923840" cy="931809"/>
            </a:xfrm>
            <a:custGeom>
              <a:avLst/>
              <a:pathLst>
                <a:path w="923840" h="93180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809"/>
                  </a:lnTo>
                  <a:lnTo>
                    <a:pt x="922946" y="931782"/>
                  </a:lnTo>
                  <a:lnTo>
                    <a:pt x="916917" y="930994"/>
                  </a:lnTo>
                  <a:lnTo>
                    <a:pt x="914400" y="930413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2685455" y="28530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676"/>
                  </a:lnTo>
                  <a:lnTo>
                    <a:pt x="919550" y="931969"/>
                  </a:lnTo>
                  <a:lnTo>
                    <a:pt x="914400" y="93180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2694896" y="2853013"/>
              <a:ext cx="923840" cy="931676"/>
            </a:xfrm>
            <a:custGeom>
              <a:avLst/>
              <a:pathLst>
                <a:path w="923840" h="93167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096"/>
                  </a:lnTo>
                  <a:lnTo>
                    <a:pt x="922170" y="930545"/>
                  </a:lnTo>
                  <a:lnTo>
                    <a:pt x="916150" y="931557"/>
                  </a:lnTo>
                  <a:lnTo>
                    <a:pt x="914399" y="931676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2704336" y="2853013"/>
              <a:ext cx="923840" cy="930096"/>
            </a:xfrm>
            <a:custGeom>
              <a:avLst/>
              <a:pathLst>
                <a:path w="923840" h="93009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299"/>
                  </a:lnTo>
                  <a:lnTo>
                    <a:pt x="922976" y="927575"/>
                  </a:lnTo>
                  <a:lnTo>
                    <a:pt x="921556" y="928029"/>
                  </a:lnTo>
                  <a:lnTo>
                    <a:pt x="920136" y="928482"/>
                  </a:lnTo>
                  <a:lnTo>
                    <a:pt x="918712" y="928937"/>
                  </a:lnTo>
                  <a:lnTo>
                    <a:pt x="914400" y="930096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2713776" y="2853013"/>
              <a:ext cx="923840" cy="927299"/>
            </a:xfrm>
            <a:custGeom>
              <a:avLst/>
              <a:pathLst>
                <a:path w="923840" h="92729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4290"/>
                  </a:lnTo>
                  <a:lnTo>
                    <a:pt x="923478" y="924405"/>
                  </a:lnTo>
                  <a:lnTo>
                    <a:pt x="922058" y="924857"/>
                  </a:lnTo>
                  <a:lnTo>
                    <a:pt x="920637" y="925310"/>
                  </a:lnTo>
                  <a:lnTo>
                    <a:pt x="919217" y="925763"/>
                  </a:lnTo>
                  <a:lnTo>
                    <a:pt x="917796" y="926215"/>
                  </a:lnTo>
                  <a:lnTo>
                    <a:pt x="916376" y="926668"/>
                  </a:lnTo>
                  <a:lnTo>
                    <a:pt x="914956" y="927122"/>
                  </a:lnTo>
                  <a:lnTo>
                    <a:pt x="914399" y="92729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2723216" y="2853013"/>
              <a:ext cx="923840" cy="924290"/>
            </a:xfrm>
            <a:custGeom>
              <a:avLst/>
              <a:pathLst>
                <a:path w="923840" h="92429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1289"/>
                  </a:lnTo>
                  <a:lnTo>
                    <a:pt x="922564" y="921694"/>
                  </a:lnTo>
                  <a:lnTo>
                    <a:pt x="921143" y="922145"/>
                  </a:lnTo>
                  <a:lnTo>
                    <a:pt x="919722" y="922597"/>
                  </a:lnTo>
                  <a:lnTo>
                    <a:pt x="918301" y="923049"/>
                  </a:lnTo>
                  <a:lnTo>
                    <a:pt x="916880" y="923501"/>
                  </a:lnTo>
                  <a:lnTo>
                    <a:pt x="915459" y="923953"/>
                  </a:lnTo>
                  <a:lnTo>
                    <a:pt x="914400" y="924290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2732656" y="2853013"/>
              <a:ext cx="923840" cy="921289"/>
            </a:xfrm>
            <a:custGeom>
              <a:avLst/>
              <a:pathLst>
                <a:path w="923840" h="92128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8297"/>
                  </a:lnTo>
                  <a:lnTo>
                    <a:pt x="923075" y="918539"/>
                  </a:lnTo>
                  <a:lnTo>
                    <a:pt x="921653" y="918989"/>
                  </a:lnTo>
                  <a:lnTo>
                    <a:pt x="920231" y="919439"/>
                  </a:lnTo>
                  <a:lnTo>
                    <a:pt x="918810" y="919890"/>
                  </a:lnTo>
                  <a:lnTo>
                    <a:pt x="917388" y="920341"/>
                  </a:lnTo>
                  <a:lnTo>
                    <a:pt x="915967" y="920792"/>
                  </a:lnTo>
                  <a:lnTo>
                    <a:pt x="914545" y="921243"/>
                  </a:lnTo>
                  <a:lnTo>
                    <a:pt x="914399" y="92128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2742097" y="2853013"/>
              <a:ext cx="923840" cy="918297"/>
            </a:xfrm>
            <a:custGeom>
              <a:avLst/>
              <a:pathLst>
                <a:path w="923840" h="9182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313"/>
                  </a:lnTo>
                  <a:lnTo>
                    <a:pt x="923591" y="915391"/>
                  </a:lnTo>
                  <a:lnTo>
                    <a:pt x="922168" y="915841"/>
                  </a:lnTo>
                  <a:lnTo>
                    <a:pt x="920746" y="916290"/>
                  </a:lnTo>
                  <a:lnTo>
                    <a:pt x="919323" y="916739"/>
                  </a:lnTo>
                  <a:lnTo>
                    <a:pt x="917901" y="917189"/>
                  </a:lnTo>
                  <a:lnTo>
                    <a:pt x="916479" y="917639"/>
                  </a:lnTo>
                  <a:lnTo>
                    <a:pt x="915057" y="918089"/>
                  </a:lnTo>
                  <a:lnTo>
                    <a:pt x="914400" y="918297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2751537" y="2853013"/>
              <a:ext cx="917295" cy="915313"/>
            </a:xfrm>
            <a:custGeom>
              <a:avLst/>
              <a:pathLst>
                <a:path w="917295" h="915313">
                  <a:moveTo>
                    <a:pt x="914400" y="914400"/>
                  </a:moveTo>
                  <a:lnTo>
                    <a:pt x="917295" y="914400"/>
                  </a:lnTo>
                  <a:lnTo>
                    <a:pt x="916996" y="914494"/>
                  </a:lnTo>
                  <a:lnTo>
                    <a:pt x="915573" y="914943"/>
                  </a:lnTo>
                  <a:lnTo>
                    <a:pt x="914400" y="915313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2827059" y="2853013"/>
              <a:ext cx="914399" cy="915533"/>
            </a:xfrm>
            <a:custGeom>
              <a:avLst/>
              <a:pathLst>
                <a:path w="914399" h="915533">
                  <a:moveTo>
                    <a:pt x="914399" y="914400"/>
                  </a:moveTo>
                  <a:lnTo>
                    <a:pt x="914399" y="915533"/>
                  </a:lnTo>
                  <a:lnTo>
                    <a:pt x="911778" y="915324"/>
                  </a:lnTo>
                  <a:lnTo>
                    <a:pt x="906980" y="914400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2827059" y="2853013"/>
              <a:ext cx="923840" cy="915869"/>
            </a:xfrm>
            <a:custGeom>
              <a:avLst/>
              <a:pathLst>
                <a:path w="923840" h="9158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5698"/>
                  </a:lnTo>
                  <a:lnTo>
                    <a:pt x="918607" y="915869"/>
                  </a:lnTo>
                  <a:lnTo>
                    <a:pt x="914399" y="915533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2836499" y="2853013"/>
              <a:ext cx="923840" cy="915698"/>
            </a:xfrm>
            <a:custGeom>
              <a:avLst/>
              <a:pathLst>
                <a:path w="923840" h="91569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51"/>
                  </a:lnTo>
                  <a:lnTo>
                    <a:pt x="922611" y="915060"/>
                  </a:lnTo>
                  <a:lnTo>
                    <a:pt x="920409" y="915255"/>
                  </a:lnTo>
                  <a:lnTo>
                    <a:pt x="918208" y="915450"/>
                  </a:lnTo>
                  <a:lnTo>
                    <a:pt x="916001" y="915646"/>
                  </a:lnTo>
                  <a:lnTo>
                    <a:pt x="914400" y="91569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2845939" y="2853013"/>
              <a:ext cx="920667" cy="914951"/>
            </a:xfrm>
            <a:custGeom>
              <a:avLst/>
              <a:pathLst>
                <a:path w="920667" h="914951">
                  <a:moveTo>
                    <a:pt x="914400" y="914400"/>
                  </a:moveTo>
                  <a:lnTo>
                    <a:pt x="920667" y="914400"/>
                  </a:lnTo>
                  <a:lnTo>
                    <a:pt x="919776" y="914478"/>
                  </a:lnTo>
                  <a:lnTo>
                    <a:pt x="917574" y="914671"/>
                  </a:lnTo>
                  <a:lnTo>
                    <a:pt x="915372" y="914865"/>
                  </a:lnTo>
                  <a:lnTo>
                    <a:pt x="914400" y="914951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2572172" y="2835444"/>
              <a:ext cx="914400" cy="916302"/>
            </a:xfrm>
            <a:custGeom>
              <a:avLst/>
              <a:pathLst>
                <a:path w="914400" h="916302">
                  <a:moveTo>
                    <a:pt x="914400" y="914400"/>
                  </a:moveTo>
                  <a:lnTo>
                    <a:pt x="914400" y="916302"/>
                  </a:lnTo>
                  <a:lnTo>
                    <a:pt x="911402" y="914400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2572172" y="2835444"/>
              <a:ext cx="923840" cy="921175"/>
            </a:xfrm>
            <a:custGeom>
              <a:avLst/>
              <a:pathLst>
                <a:path w="923840" h="92117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1175"/>
                  </a:lnTo>
                  <a:lnTo>
                    <a:pt x="921386" y="920132"/>
                  </a:lnTo>
                  <a:lnTo>
                    <a:pt x="915703" y="917130"/>
                  </a:lnTo>
                  <a:lnTo>
                    <a:pt x="914400" y="916302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2581613" y="2835444"/>
              <a:ext cx="923840" cy="924550"/>
            </a:xfrm>
            <a:custGeom>
              <a:avLst/>
              <a:pathLst>
                <a:path w="923840" h="92455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550"/>
                  </a:lnTo>
                  <a:lnTo>
                    <a:pt x="923526" y="924464"/>
                  </a:lnTo>
                  <a:lnTo>
                    <a:pt x="917706" y="922579"/>
                  </a:lnTo>
                  <a:lnTo>
                    <a:pt x="914400" y="921175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2591053" y="2835444"/>
              <a:ext cx="923840" cy="927140"/>
            </a:xfrm>
            <a:custGeom>
              <a:avLst/>
              <a:pathLst>
                <a:path w="923840" h="92714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140"/>
                  </a:lnTo>
                  <a:lnTo>
                    <a:pt x="923048" y="926923"/>
                  </a:lnTo>
                  <a:lnTo>
                    <a:pt x="921769" y="926571"/>
                  </a:lnTo>
                  <a:lnTo>
                    <a:pt x="920489" y="926220"/>
                  </a:lnTo>
                  <a:lnTo>
                    <a:pt x="919209" y="925869"/>
                  </a:lnTo>
                  <a:lnTo>
                    <a:pt x="917929" y="925517"/>
                  </a:lnTo>
                  <a:lnTo>
                    <a:pt x="916649" y="925166"/>
                  </a:lnTo>
                  <a:lnTo>
                    <a:pt x="915369" y="924815"/>
                  </a:lnTo>
                  <a:lnTo>
                    <a:pt x="914400" y="924550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2600493" y="2835444"/>
              <a:ext cx="923840" cy="929739"/>
            </a:xfrm>
            <a:custGeom>
              <a:avLst/>
              <a:pathLst>
                <a:path w="923840" h="92973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9739"/>
                  </a:lnTo>
                  <a:lnTo>
                    <a:pt x="923522" y="929651"/>
                  </a:lnTo>
                  <a:lnTo>
                    <a:pt x="923203" y="929563"/>
                  </a:lnTo>
                  <a:lnTo>
                    <a:pt x="923044" y="929512"/>
                  </a:lnTo>
                  <a:lnTo>
                    <a:pt x="922884" y="929476"/>
                  </a:lnTo>
                  <a:lnTo>
                    <a:pt x="922565" y="929388"/>
                  </a:lnTo>
                  <a:lnTo>
                    <a:pt x="921285" y="929035"/>
                  </a:lnTo>
                  <a:lnTo>
                    <a:pt x="920005" y="928682"/>
                  </a:lnTo>
                  <a:lnTo>
                    <a:pt x="918726" y="928330"/>
                  </a:lnTo>
                  <a:lnTo>
                    <a:pt x="917447" y="927978"/>
                  </a:lnTo>
                  <a:lnTo>
                    <a:pt x="916167" y="927626"/>
                  </a:lnTo>
                  <a:lnTo>
                    <a:pt x="914888" y="927274"/>
                  </a:lnTo>
                  <a:lnTo>
                    <a:pt x="914399" y="927140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2609933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78" y="931969"/>
                  </a:lnTo>
                  <a:lnTo>
                    <a:pt x="921756" y="931770"/>
                  </a:lnTo>
                  <a:lnTo>
                    <a:pt x="920478" y="931417"/>
                  </a:lnTo>
                  <a:lnTo>
                    <a:pt x="919199" y="931063"/>
                  </a:lnTo>
                  <a:lnTo>
                    <a:pt x="917920" y="930710"/>
                  </a:lnTo>
                  <a:lnTo>
                    <a:pt x="916641" y="930357"/>
                  </a:lnTo>
                  <a:lnTo>
                    <a:pt x="915362" y="930004"/>
                  </a:lnTo>
                  <a:lnTo>
                    <a:pt x="914400" y="92973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2619374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2628814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2638254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2647694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2657135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2666575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2676015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2685455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2694896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2704336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2713776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2723216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2732656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2742097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2751537" y="285301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338"/>
                  </a:lnTo>
                  <a:lnTo>
                    <a:pt x="922688" y="912700"/>
                  </a:lnTo>
                  <a:lnTo>
                    <a:pt x="921265" y="913148"/>
                  </a:lnTo>
                  <a:lnTo>
                    <a:pt x="919842" y="913597"/>
                  </a:lnTo>
                  <a:lnTo>
                    <a:pt x="918419" y="914045"/>
                  </a:lnTo>
                  <a:lnTo>
                    <a:pt x="917295" y="914400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2760977" y="2835444"/>
              <a:ext cx="923840" cy="929907"/>
            </a:xfrm>
            <a:custGeom>
              <a:avLst/>
              <a:pathLst>
                <a:path w="923840" h="92990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940"/>
                  </a:lnTo>
                  <a:lnTo>
                    <a:pt x="923212" y="927138"/>
                  </a:lnTo>
                  <a:lnTo>
                    <a:pt x="921788" y="927585"/>
                  </a:lnTo>
                  <a:lnTo>
                    <a:pt x="920364" y="928032"/>
                  </a:lnTo>
                  <a:lnTo>
                    <a:pt x="918941" y="928479"/>
                  </a:lnTo>
                  <a:lnTo>
                    <a:pt x="917517" y="928927"/>
                  </a:lnTo>
                  <a:lnTo>
                    <a:pt x="916094" y="929374"/>
                  </a:lnTo>
                  <a:lnTo>
                    <a:pt x="914671" y="929822"/>
                  </a:lnTo>
                  <a:lnTo>
                    <a:pt x="914400" y="929907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2770417" y="2835444"/>
              <a:ext cx="923840" cy="926940"/>
            </a:xfrm>
            <a:custGeom>
              <a:avLst/>
              <a:pathLst>
                <a:path w="923840" h="926940">
                  <a:moveTo>
                    <a:pt x="914400" y="914400"/>
                  </a:moveTo>
                  <a:lnTo>
                    <a:pt x="923840" y="914400"/>
                  </a:lnTo>
                  <a:lnTo>
                    <a:pt x="923740" y="924013"/>
                  </a:lnTo>
                  <a:lnTo>
                    <a:pt x="922316" y="924459"/>
                  </a:lnTo>
                  <a:lnTo>
                    <a:pt x="920892" y="924905"/>
                  </a:lnTo>
                  <a:lnTo>
                    <a:pt x="919467" y="925351"/>
                  </a:lnTo>
                  <a:lnTo>
                    <a:pt x="918043" y="925798"/>
                  </a:lnTo>
                  <a:lnTo>
                    <a:pt x="916619" y="926244"/>
                  </a:lnTo>
                  <a:lnTo>
                    <a:pt x="915195" y="926691"/>
                  </a:lnTo>
                  <a:lnTo>
                    <a:pt x="914400" y="926940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2779858" y="2835444"/>
              <a:ext cx="923840" cy="924542"/>
            </a:xfrm>
            <a:custGeom>
              <a:avLst/>
              <a:pathLst>
                <a:path w="923840" h="92454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542"/>
                  </a:lnTo>
                  <a:lnTo>
                    <a:pt x="923281" y="924404"/>
                  </a:lnTo>
                  <a:lnTo>
                    <a:pt x="921674" y="924007"/>
                  </a:lnTo>
                  <a:lnTo>
                    <a:pt x="920068" y="923611"/>
                  </a:lnTo>
                  <a:lnTo>
                    <a:pt x="918462" y="923214"/>
                  </a:lnTo>
                  <a:lnTo>
                    <a:pt x="917563" y="922993"/>
                  </a:lnTo>
                  <a:lnTo>
                    <a:pt x="917149" y="923122"/>
                  </a:lnTo>
                  <a:lnTo>
                    <a:pt x="915724" y="923568"/>
                  </a:lnTo>
                  <a:lnTo>
                    <a:pt x="914400" y="923982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2789298" y="2835444"/>
              <a:ext cx="923840" cy="926880"/>
            </a:xfrm>
            <a:custGeom>
              <a:avLst/>
              <a:pathLst>
                <a:path w="923840" h="92688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6880"/>
                  </a:lnTo>
                  <a:lnTo>
                    <a:pt x="923475" y="926790"/>
                  </a:lnTo>
                  <a:lnTo>
                    <a:pt x="921870" y="926391"/>
                  </a:lnTo>
                  <a:lnTo>
                    <a:pt x="920264" y="925994"/>
                  </a:lnTo>
                  <a:lnTo>
                    <a:pt x="918658" y="925596"/>
                  </a:lnTo>
                  <a:lnTo>
                    <a:pt x="917052" y="925198"/>
                  </a:lnTo>
                  <a:lnTo>
                    <a:pt x="915446" y="924801"/>
                  </a:lnTo>
                  <a:lnTo>
                    <a:pt x="914399" y="924542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2798738" y="2835444"/>
              <a:ext cx="923840" cy="929225"/>
            </a:xfrm>
            <a:custGeom>
              <a:avLst/>
              <a:pathLst>
                <a:path w="923840" h="92922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9225"/>
                  </a:lnTo>
                  <a:lnTo>
                    <a:pt x="923667" y="929182"/>
                  </a:lnTo>
                  <a:lnTo>
                    <a:pt x="922062" y="928783"/>
                  </a:lnTo>
                  <a:lnTo>
                    <a:pt x="920457" y="928384"/>
                  </a:lnTo>
                  <a:lnTo>
                    <a:pt x="918851" y="927985"/>
                  </a:lnTo>
                  <a:lnTo>
                    <a:pt x="917246" y="927586"/>
                  </a:lnTo>
                  <a:lnTo>
                    <a:pt x="915641" y="927188"/>
                  </a:lnTo>
                  <a:lnTo>
                    <a:pt x="914400" y="926880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2808178" y="2835444"/>
              <a:ext cx="923840" cy="931579"/>
            </a:xfrm>
            <a:custGeom>
              <a:avLst/>
              <a:pathLst>
                <a:path w="923840" h="931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579"/>
                  </a:lnTo>
                  <a:lnTo>
                    <a:pt x="922251" y="931182"/>
                  </a:lnTo>
                  <a:lnTo>
                    <a:pt x="920646" y="930782"/>
                  </a:lnTo>
                  <a:lnTo>
                    <a:pt x="919041" y="930382"/>
                  </a:lnTo>
                  <a:lnTo>
                    <a:pt x="917436" y="929982"/>
                  </a:lnTo>
                  <a:lnTo>
                    <a:pt x="915832" y="929582"/>
                  </a:lnTo>
                  <a:lnTo>
                    <a:pt x="914400" y="929225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2817619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420" y="931969"/>
                  </a:lnTo>
                  <a:lnTo>
                    <a:pt x="914400" y="93157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2827059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2836499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2845939" y="285301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121"/>
                  </a:lnTo>
                  <a:lnTo>
                    <a:pt x="921977" y="914285"/>
                  </a:lnTo>
                  <a:lnTo>
                    <a:pt x="920667" y="914400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2855380" y="2835444"/>
              <a:ext cx="923840" cy="931691"/>
            </a:xfrm>
            <a:custGeom>
              <a:avLst/>
              <a:pathLst>
                <a:path w="923840" h="931691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10"/>
                  </a:lnTo>
                  <a:lnTo>
                    <a:pt x="920560" y="930872"/>
                  </a:lnTo>
                  <a:lnTo>
                    <a:pt x="914744" y="931661"/>
                  </a:lnTo>
                  <a:lnTo>
                    <a:pt x="914400" y="931691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2864820" y="2835444"/>
              <a:ext cx="923840" cy="930110"/>
            </a:xfrm>
            <a:custGeom>
              <a:avLst/>
              <a:pathLst>
                <a:path w="923840" h="93011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117"/>
                  </a:lnTo>
                  <a:lnTo>
                    <a:pt x="922646" y="927630"/>
                  </a:lnTo>
                  <a:lnTo>
                    <a:pt x="916905" y="929527"/>
                  </a:lnTo>
                  <a:lnTo>
                    <a:pt x="914400" y="930110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2874260" y="2835444"/>
              <a:ext cx="923840" cy="927117"/>
            </a:xfrm>
            <a:custGeom>
              <a:avLst/>
              <a:pathLst>
                <a:path w="923840" h="92711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549"/>
                  </a:lnTo>
                  <a:lnTo>
                    <a:pt x="918886" y="925186"/>
                  </a:lnTo>
                  <a:lnTo>
                    <a:pt x="914400" y="927117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2883700" y="2835444"/>
              <a:ext cx="923840" cy="922549"/>
            </a:xfrm>
            <a:custGeom>
              <a:avLst/>
              <a:pathLst>
                <a:path w="923840" h="92254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6240"/>
                  </a:lnTo>
                  <a:lnTo>
                    <a:pt x="920568" y="918683"/>
                  </a:lnTo>
                  <a:lnTo>
                    <a:pt x="915052" y="922201"/>
                  </a:lnTo>
                  <a:lnTo>
                    <a:pt x="914399" y="92254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2893141" y="2835444"/>
              <a:ext cx="916821" cy="916240"/>
            </a:xfrm>
            <a:custGeom>
              <a:avLst/>
              <a:pathLst>
                <a:path w="916821" h="916240">
                  <a:moveTo>
                    <a:pt x="914400" y="914400"/>
                  </a:moveTo>
                  <a:lnTo>
                    <a:pt x="916821" y="914400"/>
                  </a:lnTo>
                  <a:lnTo>
                    <a:pt x="916539" y="914642"/>
                  </a:lnTo>
                  <a:lnTo>
                    <a:pt x="914400" y="916240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2553292" y="2817874"/>
              <a:ext cx="914400" cy="918773"/>
            </a:xfrm>
            <a:custGeom>
              <a:avLst/>
              <a:pathLst>
                <a:path w="914400" h="918773">
                  <a:moveTo>
                    <a:pt x="914400" y="914400"/>
                  </a:moveTo>
                  <a:lnTo>
                    <a:pt x="914400" y="918773"/>
                  </a:lnTo>
                  <a:lnTo>
                    <a:pt x="912919" y="917321"/>
                  </a:lnTo>
                  <a:lnTo>
                    <a:pt x="910285" y="914400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2553292" y="2817874"/>
              <a:ext cx="923840" cy="927310"/>
            </a:xfrm>
            <a:custGeom>
              <a:avLst/>
              <a:pathLst>
                <a:path w="923840" h="92731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310"/>
                  </a:lnTo>
                  <a:lnTo>
                    <a:pt x="923508" y="927063"/>
                  </a:lnTo>
                  <a:lnTo>
                    <a:pt x="918145" y="922449"/>
                  </a:lnTo>
                  <a:lnTo>
                    <a:pt x="914400" y="918773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2562732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42" y="931969"/>
                  </a:lnTo>
                  <a:lnTo>
                    <a:pt x="919552" y="931150"/>
                  </a:lnTo>
                  <a:lnTo>
                    <a:pt x="914400" y="927310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2572172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2581613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2591053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2600493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2609933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2619374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2628814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2638254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2647694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2657135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2666575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2676015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2685455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2694896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2704336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2713776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2723216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2732656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274209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275153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276097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277041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2779858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2789298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2798738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2808178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2817619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2827059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2836499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2845939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2855380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2864820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2874260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2883700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2893141" y="283544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120"/>
                  </a:lnTo>
                  <a:lnTo>
                    <a:pt x="921831" y="910088"/>
                  </a:lnTo>
                  <a:lnTo>
                    <a:pt x="916821" y="914400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2902581" y="2817874"/>
              <a:ext cx="923840" cy="925690"/>
            </a:xfrm>
            <a:custGeom>
              <a:avLst/>
              <a:pathLst>
                <a:path w="923840" h="92569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478"/>
                  </a:lnTo>
                  <a:lnTo>
                    <a:pt x="922563" y="917060"/>
                  </a:lnTo>
                  <a:lnTo>
                    <a:pt x="917550" y="922603"/>
                  </a:lnTo>
                  <a:lnTo>
                    <a:pt x="914400" y="92569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2912021" y="2817874"/>
              <a:ext cx="915269" cy="915478"/>
            </a:xfrm>
            <a:custGeom>
              <a:avLst/>
              <a:pathLst>
                <a:path w="915269" h="915478">
                  <a:moveTo>
                    <a:pt x="914400" y="914400"/>
                  </a:moveTo>
                  <a:lnTo>
                    <a:pt x="915269" y="914400"/>
                  </a:lnTo>
                  <a:lnTo>
                    <a:pt x="914400" y="91547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2543852" y="2800304"/>
              <a:ext cx="914399" cy="925671"/>
            </a:xfrm>
            <a:custGeom>
              <a:avLst/>
              <a:pathLst>
                <a:path w="914399" h="925671">
                  <a:moveTo>
                    <a:pt x="914399" y="914400"/>
                  </a:moveTo>
                  <a:lnTo>
                    <a:pt x="914399" y="925671"/>
                  </a:lnTo>
                  <a:lnTo>
                    <a:pt x="912374" y="923149"/>
                  </a:lnTo>
                  <a:lnTo>
                    <a:pt x="907641" y="916568"/>
                  </a:lnTo>
                  <a:lnTo>
                    <a:pt x="906240" y="914400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2543852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25" y="931969"/>
                  </a:lnTo>
                  <a:lnTo>
                    <a:pt x="917284" y="929262"/>
                  </a:lnTo>
                  <a:lnTo>
                    <a:pt x="914399" y="925671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2553292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2562732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2572172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2581613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2591053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2600493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2609933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2619374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2628814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2638254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2647694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2657135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2666575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2676015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2685455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2694896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2704336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2713776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2723216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2732656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274209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275153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276097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277041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2779858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2789298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2798738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2808178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2817619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2827059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2836499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2845939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2855380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2864820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2874260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2883700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2893141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2902581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2912021" y="281787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847"/>
                  </a:lnTo>
                  <a:lnTo>
                    <a:pt x="923638" y="903141"/>
                  </a:lnTo>
                  <a:lnTo>
                    <a:pt x="922656" y="904574"/>
                  </a:lnTo>
                  <a:lnTo>
                    <a:pt x="917976" y="911045"/>
                  </a:lnTo>
                  <a:lnTo>
                    <a:pt x="915269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2921461" y="2800304"/>
              <a:ext cx="918528" cy="920417"/>
            </a:xfrm>
            <a:custGeom>
              <a:avLst/>
              <a:pathLst>
                <a:path w="918528" h="920417">
                  <a:moveTo>
                    <a:pt x="914399" y="914400"/>
                  </a:moveTo>
                  <a:lnTo>
                    <a:pt x="918528" y="914400"/>
                  </a:lnTo>
                  <a:lnTo>
                    <a:pt x="918106" y="915014"/>
                  </a:lnTo>
                  <a:lnTo>
                    <a:pt x="917129" y="916438"/>
                  </a:lnTo>
                  <a:lnTo>
                    <a:pt x="916151" y="917862"/>
                  </a:lnTo>
                  <a:lnTo>
                    <a:pt x="915175" y="919286"/>
                  </a:lnTo>
                  <a:lnTo>
                    <a:pt x="914399" y="920417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2534411" y="2782734"/>
              <a:ext cx="914400" cy="929987"/>
            </a:xfrm>
            <a:custGeom>
              <a:avLst/>
              <a:pathLst>
                <a:path w="914400" h="929987">
                  <a:moveTo>
                    <a:pt x="914400" y="914399"/>
                  </a:moveTo>
                  <a:lnTo>
                    <a:pt x="914400" y="929987"/>
                  </a:lnTo>
                  <a:lnTo>
                    <a:pt x="912539" y="927107"/>
                  </a:lnTo>
                  <a:lnTo>
                    <a:pt x="908200" y="919644"/>
                  </a:lnTo>
                  <a:lnTo>
                    <a:pt x="905453" y="91439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2534411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5680" y="931969"/>
                  </a:lnTo>
                  <a:lnTo>
                    <a:pt x="914400" y="929987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2543852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2553292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2562732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2572172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2581613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2591053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2600493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2609933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2619374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2628814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2638254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2647694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2657135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2666575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2676015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2685455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2694896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2704336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2713776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2723216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2732656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274209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275153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276097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277041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2779858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2789298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2798738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2808178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2817619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2827059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2836499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2845939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2855380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2864820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2874260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2883700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2893141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2902581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2912021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2921461" y="2800304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6667"/>
                  </a:lnTo>
                  <a:lnTo>
                    <a:pt x="922996" y="907895"/>
                  </a:lnTo>
                  <a:lnTo>
                    <a:pt x="922017" y="909319"/>
                  </a:lnTo>
                  <a:lnTo>
                    <a:pt x="921039" y="910742"/>
                  </a:lnTo>
                  <a:lnTo>
                    <a:pt x="920061" y="912166"/>
                  </a:lnTo>
                  <a:lnTo>
                    <a:pt x="919083" y="913590"/>
                  </a:lnTo>
                  <a:lnTo>
                    <a:pt x="918528" y="914400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2930902" y="2782734"/>
              <a:ext cx="921168" cy="924237"/>
            </a:xfrm>
            <a:custGeom>
              <a:avLst/>
              <a:pathLst>
                <a:path w="921168" h="924237">
                  <a:moveTo>
                    <a:pt x="914400" y="914399"/>
                  </a:moveTo>
                  <a:lnTo>
                    <a:pt x="921168" y="914399"/>
                  </a:lnTo>
                  <a:lnTo>
                    <a:pt x="920409" y="915502"/>
                  </a:lnTo>
                  <a:lnTo>
                    <a:pt x="919430" y="916925"/>
                  </a:lnTo>
                  <a:lnTo>
                    <a:pt x="918450" y="918348"/>
                  </a:lnTo>
                  <a:lnTo>
                    <a:pt x="917471" y="919771"/>
                  </a:lnTo>
                  <a:lnTo>
                    <a:pt x="916492" y="921194"/>
                  </a:lnTo>
                  <a:lnTo>
                    <a:pt x="915513" y="922618"/>
                  </a:lnTo>
                  <a:lnTo>
                    <a:pt x="914534" y="924041"/>
                  </a:lnTo>
                  <a:lnTo>
                    <a:pt x="914400" y="924237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2524971" y="2765164"/>
              <a:ext cx="914400" cy="931026"/>
            </a:xfrm>
            <a:custGeom>
              <a:avLst/>
              <a:pathLst>
                <a:path w="914400" h="931026">
                  <a:moveTo>
                    <a:pt x="914400" y="914400"/>
                  </a:moveTo>
                  <a:lnTo>
                    <a:pt x="914400" y="931026"/>
                  </a:lnTo>
                  <a:lnTo>
                    <a:pt x="913517" y="929341"/>
                  </a:lnTo>
                  <a:lnTo>
                    <a:pt x="909619" y="921078"/>
                  </a:lnTo>
                  <a:lnTo>
                    <a:pt x="906786" y="914400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252497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893" y="931969"/>
                  </a:lnTo>
                  <a:lnTo>
                    <a:pt x="914400" y="931026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253441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2543852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2553292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2562732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2572172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2581613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2591053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2600493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2609933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2619374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2628814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2638254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2647694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2657135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2666575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2676015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2685455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2694896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2704336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2713776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2723216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2732656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274209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275153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276097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277041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2779858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2789298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2798738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2808178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281761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2827059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283649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284593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2855380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2864820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2874260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2883700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289314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290258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291202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2921461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630">
                <a:alpha val="100000"/>
              </a:srgbClr>
            </a:solidFill>
            <a:ln w="5420" cap="flat">
              <a:solidFill>
                <a:srgbClr val="DE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2930902" y="2782734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0522"/>
                  </a:lnTo>
                  <a:lnTo>
                    <a:pt x="923350" y="911233"/>
                  </a:lnTo>
                  <a:lnTo>
                    <a:pt x="922370" y="912656"/>
                  </a:lnTo>
                  <a:lnTo>
                    <a:pt x="921389" y="914079"/>
                  </a:lnTo>
                  <a:lnTo>
                    <a:pt x="921168" y="91439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2940342" y="2765164"/>
              <a:ext cx="923840" cy="928092"/>
            </a:xfrm>
            <a:custGeom>
              <a:avLst/>
              <a:pathLst>
                <a:path w="923840" h="928092">
                  <a:moveTo>
                    <a:pt x="914399" y="914400"/>
                  </a:moveTo>
                  <a:lnTo>
                    <a:pt x="923840" y="914412"/>
                  </a:lnTo>
                  <a:lnTo>
                    <a:pt x="923725" y="914578"/>
                  </a:lnTo>
                  <a:lnTo>
                    <a:pt x="922742" y="916000"/>
                  </a:lnTo>
                  <a:lnTo>
                    <a:pt x="921760" y="917422"/>
                  </a:lnTo>
                  <a:lnTo>
                    <a:pt x="920778" y="918845"/>
                  </a:lnTo>
                  <a:lnTo>
                    <a:pt x="919796" y="920267"/>
                  </a:lnTo>
                  <a:lnTo>
                    <a:pt x="918815" y="921689"/>
                  </a:lnTo>
                  <a:lnTo>
                    <a:pt x="917833" y="923112"/>
                  </a:lnTo>
                  <a:lnTo>
                    <a:pt x="916852" y="924534"/>
                  </a:lnTo>
                  <a:lnTo>
                    <a:pt x="915871" y="925957"/>
                  </a:lnTo>
                  <a:lnTo>
                    <a:pt x="914890" y="927380"/>
                  </a:lnTo>
                  <a:lnTo>
                    <a:pt x="914399" y="928092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2515531" y="2747595"/>
              <a:ext cx="914400" cy="927394"/>
            </a:xfrm>
            <a:custGeom>
              <a:avLst/>
              <a:pathLst>
                <a:path w="914400" h="927394">
                  <a:moveTo>
                    <a:pt x="914400" y="914400"/>
                  </a:moveTo>
                  <a:lnTo>
                    <a:pt x="914400" y="927394"/>
                  </a:lnTo>
                  <a:lnTo>
                    <a:pt x="911984" y="921045"/>
                  </a:lnTo>
                  <a:lnTo>
                    <a:pt x="909725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251553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226" y="931969"/>
                  </a:lnTo>
                  <a:lnTo>
                    <a:pt x="915398" y="930018"/>
                  </a:lnTo>
                  <a:lnTo>
                    <a:pt x="914400" y="927394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252497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253441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2543852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2553292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2562732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2572172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2581613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2591053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2600493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2609933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2619374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262881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263825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264769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2657135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2666575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2676015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2685455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2694896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2704336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2713776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2723216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2732656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274209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275153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276097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277041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2779858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2789298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2798738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2808178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281761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2827059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283649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284593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2855380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2864820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2874260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2883700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289314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290258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291202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2921461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2930902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2940342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2949782" y="276516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642"/>
                  </a:lnTo>
                  <a:lnTo>
                    <a:pt x="920790" y="904807"/>
                  </a:lnTo>
                  <a:lnTo>
                    <a:pt x="916256" y="911726"/>
                  </a:lnTo>
                  <a:lnTo>
                    <a:pt x="915267" y="913156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2959222" y="2747595"/>
              <a:ext cx="916023" cy="917211"/>
            </a:xfrm>
            <a:custGeom>
              <a:avLst/>
              <a:pathLst>
                <a:path w="916023" h="917211">
                  <a:moveTo>
                    <a:pt x="914400" y="914400"/>
                  </a:moveTo>
                  <a:lnTo>
                    <a:pt x="916023" y="914400"/>
                  </a:lnTo>
                  <a:lnTo>
                    <a:pt x="915687" y="915031"/>
                  </a:lnTo>
                  <a:lnTo>
                    <a:pt x="914400" y="917211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2506091" y="2730025"/>
              <a:ext cx="914399" cy="916080"/>
            </a:xfrm>
            <a:custGeom>
              <a:avLst/>
              <a:pathLst>
                <a:path w="914399" h="916080">
                  <a:moveTo>
                    <a:pt x="914399" y="914400"/>
                  </a:moveTo>
                  <a:lnTo>
                    <a:pt x="914399" y="916080"/>
                  </a:lnTo>
                  <a:lnTo>
                    <a:pt x="913952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2506091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165" y="931969"/>
                  </a:lnTo>
                  <a:lnTo>
                    <a:pt x="918266" y="929323"/>
                  </a:lnTo>
                  <a:lnTo>
                    <a:pt x="915372" y="919737"/>
                  </a:lnTo>
                  <a:lnTo>
                    <a:pt x="914399" y="91608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251553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252497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253441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2543852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255329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256273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257217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258161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259105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2600493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260993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2619374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262881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263825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264769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2657135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2666575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2676015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2685455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2694896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2704336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2713776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2723216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2732656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274209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275153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276097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277041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2779858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2789298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2798738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2808178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281761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2827059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283649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284593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2855380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2864820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2874260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2883700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289314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290258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291202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2921461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293090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2940342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294978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2959222" y="2747595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855"/>
                  </a:lnTo>
                  <a:lnTo>
                    <a:pt x="923718" y="899136"/>
                  </a:lnTo>
                  <a:lnTo>
                    <a:pt x="919813" y="907277"/>
                  </a:lnTo>
                  <a:lnTo>
                    <a:pt x="916023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2968662" y="2730025"/>
              <a:ext cx="915274" cy="916425"/>
            </a:xfrm>
            <a:custGeom>
              <a:avLst/>
              <a:pathLst>
                <a:path w="915274" h="916425">
                  <a:moveTo>
                    <a:pt x="914400" y="914400"/>
                  </a:moveTo>
                  <a:lnTo>
                    <a:pt x="915274" y="914400"/>
                  </a:lnTo>
                  <a:lnTo>
                    <a:pt x="914400" y="916425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2506091" y="2712455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3952" y="931969"/>
                  </a:lnTo>
                  <a:lnTo>
                    <a:pt x="912751" y="927453"/>
                  </a:lnTo>
                  <a:lnTo>
                    <a:pt x="910409" y="917358"/>
                  </a:lnTo>
                  <a:lnTo>
                    <a:pt x="909819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2506091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251553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252497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253441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2543852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255329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256273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257217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258161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259105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2600493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260993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2619374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262881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263825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264769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2657135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2666575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2676015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2685455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2694896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2704336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2713776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2723216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2732656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274209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275153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276097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277041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2779858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2789298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2798738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2808178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281761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2827059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283649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284593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285538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286482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287426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2883700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289314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290258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291202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2921461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293090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2940342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294978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295922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2968662" y="2730025"/>
              <a:ext cx="922259" cy="914400"/>
            </a:xfrm>
            <a:custGeom>
              <a:avLst/>
              <a:pathLst>
                <a:path w="92225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259" y="896830"/>
                  </a:lnTo>
                  <a:lnTo>
                    <a:pt x="921384" y="899352"/>
                  </a:lnTo>
                  <a:lnTo>
                    <a:pt x="917952" y="908200"/>
                  </a:lnTo>
                  <a:lnTo>
                    <a:pt x="915274" y="914400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2506091" y="2694885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819" y="931969"/>
                  </a:lnTo>
                  <a:lnTo>
                    <a:pt x="908353" y="924620"/>
                  </a:lnTo>
                  <a:lnTo>
                    <a:pt x="906635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2506091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251553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252497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253441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2543852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255329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256273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257217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258161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259105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2600493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260993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2619374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262881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263825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264769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2657135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2666575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2676015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2685455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2694896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2704336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2713776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2723216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2732656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274209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275153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276097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277041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2779858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2789298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2798738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2808178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281761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2827059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283649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284593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285538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286482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287426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2883700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289314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290258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291202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2921461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293090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2940342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294978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295922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2968662" y="2712455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846"/>
                  </a:lnTo>
                  <a:lnTo>
                    <a:pt x="922259" y="914400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2978103" y="2694885"/>
              <a:ext cx="918447" cy="927415"/>
            </a:xfrm>
            <a:custGeom>
              <a:avLst/>
              <a:pathLst>
                <a:path w="918447" h="927415">
                  <a:moveTo>
                    <a:pt x="914400" y="914400"/>
                  </a:moveTo>
                  <a:lnTo>
                    <a:pt x="918447" y="914400"/>
                  </a:lnTo>
                  <a:lnTo>
                    <a:pt x="918048" y="915863"/>
                  </a:lnTo>
                  <a:lnTo>
                    <a:pt x="915125" y="925324"/>
                  </a:lnTo>
                  <a:lnTo>
                    <a:pt x="914400" y="927415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2496650" y="2677316"/>
              <a:ext cx="914400" cy="919549"/>
            </a:xfrm>
            <a:custGeom>
              <a:avLst/>
              <a:pathLst>
                <a:path w="914400" h="919549">
                  <a:moveTo>
                    <a:pt x="914400" y="914400"/>
                  </a:moveTo>
                  <a:lnTo>
                    <a:pt x="914400" y="919549"/>
                  </a:lnTo>
                  <a:lnTo>
                    <a:pt x="913842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249665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75" y="931969"/>
                  </a:lnTo>
                  <a:lnTo>
                    <a:pt x="916029" y="931696"/>
                  </a:lnTo>
                  <a:lnTo>
                    <a:pt x="914562" y="921045"/>
                  </a:lnTo>
                  <a:lnTo>
                    <a:pt x="914400" y="91954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2506091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251553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252497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253441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2543852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255329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256273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257217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258161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259105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2600493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260993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2619374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262881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263825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264769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2657135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2666575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2676015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2685455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2694896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2704336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2713776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2723216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2732656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274209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275153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276097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277041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2779858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2789298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2798738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2808178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281761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2827059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283649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284593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285538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286482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287426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2883700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289314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290258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291202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2921461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293090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2940342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294978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295922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296866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2978103" y="2694885"/>
              <a:ext cx="922925" cy="914400"/>
            </a:xfrm>
            <a:custGeom>
              <a:avLst/>
              <a:pathLst>
                <a:path w="92292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925" y="896830"/>
                  </a:lnTo>
                  <a:lnTo>
                    <a:pt x="920703" y="906133"/>
                  </a:lnTo>
                  <a:lnTo>
                    <a:pt x="918447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2496650" y="265974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3842" y="931969"/>
                  </a:lnTo>
                  <a:lnTo>
                    <a:pt x="913394" y="927836"/>
                  </a:lnTo>
                  <a:lnTo>
                    <a:pt x="912530" y="916959"/>
                  </a:lnTo>
                  <a:lnTo>
                    <a:pt x="912399" y="91439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249665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2506091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251553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252497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253441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2543852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255329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256273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257217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258161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259105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2600493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260993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2619374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262881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263825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264769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2657135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2666575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2676015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2685455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2694896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2704336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2713776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2723216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2732656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274209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275153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276097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277041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2779858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2789298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2798738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2808178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281761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2827059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283649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284593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285538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286482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287426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2883700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289314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290258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291202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2921461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293090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2940342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294978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295922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296866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2978103" y="2677316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0069"/>
                  </a:lnTo>
                  <a:lnTo>
                    <a:pt x="923085" y="913730"/>
                  </a:lnTo>
                  <a:lnTo>
                    <a:pt x="922925" y="914400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2987543" y="2659746"/>
              <a:ext cx="916920" cy="927639"/>
            </a:xfrm>
            <a:custGeom>
              <a:avLst/>
              <a:pathLst>
                <a:path w="916920" h="927639">
                  <a:moveTo>
                    <a:pt x="914400" y="914399"/>
                  </a:moveTo>
                  <a:lnTo>
                    <a:pt x="916920" y="914399"/>
                  </a:lnTo>
                  <a:lnTo>
                    <a:pt x="915746" y="921111"/>
                  </a:lnTo>
                  <a:lnTo>
                    <a:pt x="914400" y="92763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2496650" y="264217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99" y="931969"/>
                  </a:lnTo>
                  <a:lnTo>
                    <a:pt x="911972" y="923583"/>
                  </a:lnTo>
                  <a:lnTo>
                    <a:pt x="911762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249665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2506091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251553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252497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253441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2543852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255329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256273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257217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258161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259105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2600493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260993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2619374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262881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263825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264769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2657135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2666575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2676015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2685455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2694896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2704336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2713776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2723216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2732656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274209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275153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276097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277041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2779858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2789298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2798738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2808178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281761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2827059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283649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284593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285538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286482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287426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2883700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289314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290258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291202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2921461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293090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2940342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294978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295922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296866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297810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2987543" y="2659746"/>
              <a:ext cx="919472" cy="914399"/>
            </a:xfrm>
            <a:custGeom>
              <a:avLst/>
              <a:pathLst>
                <a:path w="919472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472" y="896830"/>
                  </a:lnTo>
                  <a:lnTo>
                    <a:pt x="919085" y="900195"/>
                  </a:lnTo>
                  <a:lnTo>
                    <a:pt x="917561" y="910733"/>
                  </a:lnTo>
                  <a:lnTo>
                    <a:pt x="916920" y="91439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2496650" y="262460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762" y="931969"/>
                  </a:lnTo>
                  <a:lnTo>
                    <a:pt x="911721" y="930167"/>
                  </a:lnTo>
                  <a:lnTo>
                    <a:pt x="911778" y="919173"/>
                  </a:lnTo>
                  <a:lnTo>
                    <a:pt x="911937" y="914400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249665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2506091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251553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252497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253441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2543852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255329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256273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257217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258161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259105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2600493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260993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2619374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262881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263825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264769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2657135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2666575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2676015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2685455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2694896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2704336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2713776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2723216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2732656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274209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275153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276097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277041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2779858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2789298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2798738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2808178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281761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2827059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283649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284593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285538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286482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287426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2883700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289314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290258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291202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2921461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293090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2940342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294978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295922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296866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297810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2987543" y="2642176"/>
              <a:ext cx="921200" cy="914400"/>
            </a:xfrm>
            <a:custGeom>
              <a:avLst/>
              <a:pathLst>
                <a:path w="92120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200" y="896830"/>
                  </a:lnTo>
                  <a:lnTo>
                    <a:pt x="920314" y="907094"/>
                  </a:lnTo>
                  <a:lnTo>
                    <a:pt x="919472" y="914400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496650" y="260703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937" y="931969"/>
                  </a:lnTo>
                  <a:lnTo>
                    <a:pt x="912143" y="925768"/>
                  </a:lnTo>
                  <a:lnTo>
                    <a:pt x="912815" y="914844"/>
                  </a:lnTo>
                  <a:lnTo>
                    <a:pt x="912856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9665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2506091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251553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252497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253441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2543852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255329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256273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257217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258161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259105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2600493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260993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2619374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262881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263825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264769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2657135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2666575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2676015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2685455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2694896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2704336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2713776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2723216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2732656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274209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275153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276097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277041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2779858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2789298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2798738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2808178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281761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2827059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283649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284593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285538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286482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287426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2883700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289314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290258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291202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2921461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293090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2940342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294978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295922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296866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297810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2987543" y="2624606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519"/>
                  </a:lnTo>
                  <a:lnTo>
                    <a:pt x="921532" y="908931"/>
                  </a:lnTo>
                  <a:lnTo>
                    <a:pt x="921244" y="913888"/>
                  </a:lnTo>
                  <a:lnTo>
                    <a:pt x="921200" y="914400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2996983" y="2607036"/>
              <a:ext cx="923840" cy="925089"/>
            </a:xfrm>
            <a:custGeom>
              <a:avLst/>
              <a:pathLst>
                <a:path w="923840" h="92508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8120"/>
                  </a:lnTo>
                  <a:lnTo>
                    <a:pt x="921337" y="920221"/>
                  </a:lnTo>
                  <a:lnTo>
                    <a:pt x="915742" y="924267"/>
                  </a:lnTo>
                  <a:lnTo>
                    <a:pt x="914399" y="92508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3006423" y="2607036"/>
              <a:ext cx="918648" cy="918120"/>
            </a:xfrm>
            <a:custGeom>
              <a:avLst/>
              <a:pathLst>
                <a:path w="918648" h="918120">
                  <a:moveTo>
                    <a:pt x="914400" y="914400"/>
                  </a:moveTo>
                  <a:lnTo>
                    <a:pt x="918648" y="914400"/>
                  </a:lnTo>
                  <a:lnTo>
                    <a:pt x="917368" y="915629"/>
                  </a:lnTo>
                  <a:lnTo>
                    <a:pt x="914400" y="918120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2496650" y="260703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856" y="914400"/>
                  </a:lnTo>
                  <a:lnTo>
                    <a:pt x="913793" y="904000"/>
                  </a:lnTo>
                  <a:lnTo>
                    <a:pt x="914400" y="89890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2506091" y="2589467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6479"/>
                  </a:lnTo>
                  <a:lnTo>
                    <a:pt x="905207" y="91439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2506091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251553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252497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253441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2543852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255329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256273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257217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258161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259105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2600493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260993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2619374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262881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263825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264769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265713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266657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267601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268545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2694896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2704336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2713776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2723216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2732656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274209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275153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276097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277041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2779858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2789298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2798738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2808178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281761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2827059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283649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284593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285538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286482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287426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2883700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289314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290258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291202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2921461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293090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2940342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294978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295922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296866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297810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298754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2996983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3006423" y="2607036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264"/>
                  </a:lnTo>
                  <a:lnTo>
                    <a:pt x="922702" y="910504"/>
                  </a:lnTo>
                  <a:lnTo>
                    <a:pt x="918648" y="914400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3015864" y="2589467"/>
              <a:ext cx="923840" cy="926834"/>
            </a:xfrm>
            <a:custGeom>
              <a:avLst/>
              <a:pathLst>
                <a:path w="923840" h="926834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15753"/>
                  </a:lnTo>
                  <a:lnTo>
                    <a:pt x="923454" y="916283"/>
                  </a:lnTo>
                  <a:lnTo>
                    <a:pt x="918441" y="922430"/>
                  </a:lnTo>
                  <a:lnTo>
                    <a:pt x="914399" y="926834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3025304" y="2589467"/>
              <a:ext cx="915385" cy="915753"/>
            </a:xfrm>
            <a:custGeom>
              <a:avLst/>
              <a:pathLst>
                <a:path w="915385" h="915753">
                  <a:moveTo>
                    <a:pt x="914400" y="914399"/>
                  </a:moveTo>
                  <a:lnTo>
                    <a:pt x="915385" y="914399"/>
                  </a:lnTo>
                  <a:lnTo>
                    <a:pt x="914400" y="915753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138587" y="2589467"/>
              <a:ext cx="914400" cy="917155"/>
            </a:xfrm>
            <a:custGeom>
              <a:avLst/>
              <a:pathLst>
                <a:path w="914400" h="917155">
                  <a:moveTo>
                    <a:pt x="914400" y="914399"/>
                  </a:moveTo>
                  <a:lnTo>
                    <a:pt x="914400" y="917155"/>
                  </a:lnTo>
                  <a:lnTo>
                    <a:pt x="909664" y="915098"/>
                  </a:lnTo>
                  <a:lnTo>
                    <a:pt x="908367" y="91439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138587" y="2589467"/>
              <a:ext cx="923840" cy="920148"/>
            </a:xfrm>
            <a:custGeom>
              <a:avLst/>
              <a:pathLst>
                <a:path w="923840" h="92014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148"/>
                  </a:lnTo>
                  <a:lnTo>
                    <a:pt x="921293" y="919555"/>
                  </a:lnTo>
                  <a:lnTo>
                    <a:pt x="915447" y="917610"/>
                  </a:lnTo>
                  <a:lnTo>
                    <a:pt x="914400" y="917155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148027" y="2589467"/>
              <a:ext cx="923840" cy="921728"/>
            </a:xfrm>
            <a:custGeom>
              <a:avLst/>
              <a:pathLst>
                <a:path w="923840" h="92172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1728"/>
                  </a:lnTo>
                  <a:lnTo>
                    <a:pt x="923669" y="921722"/>
                  </a:lnTo>
                  <a:lnTo>
                    <a:pt x="917746" y="920927"/>
                  </a:lnTo>
                  <a:lnTo>
                    <a:pt x="914400" y="92014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157467" y="2589467"/>
              <a:ext cx="923840" cy="921938"/>
            </a:xfrm>
            <a:custGeom>
              <a:avLst/>
              <a:pathLst>
                <a:path w="923840" h="92193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1713"/>
                  </a:lnTo>
                  <a:lnTo>
                    <a:pt x="920167" y="921938"/>
                  </a:lnTo>
                  <a:lnTo>
                    <a:pt x="914400" y="92172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166907" y="2589467"/>
              <a:ext cx="923840" cy="921713"/>
            </a:xfrm>
            <a:custGeom>
              <a:avLst/>
              <a:pathLst>
                <a:path w="923840" h="921713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308"/>
                  </a:lnTo>
                  <a:lnTo>
                    <a:pt x="922579" y="920633"/>
                  </a:lnTo>
                  <a:lnTo>
                    <a:pt x="916662" y="921574"/>
                  </a:lnTo>
                  <a:lnTo>
                    <a:pt x="914400" y="921713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176348" y="2589467"/>
              <a:ext cx="923840" cy="920308"/>
            </a:xfrm>
            <a:custGeom>
              <a:avLst/>
              <a:pathLst>
                <a:path w="923840" h="92030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389"/>
                  </a:lnTo>
                  <a:lnTo>
                    <a:pt x="919021" y="919115"/>
                  </a:lnTo>
                  <a:lnTo>
                    <a:pt x="914400" y="92030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185788" y="2589467"/>
              <a:ext cx="921116" cy="917389"/>
            </a:xfrm>
            <a:custGeom>
              <a:avLst/>
              <a:pathLst>
                <a:path w="921116" h="917389">
                  <a:moveTo>
                    <a:pt x="914399" y="914399"/>
                  </a:moveTo>
                  <a:lnTo>
                    <a:pt x="921116" y="914399"/>
                  </a:lnTo>
                  <a:lnTo>
                    <a:pt x="915413" y="917026"/>
                  </a:lnTo>
                  <a:lnTo>
                    <a:pt x="914399" y="91738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2496650" y="2571897"/>
              <a:ext cx="914400" cy="922216"/>
            </a:xfrm>
            <a:custGeom>
              <a:avLst/>
              <a:pathLst>
                <a:path w="914400" h="922216">
                  <a:moveTo>
                    <a:pt x="914400" y="914400"/>
                  </a:moveTo>
                  <a:lnTo>
                    <a:pt x="914400" y="922216"/>
                  </a:lnTo>
                  <a:lnTo>
                    <a:pt x="913069" y="919596"/>
                  </a:lnTo>
                  <a:lnTo>
                    <a:pt x="911661" y="916823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249665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7" y="931969"/>
                  </a:lnTo>
                  <a:lnTo>
                    <a:pt x="915072" y="928405"/>
                  </a:lnTo>
                  <a:lnTo>
                    <a:pt x="915632" y="924645"/>
                  </a:lnTo>
                  <a:lnTo>
                    <a:pt x="914477" y="922369"/>
                  </a:lnTo>
                  <a:lnTo>
                    <a:pt x="914400" y="922216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2506091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251553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252497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253441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2543852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255329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256273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257217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258161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259105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2600493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260993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2619374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262881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263825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264769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265713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266657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267601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268545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2694896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2704336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2713776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2723216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2732656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274209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275153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276097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277041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277985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2789298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279873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280817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281761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2827059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283649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284593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285538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286482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287426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2883700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289314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290258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291202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2921461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293090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2940342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294978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295922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296866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297810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298754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2996983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300642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3015864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3025304" y="2589467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640"/>
                  </a:lnTo>
                  <a:lnTo>
                    <a:pt x="922798" y="908490"/>
                  </a:lnTo>
                  <a:lnTo>
                    <a:pt x="921181" y="908256"/>
                  </a:lnTo>
                  <a:lnTo>
                    <a:pt x="919878" y="908068"/>
                  </a:lnTo>
                  <a:lnTo>
                    <a:pt x="918844" y="909652"/>
                  </a:lnTo>
                  <a:lnTo>
                    <a:pt x="915385" y="914399"/>
                  </a:lnTo>
                  <a:close/>
                </a:path>
              </a:pathLst>
            </a:custGeom>
            <a:solidFill>
              <a:srgbClr val="E75B3A">
                <a:alpha val="100000"/>
              </a:srgbClr>
            </a:solidFill>
            <a:ln w="5420" cap="flat">
              <a:solidFill>
                <a:srgbClr val="E75B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3034744" y="2571897"/>
              <a:ext cx="923840" cy="927579"/>
            </a:xfrm>
            <a:custGeom>
              <a:avLst/>
              <a:pathLst>
                <a:path w="923840" h="927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579"/>
                  </a:lnTo>
                  <a:lnTo>
                    <a:pt x="923057" y="927466"/>
                  </a:lnTo>
                  <a:lnTo>
                    <a:pt x="921441" y="927231"/>
                  </a:lnTo>
                  <a:lnTo>
                    <a:pt x="919824" y="926996"/>
                  </a:lnTo>
                  <a:lnTo>
                    <a:pt x="918208" y="926762"/>
                  </a:lnTo>
                  <a:lnTo>
                    <a:pt x="916591" y="926527"/>
                  </a:lnTo>
                  <a:lnTo>
                    <a:pt x="914975" y="926293"/>
                  </a:lnTo>
                  <a:lnTo>
                    <a:pt x="914400" y="926210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3044184" y="2571897"/>
              <a:ext cx="923840" cy="928956"/>
            </a:xfrm>
            <a:custGeom>
              <a:avLst/>
              <a:pathLst>
                <a:path w="923840" h="92895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956"/>
                  </a:lnTo>
                  <a:lnTo>
                    <a:pt x="923314" y="928879"/>
                  </a:lnTo>
                  <a:lnTo>
                    <a:pt x="921698" y="928643"/>
                  </a:lnTo>
                  <a:lnTo>
                    <a:pt x="920082" y="928407"/>
                  </a:lnTo>
                  <a:lnTo>
                    <a:pt x="918466" y="928172"/>
                  </a:lnTo>
                  <a:lnTo>
                    <a:pt x="916850" y="927936"/>
                  </a:lnTo>
                  <a:lnTo>
                    <a:pt x="915233" y="927701"/>
                  </a:lnTo>
                  <a:lnTo>
                    <a:pt x="914400" y="92757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053625" y="2571897"/>
              <a:ext cx="923840" cy="930155"/>
            </a:xfrm>
            <a:custGeom>
              <a:avLst/>
              <a:pathLst>
                <a:path w="923840" h="93015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155"/>
                  </a:lnTo>
                  <a:lnTo>
                    <a:pt x="919937" y="929767"/>
                  </a:lnTo>
                  <a:lnTo>
                    <a:pt x="918723" y="929589"/>
                  </a:lnTo>
                  <a:lnTo>
                    <a:pt x="917106" y="929352"/>
                  </a:lnTo>
                  <a:lnTo>
                    <a:pt x="915490" y="929116"/>
                  </a:lnTo>
                  <a:lnTo>
                    <a:pt x="914399" y="928956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063065" y="2571897"/>
              <a:ext cx="923840" cy="930364"/>
            </a:xfrm>
            <a:custGeom>
              <a:avLst/>
              <a:pathLst>
                <a:path w="923840" h="93036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97"/>
                  </a:lnTo>
                  <a:lnTo>
                    <a:pt x="921969" y="930364"/>
                  </a:lnTo>
                  <a:lnTo>
                    <a:pt x="916229" y="930336"/>
                  </a:lnTo>
                  <a:lnTo>
                    <a:pt x="914400" y="930155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072505" y="2571897"/>
              <a:ext cx="923840" cy="930197"/>
            </a:xfrm>
            <a:custGeom>
              <a:avLst/>
              <a:pathLst>
                <a:path w="923840" h="930197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8822"/>
                  </a:lnTo>
                  <a:lnTo>
                    <a:pt x="918263" y="929851"/>
                  </a:lnTo>
                  <a:lnTo>
                    <a:pt x="914399" y="930197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081945" y="2571897"/>
              <a:ext cx="923840" cy="928822"/>
            </a:xfrm>
            <a:custGeom>
              <a:avLst/>
              <a:pathLst>
                <a:path w="923840" h="92882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015"/>
                  </a:lnTo>
                  <a:lnTo>
                    <a:pt x="922364" y="926499"/>
                  </a:lnTo>
                  <a:lnTo>
                    <a:pt x="920211" y="927207"/>
                  </a:lnTo>
                  <a:lnTo>
                    <a:pt x="914535" y="928797"/>
                  </a:lnTo>
                  <a:lnTo>
                    <a:pt x="914400" y="928822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091386" y="2571897"/>
              <a:ext cx="923840" cy="926015"/>
            </a:xfrm>
            <a:custGeom>
              <a:avLst/>
              <a:pathLst>
                <a:path w="923840" h="9260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919"/>
                  </a:lnTo>
                  <a:lnTo>
                    <a:pt x="923662" y="922977"/>
                  </a:lnTo>
                  <a:lnTo>
                    <a:pt x="921514" y="923681"/>
                  </a:lnTo>
                  <a:lnTo>
                    <a:pt x="919366" y="924385"/>
                  </a:lnTo>
                  <a:lnTo>
                    <a:pt x="917219" y="925089"/>
                  </a:lnTo>
                  <a:lnTo>
                    <a:pt x="915071" y="925794"/>
                  </a:lnTo>
                  <a:lnTo>
                    <a:pt x="914400" y="926015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100826" y="2571897"/>
              <a:ext cx="923840" cy="922919"/>
            </a:xfrm>
            <a:custGeom>
              <a:avLst/>
              <a:pathLst>
                <a:path w="923840" h="92291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832"/>
                  </a:lnTo>
                  <a:lnTo>
                    <a:pt x="922817" y="920166"/>
                  </a:lnTo>
                  <a:lnTo>
                    <a:pt x="920668" y="920868"/>
                  </a:lnTo>
                  <a:lnTo>
                    <a:pt x="918519" y="921571"/>
                  </a:lnTo>
                  <a:lnTo>
                    <a:pt x="916370" y="922274"/>
                  </a:lnTo>
                  <a:lnTo>
                    <a:pt x="914400" y="92291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110266" y="2571897"/>
              <a:ext cx="923840" cy="923986"/>
            </a:xfrm>
            <a:custGeom>
              <a:avLst/>
              <a:pathLst>
                <a:path w="923840" h="92398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3986"/>
                  </a:lnTo>
                  <a:lnTo>
                    <a:pt x="923001" y="923398"/>
                  </a:lnTo>
                  <a:lnTo>
                    <a:pt x="921779" y="922542"/>
                  </a:lnTo>
                  <a:lnTo>
                    <a:pt x="920557" y="921686"/>
                  </a:lnTo>
                  <a:lnTo>
                    <a:pt x="919335" y="920830"/>
                  </a:lnTo>
                  <a:lnTo>
                    <a:pt x="918112" y="919974"/>
                  </a:lnTo>
                  <a:lnTo>
                    <a:pt x="916793" y="919051"/>
                  </a:lnTo>
                  <a:lnTo>
                    <a:pt x="915526" y="919464"/>
                  </a:lnTo>
                  <a:lnTo>
                    <a:pt x="914399" y="919832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119706" y="2571897"/>
              <a:ext cx="923840" cy="930134"/>
            </a:xfrm>
            <a:custGeom>
              <a:avLst/>
              <a:pathLst>
                <a:path w="923840" h="9301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34"/>
                  </a:lnTo>
                  <a:lnTo>
                    <a:pt x="922840" y="929595"/>
                  </a:lnTo>
                  <a:lnTo>
                    <a:pt x="917230" y="925970"/>
                  </a:lnTo>
                  <a:lnTo>
                    <a:pt x="916004" y="925111"/>
                  </a:lnTo>
                  <a:lnTo>
                    <a:pt x="914782" y="924254"/>
                  </a:lnTo>
                  <a:lnTo>
                    <a:pt x="914400" y="923986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12914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07" y="931969"/>
                  </a:lnTo>
                  <a:lnTo>
                    <a:pt x="914400" y="930134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13858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14802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15746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16690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17634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185788" y="2589467"/>
              <a:ext cx="923840" cy="914399"/>
            </a:xfrm>
            <a:custGeom>
              <a:avLst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12865"/>
                  </a:lnTo>
                  <a:lnTo>
                    <a:pt x="921116" y="91439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195228" y="2571897"/>
              <a:ext cx="923840" cy="930435"/>
            </a:xfrm>
            <a:custGeom>
              <a:avLst/>
              <a:pathLst>
                <a:path w="923840" h="93043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306"/>
                  </a:lnTo>
                  <a:lnTo>
                    <a:pt x="923003" y="924964"/>
                  </a:lnTo>
                  <a:lnTo>
                    <a:pt x="917419" y="928727"/>
                  </a:lnTo>
                  <a:lnTo>
                    <a:pt x="914400" y="930435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204668" y="2571897"/>
              <a:ext cx="923840" cy="924306"/>
            </a:xfrm>
            <a:custGeom>
              <a:avLst/>
              <a:pathLst>
                <a:path w="923840" h="92430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6602"/>
                  </a:lnTo>
                  <a:lnTo>
                    <a:pt x="923417" y="916959"/>
                  </a:lnTo>
                  <a:lnTo>
                    <a:pt x="922322" y="917883"/>
                  </a:lnTo>
                  <a:lnTo>
                    <a:pt x="921227" y="918807"/>
                  </a:lnTo>
                  <a:lnTo>
                    <a:pt x="920133" y="919732"/>
                  </a:lnTo>
                  <a:lnTo>
                    <a:pt x="919033" y="920661"/>
                  </a:lnTo>
                  <a:lnTo>
                    <a:pt x="914400" y="924306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214109" y="2571897"/>
              <a:ext cx="917010" cy="916602"/>
            </a:xfrm>
            <a:custGeom>
              <a:avLst/>
              <a:pathLst>
                <a:path w="917010" h="916602">
                  <a:moveTo>
                    <a:pt x="914400" y="914400"/>
                  </a:moveTo>
                  <a:lnTo>
                    <a:pt x="917010" y="914400"/>
                  </a:lnTo>
                  <a:lnTo>
                    <a:pt x="916168" y="915110"/>
                  </a:lnTo>
                  <a:lnTo>
                    <a:pt x="915072" y="916034"/>
                  </a:lnTo>
                  <a:lnTo>
                    <a:pt x="914400" y="916602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2487210" y="2554327"/>
              <a:ext cx="914400" cy="921219"/>
            </a:xfrm>
            <a:custGeom>
              <a:avLst/>
              <a:pathLst>
                <a:path w="914400" h="921219">
                  <a:moveTo>
                    <a:pt x="914400" y="914400"/>
                  </a:moveTo>
                  <a:lnTo>
                    <a:pt x="914400" y="921219"/>
                  </a:lnTo>
                  <a:lnTo>
                    <a:pt x="914050" y="920532"/>
                  </a:lnTo>
                  <a:lnTo>
                    <a:pt x="912637" y="917760"/>
                  </a:lnTo>
                  <a:lnTo>
                    <a:pt x="911225" y="914989"/>
                  </a:lnTo>
                  <a:lnTo>
                    <a:pt x="910924" y="914400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248721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69" y="931969"/>
                  </a:lnTo>
                  <a:lnTo>
                    <a:pt x="919692" y="931621"/>
                  </a:lnTo>
                  <a:lnTo>
                    <a:pt x="918282" y="928848"/>
                  </a:lnTo>
                  <a:lnTo>
                    <a:pt x="916872" y="926076"/>
                  </a:lnTo>
                  <a:lnTo>
                    <a:pt x="915461" y="923304"/>
                  </a:lnTo>
                  <a:lnTo>
                    <a:pt x="914400" y="92121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249665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2506091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251553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252497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253441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2543852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255329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256273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257217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258161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259105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2600493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260993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2619374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262881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263825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264769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265713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266657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267601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268545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269489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270433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271377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272321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273265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274209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275153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276097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277041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277985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2789298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279873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280817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281761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2827059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283649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284593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285538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286482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287426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2883700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289314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290258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291202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2921461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293090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2940342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294978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295922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296866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297810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298754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2996983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300642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3015864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302530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303474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304418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05362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06306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07250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08194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09138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10082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11026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11970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12914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13858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14802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15746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16690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17634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185788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19522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20466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214109" y="257189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39" y="908643"/>
                  </a:lnTo>
                  <a:lnTo>
                    <a:pt x="922743" y="909567"/>
                  </a:lnTo>
                  <a:lnTo>
                    <a:pt x="921647" y="910490"/>
                  </a:lnTo>
                  <a:lnTo>
                    <a:pt x="920550" y="911414"/>
                  </a:lnTo>
                  <a:lnTo>
                    <a:pt x="919455" y="912338"/>
                  </a:lnTo>
                  <a:lnTo>
                    <a:pt x="918359" y="913262"/>
                  </a:lnTo>
                  <a:lnTo>
                    <a:pt x="917263" y="914186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223549" y="2554327"/>
              <a:ext cx="923840" cy="926213"/>
            </a:xfrm>
            <a:custGeom>
              <a:avLst/>
              <a:pathLst>
                <a:path w="923840" h="92621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796"/>
                  </a:lnTo>
                  <a:lnTo>
                    <a:pt x="922848" y="918805"/>
                  </a:lnTo>
                  <a:lnTo>
                    <a:pt x="917694" y="923439"/>
                  </a:lnTo>
                  <a:lnTo>
                    <a:pt x="916592" y="924366"/>
                  </a:lnTo>
                  <a:lnTo>
                    <a:pt x="915496" y="925290"/>
                  </a:lnTo>
                  <a:lnTo>
                    <a:pt x="914400" y="926213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232989" y="2554327"/>
              <a:ext cx="917736" cy="917796"/>
            </a:xfrm>
            <a:custGeom>
              <a:avLst/>
              <a:pathLst>
                <a:path w="917736" h="917796">
                  <a:moveTo>
                    <a:pt x="914400" y="914400"/>
                  </a:moveTo>
                  <a:lnTo>
                    <a:pt x="917736" y="914400"/>
                  </a:lnTo>
                  <a:lnTo>
                    <a:pt x="914400" y="917796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2477770" y="2536757"/>
              <a:ext cx="914400" cy="920281"/>
            </a:xfrm>
            <a:custGeom>
              <a:avLst/>
              <a:pathLst>
                <a:path w="914400" h="920281">
                  <a:moveTo>
                    <a:pt x="914400" y="914399"/>
                  </a:moveTo>
                  <a:lnTo>
                    <a:pt x="914400" y="920281"/>
                  </a:lnTo>
                  <a:lnTo>
                    <a:pt x="913593" y="918703"/>
                  </a:lnTo>
                  <a:lnTo>
                    <a:pt x="912177" y="915932"/>
                  </a:lnTo>
                  <a:lnTo>
                    <a:pt x="911393" y="91439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247777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0365" y="931969"/>
                  </a:lnTo>
                  <a:lnTo>
                    <a:pt x="919252" y="929787"/>
                  </a:lnTo>
                  <a:lnTo>
                    <a:pt x="917838" y="927016"/>
                  </a:lnTo>
                  <a:lnTo>
                    <a:pt x="916424" y="924245"/>
                  </a:lnTo>
                  <a:lnTo>
                    <a:pt x="915009" y="921474"/>
                  </a:lnTo>
                  <a:lnTo>
                    <a:pt x="914400" y="920281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248721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249665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2506091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251553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252497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253441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2543852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255329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256273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257217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258161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259105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2600493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260993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2619374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262881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263825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264769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265713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266657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267601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268545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269489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270433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271377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272321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273265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274209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275153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276097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277041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277985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2789298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279873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280817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281761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2827059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283649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284593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285538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286482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287426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2883700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289314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290258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291202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2921461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293090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2940342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294978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295922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296866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297810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298754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2996983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300642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3015864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302530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303474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304418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05362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06306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07250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08194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09138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10082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11026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11970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12914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13858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14802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15746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16690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17634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185788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19522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20466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21410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22354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232989" y="255432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434"/>
                  </a:lnTo>
                  <a:lnTo>
                    <a:pt x="923307" y="908115"/>
                  </a:lnTo>
                  <a:lnTo>
                    <a:pt x="918430" y="913693"/>
                  </a:lnTo>
                  <a:lnTo>
                    <a:pt x="917736" y="914400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242429" y="2536757"/>
              <a:ext cx="922485" cy="925003"/>
            </a:xfrm>
            <a:custGeom>
              <a:avLst/>
              <a:pathLst>
                <a:path w="922485" h="925003">
                  <a:moveTo>
                    <a:pt x="914399" y="914399"/>
                  </a:moveTo>
                  <a:lnTo>
                    <a:pt x="922485" y="914399"/>
                  </a:lnTo>
                  <a:lnTo>
                    <a:pt x="922156" y="914843"/>
                  </a:lnTo>
                  <a:lnTo>
                    <a:pt x="920376" y="917242"/>
                  </a:lnTo>
                  <a:lnTo>
                    <a:pt x="918586" y="919655"/>
                  </a:lnTo>
                  <a:lnTo>
                    <a:pt x="914399" y="925003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2468330" y="2519187"/>
              <a:ext cx="914400" cy="919217"/>
            </a:xfrm>
            <a:custGeom>
              <a:avLst/>
              <a:pathLst>
                <a:path w="914400" h="919217">
                  <a:moveTo>
                    <a:pt x="914400" y="914400"/>
                  </a:moveTo>
                  <a:lnTo>
                    <a:pt x="914400" y="919217"/>
                  </a:lnTo>
                  <a:lnTo>
                    <a:pt x="912074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246833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33" y="931969"/>
                  </a:lnTo>
                  <a:lnTo>
                    <a:pt x="920201" y="930732"/>
                  </a:lnTo>
                  <a:lnTo>
                    <a:pt x="918783" y="927962"/>
                  </a:lnTo>
                  <a:lnTo>
                    <a:pt x="917365" y="925192"/>
                  </a:lnTo>
                  <a:lnTo>
                    <a:pt x="915938" y="922404"/>
                  </a:lnTo>
                  <a:lnTo>
                    <a:pt x="914400" y="919217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247777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248721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249665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2506091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251553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252497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253441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2543852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255329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256273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257217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258161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259105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2600493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260993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2619374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262881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263825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264769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265713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266657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267601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268545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269489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270433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271377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272321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273265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274209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275153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276097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277041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277985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2789298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279873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280817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281761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2827059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283649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284593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285538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286482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287426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2883700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289314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290258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291202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2921461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293090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2940342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294978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295922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296866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297810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298754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2996983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300642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C">
                <a:alpha val="100000"/>
              </a:srgbClr>
            </a:solidFill>
            <a:ln w="5420" cap="flat">
              <a:solidFill>
                <a:srgbClr val="E85C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3015864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302530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303474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304418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05362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06306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07250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08194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09138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10082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11026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11970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12914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13858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14802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15746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16690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17634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185788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19522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20466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21410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22354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23298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242429" y="2536757"/>
              <a:ext cx="923840" cy="914399"/>
            </a:xfrm>
            <a:custGeom>
              <a:avLst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12575"/>
                  </a:lnTo>
                  <a:lnTo>
                    <a:pt x="922485" y="91439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251870" y="2519187"/>
              <a:ext cx="923840" cy="930145"/>
            </a:xfrm>
            <a:custGeom>
              <a:avLst/>
              <a:pathLst>
                <a:path w="923840" h="93014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415"/>
                  </a:lnTo>
                  <a:lnTo>
                    <a:pt x="923422" y="918010"/>
                  </a:lnTo>
                  <a:lnTo>
                    <a:pt x="921627" y="920422"/>
                  </a:lnTo>
                  <a:lnTo>
                    <a:pt x="919844" y="922819"/>
                  </a:lnTo>
                  <a:lnTo>
                    <a:pt x="918061" y="925217"/>
                  </a:lnTo>
                  <a:lnTo>
                    <a:pt x="916278" y="927615"/>
                  </a:lnTo>
                  <a:lnTo>
                    <a:pt x="914497" y="930014"/>
                  </a:lnTo>
                  <a:lnTo>
                    <a:pt x="914400" y="930145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261310" y="2519187"/>
              <a:ext cx="916518" cy="917415"/>
            </a:xfrm>
            <a:custGeom>
              <a:avLst/>
              <a:pathLst>
                <a:path w="916518" h="917415">
                  <a:moveTo>
                    <a:pt x="914400" y="914400"/>
                  </a:moveTo>
                  <a:lnTo>
                    <a:pt x="916518" y="914400"/>
                  </a:lnTo>
                  <a:lnTo>
                    <a:pt x="914400" y="917415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2458890" y="2501618"/>
              <a:ext cx="914400" cy="914794"/>
            </a:xfrm>
            <a:custGeom>
              <a:avLst/>
              <a:pathLst>
                <a:path w="914400" h="914794">
                  <a:moveTo>
                    <a:pt x="914400" y="914400"/>
                  </a:moveTo>
                  <a:lnTo>
                    <a:pt x="914400" y="914794"/>
                  </a:lnTo>
                  <a:lnTo>
                    <a:pt x="914250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245889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515" y="931969"/>
                  </a:lnTo>
                  <a:lnTo>
                    <a:pt x="920907" y="930710"/>
                  </a:lnTo>
                  <a:lnTo>
                    <a:pt x="916738" y="920972"/>
                  </a:lnTo>
                  <a:lnTo>
                    <a:pt x="914400" y="914794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246833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247777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248721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249665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2506091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251553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252497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253441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2543852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255329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256273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257217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258161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259105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2600493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260993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2619374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262881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263825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264769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265713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266657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267601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268545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269489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270433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271377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272321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273265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274209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275153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276097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277041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277985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2789298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279873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280817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281761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2827059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283649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284593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285538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286482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287426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2883700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289314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290258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291202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2921461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293090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2940342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294978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295922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296866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297810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298754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2996983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300642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3015864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302530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303474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304418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05362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06306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07250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08194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09138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10082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11026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11970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12914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13858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14802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15746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16690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17634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185788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19522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20466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21410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22354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23298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242429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25187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261310" y="251918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121"/>
                  </a:lnTo>
                  <a:lnTo>
                    <a:pt x="923728" y="903321"/>
                  </a:lnTo>
                  <a:lnTo>
                    <a:pt x="918964" y="910917"/>
                  </a:lnTo>
                  <a:lnTo>
                    <a:pt x="916518" y="914400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270750" y="2501618"/>
              <a:ext cx="917929" cy="920691"/>
            </a:xfrm>
            <a:custGeom>
              <a:avLst/>
              <a:pathLst>
                <a:path w="917929" h="920691">
                  <a:moveTo>
                    <a:pt x="914400" y="914400"/>
                  </a:moveTo>
                  <a:lnTo>
                    <a:pt x="917929" y="914400"/>
                  </a:lnTo>
                  <a:lnTo>
                    <a:pt x="914400" y="920691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2458890" y="248404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250" y="931969"/>
                  </a:lnTo>
                  <a:lnTo>
                    <a:pt x="912885" y="928363"/>
                  </a:lnTo>
                  <a:lnTo>
                    <a:pt x="912048" y="926007"/>
                  </a:lnTo>
                  <a:lnTo>
                    <a:pt x="911216" y="923666"/>
                  </a:lnTo>
                  <a:lnTo>
                    <a:pt x="910384" y="921325"/>
                  </a:lnTo>
                  <a:lnTo>
                    <a:pt x="909551" y="918984"/>
                  </a:lnTo>
                  <a:lnTo>
                    <a:pt x="908718" y="916643"/>
                  </a:lnTo>
                  <a:lnTo>
                    <a:pt x="907920" y="914400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245889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246833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247777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248721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249665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2506091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251553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252497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253441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2543852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255329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256273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257217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258161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259105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2600493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260993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2619374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262881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263825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264769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265713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266657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267601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268545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269489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270433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271377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272321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273265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274209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275153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276097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277041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277985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2789298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279873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280817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281761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2827059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283649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284593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285538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286482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287426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2883700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289314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290258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291202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2921461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293090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2940342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294978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295922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296866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297810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298754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2996983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300642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3015864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302530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303474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304418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05362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06306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07250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08194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09138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10082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11026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11970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12914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13858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14802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15746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16690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17634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185788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19522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20466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21410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22354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23298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242429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25187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26131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270750" y="250161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42"/>
                  </a:lnTo>
                  <a:lnTo>
                    <a:pt x="923102" y="904286"/>
                  </a:lnTo>
                  <a:lnTo>
                    <a:pt x="918818" y="912815"/>
                  </a:lnTo>
                  <a:lnTo>
                    <a:pt x="917929" y="914400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280190" y="2484048"/>
              <a:ext cx="917010" cy="920212"/>
            </a:xfrm>
            <a:custGeom>
              <a:avLst/>
              <a:pathLst>
                <a:path w="917010" h="920212">
                  <a:moveTo>
                    <a:pt x="914400" y="914400"/>
                  </a:moveTo>
                  <a:lnTo>
                    <a:pt x="917010" y="914400"/>
                  </a:lnTo>
                  <a:lnTo>
                    <a:pt x="914400" y="920212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2449449" y="2466478"/>
              <a:ext cx="914400" cy="926054"/>
            </a:xfrm>
            <a:custGeom>
              <a:avLst/>
              <a:pathLst>
                <a:path w="914400" h="926054">
                  <a:moveTo>
                    <a:pt x="914400" y="914399"/>
                  </a:moveTo>
                  <a:lnTo>
                    <a:pt x="914400" y="926054"/>
                  </a:lnTo>
                  <a:lnTo>
                    <a:pt x="913765" y="924932"/>
                  </a:lnTo>
                  <a:lnTo>
                    <a:pt x="909713" y="916980"/>
                  </a:lnTo>
                  <a:lnTo>
                    <a:pt x="908528" y="91439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244944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325" y="931872"/>
                  </a:lnTo>
                  <a:lnTo>
                    <a:pt x="916706" y="930132"/>
                  </a:lnTo>
                  <a:lnTo>
                    <a:pt x="914400" y="926054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245889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246833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247777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248721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249665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2506091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251553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252497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253441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2543852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255329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256273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257217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258161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259105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2600493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260993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2619374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262881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263825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264769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265713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266657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267601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268545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269489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270433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271377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272321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273265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274209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275153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276097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277041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277985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2789298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279873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280817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281761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2827059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283649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284593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285538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286482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287426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2883700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289314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290258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291202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2921461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293090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2940342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294978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295922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296866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297810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298754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2996983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300642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3015864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302530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303474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304418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05362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06306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07250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08194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09138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10082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11026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11970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12914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13858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14802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15746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16690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17634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185788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19522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20466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21410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22354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23298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242429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25187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26131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27075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280190" y="2484048"/>
              <a:ext cx="923826" cy="914400"/>
            </a:xfrm>
            <a:custGeom>
              <a:avLst/>
              <a:pathLst>
                <a:path w="92382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26" y="896830"/>
                  </a:lnTo>
                  <a:lnTo>
                    <a:pt x="921435" y="903539"/>
                  </a:lnTo>
                  <a:lnTo>
                    <a:pt x="917685" y="912898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2440009" y="2448908"/>
              <a:ext cx="914400" cy="923967"/>
            </a:xfrm>
            <a:custGeom>
              <a:avLst/>
              <a:pathLst>
                <a:path w="914400" h="923967">
                  <a:moveTo>
                    <a:pt x="914400" y="914400"/>
                  </a:moveTo>
                  <a:lnTo>
                    <a:pt x="914400" y="923967"/>
                  </a:lnTo>
                  <a:lnTo>
                    <a:pt x="911740" y="917524"/>
                  </a:lnTo>
                  <a:lnTo>
                    <a:pt x="910584" y="91440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244000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968" y="931969"/>
                  </a:lnTo>
                  <a:lnTo>
                    <a:pt x="915328" y="926216"/>
                  </a:lnTo>
                  <a:lnTo>
                    <a:pt x="914400" y="923967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244944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245889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246833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247777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248721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249665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250609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251553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252497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253441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2543852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255329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256273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257217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258161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259105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2600493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260993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2619374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262881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263825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264769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265713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266657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267601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268545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269489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270433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271377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272321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273265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274209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275153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276097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277041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277985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2789298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279873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280817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281761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2827059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283649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284593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285538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286482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287426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2883700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289314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290258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291202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292146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293090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2940342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294978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A">
                <a:alpha val="100000"/>
              </a:srgbClr>
            </a:solidFill>
            <a:ln w="5420" cap="flat">
              <a:solidFill>
                <a:srgbClr val="E75B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295922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296866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297810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298754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2996983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300642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3015864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302530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303474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304418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05362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06306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07250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08194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09138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10082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11026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11970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12914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13858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14802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15746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16690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17634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185788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19522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20466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21410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22354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23298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242429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25187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26131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27075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280190" y="2466478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26" y="91439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289631" y="2448908"/>
              <a:ext cx="919955" cy="931930"/>
            </a:xfrm>
            <a:custGeom>
              <a:avLst/>
              <a:pathLst>
                <a:path w="919955" h="931930">
                  <a:moveTo>
                    <a:pt x="914400" y="914400"/>
                  </a:moveTo>
                  <a:lnTo>
                    <a:pt x="919955" y="914400"/>
                  </a:lnTo>
                  <a:lnTo>
                    <a:pt x="919530" y="915838"/>
                  </a:lnTo>
                  <a:lnTo>
                    <a:pt x="918633" y="918875"/>
                  </a:lnTo>
                  <a:lnTo>
                    <a:pt x="915462" y="928948"/>
                  </a:lnTo>
                  <a:lnTo>
                    <a:pt x="914400" y="931930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2430569" y="2431338"/>
              <a:ext cx="914400" cy="915506"/>
            </a:xfrm>
            <a:custGeom>
              <a:avLst/>
              <a:pathLst>
                <a:path w="914400" h="915506">
                  <a:moveTo>
                    <a:pt x="914400" y="914400"/>
                  </a:moveTo>
                  <a:lnTo>
                    <a:pt x="914400" y="915506"/>
                  </a:lnTo>
                  <a:lnTo>
                    <a:pt x="914076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243056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25" y="931969"/>
                  </a:lnTo>
                  <a:lnTo>
                    <a:pt x="917841" y="926066"/>
                  </a:lnTo>
                  <a:lnTo>
                    <a:pt x="914757" y="916728"/>
                  </a:lnTo>
                  <a:lnTo>
                    <a:pt x="914400" y="915506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244000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244944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245889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246833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247777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248721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249665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250609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251553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252497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253441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2543852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255329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256273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257217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258161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259105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2600493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260993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2619374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262881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263825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264769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265713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266657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267601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268545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269489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270433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271377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2732656" y="2448908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00" y="896830"/>
                  </a:lnTo>
                  <a:lnTo>
                    <a:pt x="909298" y="899301"/>
                  </a:lnTo>
                  <a:lnTo>
                    <a:pt x="909534" y="899227"/>
                  </a:lnTo>
                  <a:lnTo>
                    <a:pt x="909894" y="899114"/>
                  </a:lnTo>
                  <a:lnTo>
                    <a:pt x="910254" y="899001"/>
                  </a:lnTo>
                  <a:lnTo>
                    <a:pt x="910614" y="898887"/>
                  </a:lnTo>
                  <a:lnTo>
                    <a:pt x="910974" y="898774"/>
                  </a:lnTo>
                  <a:lnTo>
                    <a:pt x="911334" y="898661"/>
                  </a:lnTo>
                  <a:lnTo>
                    <a:pt x="911693" y="898548"/>
                  </a:lnTo>
                  <a:lnTo>
                    <a:pt x="912053" y="898435"/>
                  </a:lnTo>
                  <a:lnTo>
                    <a:pt x="912413" y="898322"/>
                  </a:lnTo>
                  <a:lnTo>
                    <a:pt x="912773" y="898209"/>
                  </a:lnTo>
                  <a:lnTo>
                    <a:pt x="913133" y="898096"/>
                  </a:lnTo>
                  <a:lnTo>
                    <a:pt x="913493" y="897983"/>
                  </a:lnTo>
                  <a:lnTo>
                    <a:pt x="913853" y="897870"/>
                  </a:lnTo>
                  <a:lnTo>
                    <a:pt x="914213" y="897757"/>
                  </a:lnTo>
                  <a:lnTo>
                    <a:pt x="914399" y="89769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2742097" y="243133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268"/>
                  </a:lnTo>
                  <a:lnTo>
                    <a:pt x="905132" y="915214"/>
                  </a:lnTo>
                  <a:lnTo>
                    <a:pt x="905492" y="915101"/>
                  </a:lnTo>
                  <a:lnTo>
                    <a:pt x="905852" y="914988"/>
                  </a:lnTo>
                  <a:lnTo>
                    <a:pt x="906212" y="914875"/>
                  </a:lnTo>
                  <a:lnTo>
                    <a:pt x="906572" y="914762"/>
                  </a:lnTo>
                  <a:lnTo>
                    <a:pt x="906932" y="914650"/>
                  </a:lnTo>
                  <a:lnTo>
                    <a:pt x="907292" y="914537"/>
                  </a:lnTo>
                  <a:lnTo>
                    <a:pt x="907729" y="914400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274209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275153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276097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277041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277985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2789298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279873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280817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281761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2827059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283649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284593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285538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286482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287426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2883700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289314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290258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291202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292146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293090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2940342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294978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295922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296866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297810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298754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2996983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300642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3015864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302530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303474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304418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05362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06306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07250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08194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09138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10082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11026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11970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12914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13858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14802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15746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16690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17634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185788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19522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20466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21410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22354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23298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242429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25187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26131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27075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28019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289631" y="244890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60"/>
                  </a:lnTo>
                  <a:lnTo>
                    <a:pt x="923099" y="903762"/>
                  </a:lnTo>
                  <a:lnTo>
                    <a:pt x="922207" y="906781"/>
                  </a:lnTo>
                  <a:lnTo>
                    <a:pt x="921314" y="909800"/>
                  </a:lnTo>
                  <a:lnTo>
                    <a:pt x="920422" y="912819"/>
                  </a:lnTo>
                  <a:lnTo>
                    <a:pt x="919955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299071" y="2431338"/>
              <a:ext cx="915711" cy="918830"/>
            </a:xfrm>
            <a:custGeom>
              <a:avLst/>
              <a:pathLst>
                <a:path w="915711" h="918830">
                  <a:moveTo>
                    <a:pt x="914400" y="914400"/>
                  </a:moveTo>
                  <a:lnTo>
                    <a:pt x="915711" y="914400"/>
                  </a:lnTo>
                  <a:lnTo>
                    <a:pt x="915446" y="915294"/>
                  </a:lnTo>
                  <a:lnTo>
                    <a:pt x="914553" y="918313"/>
                  </a:lnTo>
                  <a:lnTo>
                    <a:pt x="914400" y="918830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2430569" y="241376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076" y="931969"/>
                  </a:lnTo>
                  <a:lnTo>
                    <a:pt x="911939" y="924674"/>
                  </a:lnTo>
                  <a:lnTo>
                    <a:pt x="909393" y="914791"/>
                  </a:lnTo>
                  <a:lnTo>
                    <a:pt x="909306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243056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244000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244944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245889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246833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247777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248721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249665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250609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251553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252497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253441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2543852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255329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256273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257217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258161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259105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2600493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260993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2619374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262881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263825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264769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265713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266657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267601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268545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269489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270433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2723216" y="243133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66" y="896830"/>
                  </a:lnTo>
                  <a:lnTo>
                    <a:pt x="913433" y="897055"/>
                  </a:lnTo>
                  <a:lnTo>
                    <a:pt x="913528" y="897377"/>
                  </a:lnTo>
                  <a:lnTo>
                    <a:pt x="913623" y="897699"/>
                  </a:lnTo>
                  <a:lnTo>
                    <a:pt x="913718" y="898021"/>
                  </a:lnTo>
                  <a:lnTo>
                    <a:pt x="913814" y="898342"/>
                  </a:lnTo>
                  <a:lnTo>
                    <a:pt x="913909" y="898664"/>
                  </a:lnTo>
                  <a:lnTo>
                    <a:pt x="914004" y="898986"/>
                  </a:lnTo>
                  <a:lnTo>
                    <a:pt x="914099" y="899308"/>
                  </a:lnTo>
                  <a:lnTo>
                    <a:pt x="914194" y="899630"/>
                  </a:lnTo>
                  <a:lnTo>
                    <a:pt x="914290" y="899951"/>
                  </a:lnTo>
                  <a:lnTo>
                    <a:pt x="914400" y="90034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2723216" y="2431338"/>
              <a:ext cx="918140" cy="914400"/>
            </a:xfrm>
            <a:custGeom>
              <a:avLst/>
              <a:pathLst>
                <a:path w="918140" h="914400">
                  <a:moveTo>
                    <a:pt x="914400" y="914400"/>
                  </a:moveTo>
                  <a:lnTo>
                    <a:pt x="914400" y="900348"/>
                  </a:lnTo>
                  <a:lnTo>
                    <a:pt x="917069" y="909970"/>
                  </a:lnTo>
                  <a:lnTo>
                    <a:pt x="918140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2742097" y="243133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729" y="914400"/>
                  </a:lnTo>
                  <a:lnTo>
                    <a:pt x="908012" y="914311"/>
                  </a:lnTo>
                  <a:lnTo>
                    <a:pt x="908372" y="914198"/>
                  </a:lnTo>
                  <a:lnTo>
                    <a:pt x="908732" y="914085"/>
                  </a:lnTo>
                  <a:lnTo>
                    <a:pt x="909092" y="913972"/>
                  </a:lnTo>
                  <a:lnTo>
                    <a:pt x="909452" y="913860"/>
                  </a:lnTo>
                  <a:lnTo>
                    <a:pt x="909812" y="913747"/>
                  </a:lnTo>
                  <a:lnTo>
                    <a:pt x="910172" y="913634"/>
                  </a:lnTo>
                  <a:lnTo>
                    <a:pt x="910532" y="913521"/>
                  </a:lnTo>
                  <a:lnTo>
                    <a:pt x="910892" y="913408"/>
                  </a:lnTo>
                  <a:lnTo>
                    <a:pt x="911252" y="913296"/>
                  </a:lnTo>
                  <a:lnTo>
                    <a:pt x="911612" y="913183"/>
                  </a:lnTo>
                  <a:lnTo>
                    <a:pt x="911972" y="913070"/>
                  </a:lnTo>
                  <a:lnTo>
                    <a:pt x="912332" y="912957"/>
                  </a:lnTo>
                  <a:lnTo>
                    <a:pt x="912692" y="912845"/>
                  </a:lnTo>
                  <a:lnTo>
                    <a:pt x="913052" y="912732"/>
                  </a:lnTo>
                  <a:lnTo>
                    <a:pt x="913412" y="912619"/>
                  </a:lnTo>
                  <a:lnTo>
                    <a:pt x="913772" y="912506"/>
                  </a:lnTo>
                  <a:lnTo>
                    <a:pt x="914132" y="912394"/>
                  </a:lnTo>
                  <a:lnTo>
                    <a:pt x="914400" y="912310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2751537" y="243133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52" y="912281"/>
                  </a:lnTo>
                  <a:lnTo>
                    <a:pt x="905412" y="912168"/>
                  </a:lnTo>
                  <a:lnTo>
                    <a:pt x="905772" y="912056"/>
                  </a:lnTo>
                  <a:lnTo>
                    <a:pt x="906132" y="911943"/>
                  </a:lnTo>
                  <a:lnTo>
                    <a:pt x="906492" y="911830"/>
                  </a:lnTo>
                  <a:lnTo>
                    <a:pt x="906852" y="911718"/>
                  </a:lnTo>
                  <a:lnTo>
                    <a:pt x="907212" y="911605"/>
                  </a:lnTo>
                  <a:lnTo>
                    <a:pt x="907572" y="911493"/>
                  </a:lnTo>
                  <a:lnTo>
                    <a:pt x="907932" y="911380"/>
                  </a:lnTo>
                  <a:lnTo>
                    <a:pt x="908292" y="911267"/>
                  </a:lnTo>
                  <a:lnTo>
                    <a:pt x="908653" y="911155"/>
                  </a:lnTo>
                  <a:lnTo>
                    <a:pt x="909013" y="911042"/>
                  </a:lnTo>
                  <a:lnTo>
                    <a:pt x="909373" y="910930"/>
                  </a:lnTo>
                  <a:lnTo>
                    <a:pt x="909733" y="910817"/>
                  </a:lnTo>
                  <a:lnTo>
                    <a:pt x="910093" y="910705"/>
                  </a:lnTo>
                  <a:lnTo>
                    <a:pt x="910453" y="910592"/>
                  </a:lnTo>
                  <a:lnTo>
                    <a:pt x="910813" y="910480"/>
                  </a:lnTo>
                  <a:lnTo>
                    <a:pt x="911174" y="910367"/>
                  </a:lnTo>
                  <a:lnTo>
                    <a:pt x="911534" y="910255"/>
                  </a:lnTo>
                  <a:lnTo>
                    <a:pt x="911894" y="910142"/>
                  </a:lnTo>
                  <a:lnTo>
                    <a:pt x="912254" y="910030"/>
                  </a:lnTo>
                  <a:lnTo>
                    <a:pt x="912614" y="909917"/>
                  </a:lnTo>
                  <a:lnTo>
                    <a:pt x="912847" y="909844"/>
                  </a:lnTo>
                  <a:lnTo>
                    <a:pt x="913925" y="903451"/>
                  </a:lnTo>
                  <a:lnTo>
                    <a:pt x="914400" y="901090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2760977" y="241376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660"/>
                  </a:lnTo>
                  <a:lnTo>
                    <a:pt x="905815" y="914400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276097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277041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277985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2789298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279873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280817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281761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2827059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283649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284593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285538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286482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287426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2883700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289314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290258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291202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292146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293090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2940342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294978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295922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296866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297810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298754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2996983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300642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3015864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302530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303474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304418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05362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06306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07250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08194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09138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10082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11026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11970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12914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13858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14802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15746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16690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17634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185788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19522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20466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21410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22354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23298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242429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25187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26131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27075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28019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28963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299071" y="2431338"/>
              <a:ext cx="920922" cy="914400"/>
            </a:xfrm>
            <a:custGeom>
              <a:avLst/>
              <a:pathLst>
                <a:path w="92092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22" y="896830"/>
                  </a:lnTo>
                  <a:lnTo>
                    <a:pt x="920817" y="897184"/>
                  </a:lnTo>
                  <a:lnTo>
                    <a:pt x="919921" y="900202"/>
                  </a:lnTo>
                  <a:lnTo>
                    <a:pt x="919025" y="903220"/>
                  </a:lnTo>
                  <a:lnTo>
                    <a:pt x="918130" y="906239"/>
                  </a:lnTo>
                  <a:lnTo>
                    <a:pt x="917235" y="909257"/>
                  </a:lnTo>
                  <a:lnTo>
                    <a:pt x="916340" y="912276"/>
                  </a:lnTo>
                  <a:lnTo>
                    <a:pt x="915711" y="914400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2430569" y="239619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306" y="931969"/>
                  </a:lnTo>
                  <a:lnTo>
                    <a:pt x="907127" y="922244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243056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244000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244944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245889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246833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247777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248721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249665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250609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251553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252497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253441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2543852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255329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256273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257217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258161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259105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2600493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260993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2619374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262881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263825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264769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265713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266657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267601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268545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269489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270433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2713776" y="2413769"/>
              <a:ext cx="922806" cy="914400"/>
            </a:xfrm>
            <a:custGeom>
              <a:avLst/>
              <a:pathLst>
                <a:path w="922806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630" y="896932"/>
                  </a:lnTo>
                  <a:lnTo>
                    <a:pt x="917724" y="897250"/>
                  </a:lnTo>
                  <a:lnTo>
                    <a:pt x="917819" y="897572"/>
                  </a:lnTo>
                  <a:lnTo>
                    <a:pt x="917915" y="897894"/>
                  </a:lnTo>
                  <a:lnTo>
                    <a:pt x="918010" y="898215"/>
                  </a:lnTo>
                  <a:lnTo>
                    <a:pt x="918106" y="898537"/>
                  </a:lnTo>
                  <a:lnTo>
                    <a:pt x="918201" y="898859"/>
                  </a:lnTo>
                  <a:lnTo>
                    <a:pt x="918297" y="899181"/>
                  </a:lnTo>
                  <a:lnTo>
                    <a:pt x="918392" y="899502"/>
                  </a:lnTo>
                  <a:lnTo>
                    <a:pt x="918488" y="899824"/>
                  </a:lnTo>
                  <a:lnTo>
                    <a:pt x="918583" y="900146"/>
                  </a:lnTo>
                  <a:lnTo>
                    <a:pt x="918679" y="900468"/>
                  </a:lnTo>
                  <a:lnTo>
                    <a:pt x="918774" y="900789"/>
                  </a:lnTo>
                  <a:lnTo>
                    <a:pt x="918869" y="901111"/>
                  </a:lnTo>
                  <a:lnTo>
                    <a:pt x="918965" y="901433"/>
                  </a:lnTo>
                  <a:lnTo>
                    <a:pt x="919060" y="901755"/>
                  </a:lnTo>
                  <a:lnTo>
                    <a:pt x="919156" y="902076"/>
                  </a:lnTo>
                  <a:lnTo>
                    <a:pt x="919251" y="902398"/>
                  </a:lnTo>
                  <a:lnTo>
                    <a:pt x="919346" y="902720"/>
                  </a:lnTo>
                  <a:lnTo>
                    <a:pt x="919442" y="903042"/>
                  </a:lnTo>
                  <a:lnTo>
                    <a:pt x="919537" y="903363"/>
                  </a:lnTo>
                  <a:lnTo>
                    <a:pt x="919633" y="903685"/>
                  </a:lnTo>
                  <a:lnTo>
                    <a:pt x="919728" y="904007"/>
                  </a:lnTo>
                  <a:lnTo>
                    <a:pt x="919823" y="904329"/>
                  </a:lnTo>
                  <a:lnTo>
                    <a:pt x="919919" y="904650"/>
                  </a:lnTo>
                  <a:lnTo>
                    <a:pt x="920014" y="904972"/>
                  </a:lnTo>
                  <a:lnTo>
                    <a:pt x="920109" y="905294"/>
                  </a:lnTo>
                  <a:lnTo>
                    <a:pt x="920205" y="905616"/>
                  </a:lnTo>
                  <a:lnTo>
                    <a:pt x="920300" y="905938"/>
                  </a:lnTo>
                  <a:lnTo>
                    <a:pt x="920395" y="906259"/>
                  </a:lnTo>
                  <a:lnTo>
                    <a:pt x="920491" y="906581"/>
                  </a:lnTo>
                  <a:lnTo>
                    <a:pt x="920586" y="906903"/>
                  </a:lnTo>
                  <a:lnTo>
                    <a:pt x="920681" y="907225"/>
                  </a:lnTo>
                  <a:lnTo>
                    <a:pt x="920777" y="907546"/>
                  </a:lnTo>
                  <a:lnTo>
                    <a:pt x="920872" y="907868"/>
                  </a:lnTo>
                  <a:lnTo>
                    <a:pt x="920967" y="908190"/>
                  </a:lnTo>
                  <a:lnTo>
                    <a:pt x="921063" y="908512"/>
                  </a:lnTo>
                  <a:lnTo>
                    <a:pt x="921158" y="908833"/>
                  </a:lnTo>
                  <a:lnTo>
                    <a:pt x="921253" y="909155"/>
                  </a:lnTo>
                  <a:lnTo>
                    <a:pt x="921349" y="909477"/>
                  </a:lnTo>
                  <a:lnTo>
                    <a:pt x="921444" y="909799"/>
                  </a:lnTo>
                  <a:lnTo>
                    <a:pt x="921539" y="910120"/>
                  </a:lnTo>
                  <a:lnTo>
                    <a:pt x="921635" y="910442"/>
                  </a:lnTo>
                  <a:lnTo>
                    <a:pt x="921730" y="910764"/>
                  </a:lnTo>
                  <a:lnTo>
                    <a:pt x="921825" y="911086"/>
                  </a:lnTo>
                  <a:lnTo>
                    <a:pt x="921920" y="911407"/>
                  </a:lnTo>
                  <a:lnTo>
                    <a:pt x="922016" y="911729"/>
                  </a:lnTo>
                  <a:lnTo>
                    <a:pt x="922111" y="912051"/>
                  </a:lnTo>
                  <a:lnTo>
                    <a:pt x="922206" y="912373"/>
                  </a:lnTo>
                  <a:lnTo>
                    <a:pt x="922301" y="912695"/>
                  </a:lnTo>
                  <a:lnTo>
                    <a:pt x="922397" y="913016"/>
                  </a:lnTo>
                  <a:lnTo>
                    <a:pt x="922492" y="913338"/>
                  </a:lnTo>
                  <a:lnTo>
                    <a:pt x="922587" y="913660"/>
                  </a:lnTo>
                  <a:lnTo>
                    <a:pt x="922682" y="913982"/>
                  </a:lnTo>
                  <a:lnTo>
                    <a:pt x="922806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2760977" y="239619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815" y="931969"/>
                  </a:lnTo>
                  <a:lnTo>
                    <a:pt x="906608" y="928019"/>
                  </a:lnTo>
                  <a:lnTo>
                    <a:pt x="909032" y="917675"/>
                  </a:lnTo>
                  <a:lnTo>
                    <a:pt x="909914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276097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277041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277985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2789298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279873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280817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281761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2827059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283649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284593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285538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286482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287426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2883700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289314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290258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291202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292146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293090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2940342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294978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295922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296866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297810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298754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2996983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300642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3015864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302530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303474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304418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05362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06306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07250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08194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09138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10082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11026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11970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12914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13858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14802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15746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16690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17634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185788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19522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20466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21410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22354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23298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242429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25187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26131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27075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28019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28963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299071" y="241376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584"/>
                  </a:lnTo>
                  <a:lnTo>
                    <a:pt x="923508" y="905700"/>
                  </a:lnTo>
                  <a:lnTo>
                    <a:pt x="922610" y="908718"/>
                  </a:lnTo>
                  <a:lnTo>
                    <a:pt x="921713" y="911736"/>
                  </a:lnTo>
                  <a:lnTo>
                    <a:pt x="920922" y="914400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308511" y="2396199"/>
              <a:ext cx="916707" cy="922154"/>
            </a:xfrm>
            <a:custGeom>
              <a:avLst/>
              <a:pathLst>
                <a:path w="916707" h="922154">
                  <a:moveTo>
                    <a:pt x="914400" y="914400"/>
                  </a:moveTo>
                  <a:lnTo>
                    <a:pt x="916707" y="914400"/>
                  </a:lnTo>
                  <a:lnTo>
                    <a:pt x="915863" y="917234"/>
                  </a:lnTo>
                  <a:lnTo>
                    <a:pt x="914965" y="920252"/>
                  </a:lnTo>
                  <a:lnTo>
                    <a:pt x="914400" y="922154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2421129" y="2378629"/>
              <a:ext cx="914399" cy="928331"/>
            </a:xfrm>
            <a:custGeom>
              <a:avLst/>
              <a:pathLst>
                <a:path w="914399" h="928331">
                  <a:moveTo>
                    <a:pt x="914399" y="914400"/>
                  </a:moveTo>
                  <a:lnTo>
                    <a:pt x="914399" y="928331"/>
                  </a:lnTo>
                  <a:lnTo>
                    <a:pt x="912896" y="918993"/>
                  </a:lnTo>
                  <a:lnTo>
                    <a:pt x="912295" y="914400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2421129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62" y="931969"/>
                  </a:lnTo>
                  <a:lnTo>
                    <a:pt x="914586" y="929492"/>
                  </a:lnTo>
                  <a:lnTo>
                    <a:pt x="914399" y="928331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243056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244000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244944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245889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246833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247777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248721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249665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250609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251553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252497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253441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2543852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255329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256273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257217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258161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259105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2600493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260993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2619374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262881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263825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264769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265713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266657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267601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268545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269489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2713776" y="2396199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752" y="896830"/>
                  </a:lnTo>
                  <a:lnTo>
                    <a:pt x="914399" y="904355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2713776" y="2396199"/>
              <a:ext cx="917597" cy="914400"/>
            </a:xfrm>
            <a:custGeom>
              <a:avLst/>
              <a:pathLst>
                <a:path w="917597" h="914400">
                  <a:moveTo>
                    <a:pt x="914399" y="914400"/>
                  </a:moveTo>
                  <a:lnTo>
                    <a:pt x="914399" y="904355"/>
                  </a:lnTo>
                  <a:lnTo>
                    <a:pt x="914764" y="905393"/>
                  </a:lnTo>
                  <a:lnTo>
                    <a:pt x="917597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2760977" y="23961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914" y="914400"/>
                  </a:lnTo>
                  <a:lnTo>
                    <a:pt x="911750" y="907587"/>
                  </a:lnTo>
                  <a:lnTo>
                    <a:pt x="914400" y="898940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2770417" y="237862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10"/>
                  </a:lnTo>
                  <a:lnTo>
                    <a:pt x="905313" y="915354"/>
                  </a:lnTo>
                  <a:lnTo>
                    <a:pt x="905643" y="914400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277041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277985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2789298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279873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280817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281761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2827059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283649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284593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285538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286482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287426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2883700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289314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290258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291202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292146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293090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2940342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294978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295922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296866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297810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298754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2996983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300642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3015864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302530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303474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304418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053625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06306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072505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08194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09138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10082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11026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11970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12914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13858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14802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15746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16690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17634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185788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19522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20466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21410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22354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23298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242429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25187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26131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27075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28019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28963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29907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308511" y="2396199"/>
              <a:ext cx="921947" cy="914400"/>
            </a:xfrm>
            <a:custGeom>
              <a:avLst/>
              <a:pathLst>
                <a:path w="9219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947" y="896830"/>
                  </a:lnTo>
                  <a:lnTo>
                    <a:pt x="921261" y="899129"/>
                  </a:lnTo>
                  <a:lnTo>
                    <a:pt x="920360" y="902147"/>
                  </a:lnTo>
                  <a:lnTo>
                    <a:pt x="919460" y="905164"/>
                  </a:lnTo>
                  <a:lnTo>
                    <a:pt x="918560" y="908181"/>
                  </a:lnTo>
                  <a:lnTo>
                    <a:pt x="917661" y="911199"/>
                  </a:lnTo>
                  <a:lnTo>
                    <a:pt x="916762" y="914216"/>
                  </a:lnTo>
                  <a:lnTo>
                    <a:pt x="916707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2421129" y="2361059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2295" y="931969"/>
                  </a:lnTo>
                  <a:lnTo>
                    <a:pt x="911502" y="925914"/>
                  </a:lnTo>
                  <a:lnTo>
                    <a:pt x="910407" y="915144"/>
                  </a:lnTo>
                  <a:lnTo>
                    <a:pt x="910352" y="91439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2421129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243056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244000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244944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245889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246833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247777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248721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249665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250609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251553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252497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253441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2543852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255329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256273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257217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258161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259105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2600493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260993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2619374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262881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263825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264769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265713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266657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267601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268545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269489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2704336" y="2378629"/>
              <a:ext cx="921192" cy="914400"/>
            </a:xfrm>
            <a:custGeom>
              <a:avLst/>
              <a:pathLst>
                <a:path w="92119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576" y="896830"/>
                  </a:lnTo>
                  <a:lnTo>
                    <a:pt x="919316" y="897639"/>
                  </a:lnTo>
                  <a:lnTo>
                    <a:pt x="917038" y="903945"/>
                  </a:lnTo>
                  <a:lnTo>
                    <a:pt x="917758" y="905600"/>
                  </a:lnTo>
                  <a:lnTo>
                    <a:pt x="921098" y="914131"/>
                  </a:lnTo>
                  <a:lnTo>
                    <a:pt x="921192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2770417" y="236105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643" y="931969"/>
                  </a:lnTo>
                  <a:lnTo>
                    <a:pt x="908595" y="923434"/>
                  </a:lnTo>
                  <a:lnTo>
                    <a:pt x="912100" y="91439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277041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277985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2789298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279873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280817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281761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2827059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283649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284593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285538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286482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287426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2883700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289314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290258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291202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292146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293090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2940342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294978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295922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296866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297810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298754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2996983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300642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3015864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302530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303474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304418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053625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06306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072505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08194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09138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10082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11026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11970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12914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13858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14802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15746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16690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17634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185788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19522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20466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21410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22354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23298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242429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25187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26131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27075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28019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28963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29907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308511" y="237862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66"/>
                  </a:lnTo>
                  <a:lnTo>
                    <a:pt x="923063" y="910665"/>
                  </a:lnTo>
                  <a:lnTo>
                    <a:pt x="922162" y="913682"/>
                  </a:lnTo>
                  <a:lnTo>
                    <a:pt x="921947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317951" y="2361059"/>
              <a:ext cx="919260" cy="925636"/>
            </a:xfrm>
            <a:custGeom>
              <a:avLst/>
              <a:pathLst>
                <a:path w="919260" h="925636">
                  <a:moveTo>
                    <a:pt x="914400" y="914399"/>
                  </a:moveTo>
                  <a:lnTo>
                    <a:pt x="919260" y="914399"/>
                  </a:lnTo>
                  <a:lnTo>
                    <a:pt x="917798" y="916856"/>
                  </a:lnTo>
                  <a:lnTo>
                    <a:pt x="916910" y="918349"/>
                  </a:lnTo>
                  <a:lnTo>
                    <a:pt x="916685" y="918916"/>
                  </a:lnTo>
                  <a:lnTo>
                    <a:pt x="915919" y="920848"/>
                  </a:lnTo>
                  <a:lnTo>
                    <a:pt x="915563" y="921747"/>
                  </a:lnTo>
                  <a:lnTo>
                    <a:pt x="915427" y="922201"/>
                  </a:lnTo>
                  <a:lnTo>
                    <a:pt x="914525" y="925218"/>
                  </a:lnTo>
                  <a:lnTo>
                    <a:pt x="914400" y="925636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2421129" y="2343490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0352" y="931969"/>
                  </a:lnTo>
                  <a:lnTo>
                    <a:pt x="909614" y="921854"/>
                  </a:lnTo>
                  <a:lnTo>
                    <a:pt x="909280" y="91439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2421129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243056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244000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244944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245889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246833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247777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248721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249665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250609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251553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252497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253441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2543852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255329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256273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257217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258161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259105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2600493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260993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2619374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262881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263825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264769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265713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266657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267601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268545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269489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2704336" y="236105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0536"/>
                  </a:lnTo>
                  <a:lnTo>
                    <a:pt x="922401" y="905608"/>
                  </a:lnTo>
                  <a:lnTo>
                    <a:pt x="919576" y="91439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2713776" y="2343490"/>
              <a:ext cx="915451" cy="918106"/>
            </a:xfrm>
            <a:custGeom>
              <a:avLst/>
              <a:pathLst>
                <a:path w="915451" h="918106">
                  <a:moveTo>
                    <a:pt x="914399" y="914399"/>
                  </a:moveTo>
                  <a:lnTo>
                    <a:pt x="915451" y="914399"/>
                  </a:lnTo>
                  <a:lnTo>
                    <a:pt x="914399" y="918106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2770417" y="236105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44" y="914284"/>
                  </a:lnTo>
                  <a:lnTo>
                    <a:pt x="914400" y="909082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2779858" y="2343490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652"/>
                  </a:lnTo>
                  <a:lnTo>
                    <a:pt x="906512" y="923071"/>
                  </a:lnTo>
                  <a:lnTo>
                    <a:pt x="906650" y="922769"/>
                  </a:lnTo>
                  <a:lnTo>
                    <a:pt x="906790" y="922464"/>
                  </a:lnTo>
                  <a:lnTo>
                    <a:pt x="906930" y="922158"/>
                  </a:lnTo>
                  <a:lnTo>
                    <a:pt x="907069" y="921853"/>
                  </a:lnTo>
                  <a:lnTo>
                    <a:pt x="907209" y="921547"/>
                  </a:lnTo>
                  <a:lnTo>
                    <a:pt x="907349" y="921242"/>
                  </a:lnTo>
                  <a:lnTo>
                    <a:pt x="907489" y="920936"/>
                  </a:lnTo>
                  <a:lnTo>
                    <a:pt x="907629" y="920631"/>
                  </a:lnTo>
                  <a:lnTo>
                    <a:pt x="907769" y="920325"/>
                  </a:lnTo>
                  <a:lnTo>
                    <a:pt x="907909" y="920020"/>
                  </a:lnTo>
                  <a:lnTo>
                    <a:pt x="908049" y="919714"/>
                  </a:lnTo>
                  <a:lnTo>
                    <a:pt x="908189" y="919408"/>
                  </a:lnTo>
                  <a:lnTo>
                    <a:pt x="908329" y="919103"/>
                  </a:lnTo>
                  <a:lnTo>
                    <a:pt x="908469" y="918797"/>
                  </a:lnTo>
                  <a:lnTo>
                    <a:pt x="908609" y="918492"/>
                  </a:lnTo>
                  <a:lnTo>
                    <a:pt x="908749" y="918186"/>
                  </a:lnTo>
                  <a:lnTo>
                    <a:pt x="908889" y="917881"/>
                  </a:lnTo>
                  <a:lnTo>
                    <a:pt x="909029" y="917575"/>
                  </a:lnTo>
                  <a:lnTo>
                    <a:pt x="909169" y="917270"/>
                  </a:lnTo>
                  <a:lnTo>
                    <a:pt x="909309" y="916964"/>
                  </a:lnTo>
                  <a:lnTo>
                    <a:pt x="909449" y="916659"/>
                  </a:lnTo>
                  <a:lnTo>
                    <a:pt x="909589" y="916353"/>
                  </a:lnTo>
                  <a:lnTo>
                    <a:pt x="909729" y="916048"/>
                  </a:lnTo>
                  <a:lnTo>
                    <a:pt x="909869" y="915742"/>
                  </a:lnTo>
                  <a:lnTo>
                    <a:pt x="910009" y="915437"/>
                  </a:lnTo>
                  <a:lnTo>
                    <a:pt x="910149" y="915131"/>
                  </a:lnTo>
                  <a:lnTo>
                    <a:pt x="910289" y="914826"/>
                  </a:lnTo>
                  <a:lnTo>
                    <a:pt x="910484" y="91439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277985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2789298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279873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280817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281761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2827059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283649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284593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85538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286482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287426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2883700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289314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290258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291202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292146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293090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940342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94978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95922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96866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297810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298754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2996983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300642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3015864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302530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303474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304418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053625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06306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072505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08194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09138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10082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11026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11970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12914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13858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14802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5746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6690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7634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85788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9522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20466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21410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22354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23298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242429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25187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6131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7075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28019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28963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29907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30851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317951" y="236105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711"/>
                  </a:lnTo>
                  <a:lnTo>
                    <a:pt x="922419" y="909095"/>
                  </a:lnTo>
                  <a:lnTo>
                    <a:pt x="920878" y="911682"/>
                  </a:lnTo>
                  <a:lnTo>
                    <a:pt x="919337" y="914269"/>
                  </a:lnTo>
                  <a:lnTo>
                    <a:pt x="919260" y="91439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327392" y="2343490"/>
              <a:ext cx="920295" cy="924281"/>
            </a:xfrm>
            <a:custGeom>
              <a:avLst/>
              <a:pathLst>
                <a:path w="920295" h="924281">
                  <a:moveTo>
                    <a:pt x="914400" y="914399"/>
                  </a:moveTo>
                  <a:lnTo>
                    <a:pt x="920295" y="914399"/>
                  </a:lnTo>
                  <a:lnTo>
                    <a:pt x="919149" y="916320"/>
                  </a:lnTo>
                  <a:lnTo>
                    <a:pt x="917605" y="918906"/>
                  </a:lnTo>
                  <a:lnTo>
                    <a:pt x="916062" y="921492"/>
                  </a:lnTo>
                  <a:lnTo>
                    <a:pt x="914520" y="924078"/>
                  </a:lnTo>
                  <a:lnTo>
                    <a:pt x="914400" y="924281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421129" y="232592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280" y="931969"/>
                  </a:lnTo>
                  <a:lnTo>
                    <a:pt x="909125" y="928501"/>
                  </a:lnTo>
                  <a:lnTo>
                    <a:pt x="908942" y="917545"/>
                  </a:lnTo>
                  <a:lnTo>
                    <a:pt x="908977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421129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243056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244000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244944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245889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246833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247777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248721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249665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250609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251553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252497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253441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2543852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255329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256273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257217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258161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259105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2600493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260993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2619374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262881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263825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264769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265713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266657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267601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268545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269489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270433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2713776" y="2343490"/>
              <a:ext cx="919639" cy="914399"/>
            </a:xfrm>
            <a:custGeom>
              <a:avLst/>
              <a:pathLst>
                <a:path w="919639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19639" y="896830"/>
                  </a:lnTo>
                  <a:lnTo>
                    <a:pt x="918287" y="903132"/>
                  </a:lnTo>
                  <a:lnTo>
                    <a:pt x="915767" y="913287"/>
                  </a:lnTo>
                  <a:lnTo>
                    <a:pt x="915451" y="91439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2779858" y="234349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484" y="914399"/>
                  </a:lnTo>
                  <a:lnTo>
                    <a:pt x="910569" y="914215"/>
                  </a:lnTo>
                  <a:lnTo>
                    <a:pt x="910709" y="913909"/>
                  </a:lnTo>
                  <a:lnTo>
                    <a:pt x="910849" y="913604"/>
                  </a:lnTo>
                  <a:lnTo>
                    <a:pt x="910989" y="913298"/>
                  </a:lnTo>
                  <a:lnTo>
                    <a:pt x="911129" y="912993"/>
                  </a:lnTo>
                  <a:lnTo>
                    <a:pt x="911269" y="912687"/>
                  </a:lnTo>
                  <a:lnTo>
                    <a:pt x="911409" y="912382"/>
                  </a:lnTo>
                  <a:lnTo>
                    <a:pt x="911549" y="912076"/>
                  </a:lnTo>
                  <a:lnTo>
                    <a:pt x="911689" y="911771"/>
                  </a:lnTo>
                  <a:lnTo>
                    <a:pt x="911830" y="911465"/>
                  </a:lnTo>
                  <a:lnTo>
                    <a:pt x="911970" y="911160"/>
                  </a:lnTo>
                  <a:lnTo>
                    <a:pt x="912110" y="910854"/>
                  </a:lnTo>
                  <a:lnTo>
                    <a:pt x="912250" y="910549"/>
                  </a:lnTo>
                  <a:lnTo>
                    <a:pt x="912390" y="910243"/>
                  </a:lnTo>
                  <a:lnTo>
                    <a:pt x="912530" y="909938"/>
                  </a:lnTo>
                  <a:lnTo>
                    <a:pt x="912670" y="909632"/>
                  </a:lnTo>
                  <a:lnTo>
                    <a:pt x="912810" y="909327"/>
                  </a:lnTo>
                  <a:lnTo>
                    <a:pt x="912951" y="909021"/>
                  </a:lnTo>
                  <a:lnTo>
                    <a:pt x="913091" y="908716"/>
                  </a:lnTo>
                  <a:lnTo>
                    <a:pt x="913231" y="908410"/>
                  </a:lnTo>
                  <a:lnTo>
                    <a:pt x="913371" y="908105"/>
                  </a:lnTo>
                  <a:lnTo>
                    <a:pt x="913511" y="907799"/>
                  </a:lnTo>
                  <a:lnTo>
                    <a:pt x="913652" y="907494"/>
                  </a:lnTo>
                  <a:lnTo>
                    <a:pt x="913792" y="907188"/>
                  </a:lnTo>
                  <a:lnTo>
                    <a:pt x="913932" y="906883"/>
                  </a:lnTo>
                  <a:lnTo>
                    <a:pt x="914072" y="906577"/>
                  </a:lnTo>
                  <a:lnTo>
                    <a:pt x="914212" y="906272"/>
                  </a:lnTo>
                  <a:lnTo>
                    <a:pt x="914400" y="905864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2789298" y="232592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434"/>
                  </a:lnTo>
                  <a:lnTo>
                    <a:pt x="905053" y="923231"/>
                  </a:lnTo>
                  <a:lnTo>
                    <a:pt x="905193" y="922925"/>
                  </a:lnTo>
                  <a:lnTo>
                    <a:pt x="905333" y="922620"/>
                  </a:lnTo>
                  <a:lnTo>
                    <a:pt x="905473" y="922314"/>
                  </a:lnTo>
                  <a:lnTo>
                    <a:pt x="905613" y="922009"/>
                  </a:lnTo>
                  <a:lnTo>
                    <a:pt x="905754" y="921703"/>
                  </a:lnTo>
                  <a:lnTo>
                    <a:pt x="905894" y="921398"/>
                  </a:lnTo>
                  <a:lnTo>
                    <a:pt x="906034" y="921092"/>
                  </a:lnTo>
                  <a:lnTo>
                    <a:pt x="909264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2789298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279873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280817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281761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2827059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283649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284593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285538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286482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287426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2883700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289314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290258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291202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292146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293090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2940342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294978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295922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296866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297810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298754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2996983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300642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3015864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302530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303474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304418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53625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6306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072505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308194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9138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10082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11026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11970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12914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13858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14802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15746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16690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17634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185788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319522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320466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321410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22354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23298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242429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25187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26131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27075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28019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28963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29907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30851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331795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3327392" y="2343490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8546"/>
                  </a:lnTo>
                  <a:lnTo>
                    <a:pt x="922237" y="911148"/>
                  </a:lnTo>
                  <a:lnTo>
                    <a:pt x="920693" y="913734"/>
                  </a:lnTo>
                  <a:lnTo>
                    <a:pt x="920295" y="91439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3336832" y="2325920"/>
              <a:ext cx="920769" cy="926033"/>
            </a:xfrm>
            <a:custGeom>
              <a:avLst/>
              <a:pathLst>
                <a:path w="920769" h="926033">
                  <a:moveTo>
                    <a:pt x="914400" y="914400"/>
                  </a:moveTo>
                  <a:lnTo>
                    <a:pt x="920769" y="914400"/>
                  </a:lnTo>
                  <a:lnTo>
                    <a:pt x="918515" y="918789"/>
                  </a:lnTo>
                  <a:lnTo>
                    <a:pt x="914400" y="926033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421129" y="230835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977" y="931969"/>
                  </a:lnTo>
                  <a:lnTo>
                    <a:pt x="909065" y="924157"/>
                  </a:lnTo>
                  <a:lnTo>
                    <a:pt x="909447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2421129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243056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244000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44944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45889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46833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47777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48721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49665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50609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51553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52497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53441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543852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55329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56273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57217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58161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59105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600493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60993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619374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62881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63825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64769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65713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66657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67601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68545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69489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70433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713776" y="2325920"/>
              <a:ext cx="922879" cy="914400"/>
            </a:xfrm>
            <a:custGeom>
              <a:avLst/>
              <a:pathLst>
                <a:path w="92287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2879" y="896830"/>
                  </a:lnTo>
                  <a:lnTo>
                    <a:pt x="922443" y="899719"/>
                  </a:lnTo>
                  <a:lnTo>
                    <a:pt x="920515" y="910313"/>
                  </a:lnTo>
                  <a:lnTo>
                    <a:pt x="919639" y="914400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789298" y="232592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264" y="914400"/>
                  </a:lnTo>
                  <a:lnTo>
                    <a:pt x="909755" y="913382"/>
                  </a:lnTo>
                  <a:lnTo>
                    <a:pt x="913675" y="906021"/>
                  </a:lnTo>
                  <a:lnTo>
                    <a:pt x="914399" y="90478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798738" y="230835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358"/>
                  </a:lnTo>
                  <a:lnTo>
                    <a:pt x="908344" y="916597"/>
                  </a:lnTo>
                  <a:lnTo>
                    <a:pt x="909770" y="914400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79873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80817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81761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827059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83649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84593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85538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86482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87426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883700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89314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90258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91202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92146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93090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940342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4978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5922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6866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7810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8754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96983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300642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3015864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302530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303474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304418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3053625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306306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3072505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308194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309138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310082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311026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311970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312914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313858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314802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315746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316690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317634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3185788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319522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320466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321410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322354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323298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3242429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325187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326131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327075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328019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328963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329907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330851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331795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332739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3336832" y="232592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133"/>
                  </a:lnTo>
                  <a:lnTo>
                    <a:pt x="922473" y="911080"/>
                  </a:lnTo>
                  <a:lnTo>
                    <a:pt x="920769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3346272" y="2308350"/>
              <a:ext cx="919361" cy="925702"/>
            </a:xfrm>
            <a:custGeom>
              <a:avLst/>
              <a:pathLst>
                <a:path w="919361" h="925702">
                  <a:moveTo>
                    <a:pt x="914400" y="914400"/>
                  </a:moveTo>
                  <a:lnTo>
                    <a:pt x="919361" y="914400"/>
                  </a:lnTo>
                  <a:lnTo>
                    <a:pt x="916776" y="920578"/>
                  </a:lnTo>
                  <a:lnTo>
                    <a:pt x="914400" y="925702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421129" y="229078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447" y="931969"/>
                  </a:lnTo>
                  <a:lnTo>
                    <a:pt x="909493" y="930796"/>
                  </a:lnTo>
                  <a:lnTo>
                    <a:pt x="910227" y="919920"/>
                  </a:lnTo>
                  <a:lnTo>
                    <a:pt x="910757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421129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43056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44000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44944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45889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46833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47777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48721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49665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50609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51553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52497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53441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543852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55329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56273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57217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58161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59105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600493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60993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619374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62881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63825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64769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65713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66657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67601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68545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69489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70433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713776" y="2308350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8029"/>
                  </a:lnTo>
                  <a:lnTo>
                    <a:pt x="922879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723216" y="2290780"/>
              <a:ext cx="915794" cy="925599"/>
            </a:xfrm>
            <a:custGeom>
              <a:avLst/>
              <a:pathLst>
                <a:path w="915794" h="925599">
                  <a:moveTo>
                    <a:pt x="914400" y="914400"/>
                  </a:moveTo>
                  <a:lnTo>
                    <a:pt x="915794" y="914400"/>
                  </a:lnTo>
                  <a:lnTo>
                    <a:pt x="914627" y="924089"/>
                  </a:lnTo>
                  <a:lnTo>
                    <a:pt x="914400" y="92559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798738" y="230835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770" y="914400"/>
                  </a:lnTo>
                  <a:lnTo>
                    <a:pt x="912634" y="909988"/>
                  </a:lnTo>
                  <a:lnTo>
                    <a:pt x="914400" y="90752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808178" y="229078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098"/>
                  </a:lnTo>
                  <a:lnTo>
                    <a:pt x="907652" y="921348"/>
                  </a:lnTo>
                  <a:lnTo>
                    <a:pt x="912269" y="915555"/>
                  </a:lnTo>
                  <a:lnTo>
                    <a:pt x="912475" y="915309"/>
                  </a:lnTo>
                  <a:lnTo>
                    <a:pt x="912683" y="915062"/>
                  </a:lnTo>
                  <a:lnTo>
                    <a:pt x="912892" y="914814"/>
                  </a:lnTo>
                  <a:lnTo>
                    <a:pt x="913100" y="914566"/>
                  </a:lnTo>
                  <a:lnTo>
                    <a:pt x="913240" y="914400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80817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81761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827059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83649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84593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85538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86482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87426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883700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89314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90258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91202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92146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93090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940342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4978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5922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6866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7810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8754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996983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300642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3015864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302530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303474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304418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3053625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306306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3072505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308194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309138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310082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311026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311970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312914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313858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314802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315746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316690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317634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3185788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319522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320466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321410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322354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323298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3242429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325187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326131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327075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328019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328963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329907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330851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331795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332739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333683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3346272" y="230835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66"/>
                  </a:lnTo>
                  <a:lnTo>
                    <a:pt x="923582" y="903431"/>
                  </a:lnTo>
                  <a:lnTo>
                    <a:pt x="920296" y="912165"/>
                  </a:lnTo>
                  <a:lnTo>
                    <a:pt x="919361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3355712" y="2290780"/>
              <a:ext cx="916367" cy="920236"/>
            </a:xfrm>
            <a:custGeom>
              <a:avLst/>
              <a:pathLst>
                <a:path w="916367" h="920236">
                  <a:moveTo>
                    <a:pt x="914400" y="914400"/>
                  </a:moveTo>
                  <a:lnTo>
                    <a:pt x="916367" y="914400"/>
                  </a:lnTo>
                  <a:lnTo>
                    <a:pt x="914400" y="920236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421129" y="227321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0757" y="931969"/>
                  </a:lnTo>
                  <a:lnTo>
                    <a:pt x="911263" y="926701"/>
                  </a:lnTo>
                  <a:lnTo>
                    <a:pt x="912599" y="916026"/>
                  </a:lnTo>
                  <a:lnTo>
                    <a:pt x="912851" y="91440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421129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43056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44000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44944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45889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46833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47777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48721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49665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50609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51553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52497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53441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543852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55329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56273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57217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58161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59105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600493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60993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619374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62881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63825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64769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65713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66657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67601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68545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69489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70433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71377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723216" y="2290780"/>
              <a:ext cx="917272" cy="914400"/>
            </a:xfrm>
            <a:custGeom>
              <a:avLst/>
              <a:pathLst>
                <a:path w="91727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272" y="896830"/>
                  </a:lnTo>
                  <a:lnTo>
                    <a:pt x="916944" y="902145"/>
                  </a:lnTo>
                  <a:lnTo>
                    <a:pt x="915942" y="913174"/>
                  </a:lnTo>
                  <a:lnTo>
                    <a:pt x="915794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808178" y="229078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308" y="914319"/>
                  </a:lnTo>
                  <a:lnTo>
                    <a:pt x="913516" y="914071"/>
                  </a:lnTo>
                  <a:lnTo>
                    <a:pt x="913725" y="913823"/>
                  </a:lnTo>
                  <a:lnTo>
                    <a:pt x="913933" y="913576"/>
                  </a:lnTo>
                  <a:lnTo>
                    <a:pt x="914141" y="913328"/>
                  </a:lnTo>
                  <a:lnTo>
                    <a:pt x="914400" y="913021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817619" y="229078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021"/>
                  </a:lnTo>
                  <a:lnTo>
                    <a:pt x="905118" y="912833"/>
                  </a:lnTo>
                  <a:lnTo>
                    <a:pt x="905326" y="912585"/>
                  </a:lnTo>
                  <a:lnTo>
                    <a:pt x="905534" y="912337"/>
                  </a:lnTo>
                  <a:lnTo>
                    <a:pt x="905743" y="912090"/>
                  </a:lnTo>
                  <a:lnTo>
                    <a:pt x="905951" y="911842"/>
                  </a:lnTo>
                  <a:lnTo>
                    <a:pt x="906159" y="911595"/>
                  </a:lnTo>
                  <a:lnTo>
                    <a:pt x="906368" y="911347"/>
                  </a:lnTo>
                  <a:lnTo>
                    <a:pt x="906576" y="911099"/>
                  </a:lnTo>
                  <a:lnTo>
                    <a:pt x="906785" y="910852"/>
                  </a:lnTo>
                  <a:lnTo>
                    <a:pt x="906993" y="910604"/>
                  </a:lnTo>
                  <a:lnTo>
                    <a:pt x="907201" y="910356"/>
                  </a:lnTo>
                  <a:lnTo>
                    <a:pt x="907410" y="910109"/>
                  </a:lnTo>
                  <a:lnTo>
                    <a:pt x="907618" y="909861"/>
                  </a:lnTo>
                  <a:lnTo>
                    <a:pt x="907827" y="909614"/>
                  </a:lnTo>
                  <a:lnTo>
                    <a:pt x="908035" y="909366"/>
                  </a:lnTo>
                  <a:lnTo>
                    <a:pt x="908244" y="909118"/>
                  </a:lnTo>
                  <a:lnTo>
                    <a:pt x="908452" y="908871"/>
                  </a:lnTo>
                  <a:lnTo>
                    <a:pt x="908660" y="908623"/>
                  </a:lnTo>
                  <a:lnTo>
                    <a:pt x="908869" y="908376"/>
                  </a:lnTo>
                  <a:lnTo>
                    <a:pt x="909077" y="908128"/>
                  </a:lnTo>
                  <a:lnTo>
                    <a:pt x="909286" y="907880"/>
                  </a:lnTo>
                  <a:lnTo>
                    <a:pt x="909494" y="907633"/>
                  </a:lnTo>
                  <a:lnTo>
                    <a:pt x="909703" y="907385"/>
                  </a:lnTo>
                  <a:lnTo>
                    <a:pt x="909911" y="907138"/>
                  </a:lnTo>
                  <a:lnTo>
                    <a:pt x="910120" y="906890"/>
                  </a:lnTo>
                  <a:lnTo>
                    <a:pt x="910328" y="906643"/>
                  </a:lnTo>
                  <a:lnTo>
                    <a:pt x="910537" y="906395"/>
                  </a:lnTo>
                  <a:lnTo>
                    <a:pt x="910745" y="906148"/>
                  </a:lnTo>
                  <a:lnTo>
                    <a:pt x="910954" y="905900"/>
                  </a:lnTo>
                  <a:lnTo>
                    <a:pt x="911162" y="905652"/>
                  </a:lnTo>
                  <a:lnTo>
                    <a:pt x="911371" y="905405"/>
                  </a:lnTo>
                  <a:lnTo>
                    <a:pt x="911579" y="905157"/>
                  </a:lnTo>
                  <a:lnTo>
                    <a:pt x="911788" y="904910"/>
                  </a:lnTo>
                  <a:lnTo>
                    <a:pt x="911997" y="904662"/>
                  </a:lnTo>
                  <a:lnTo>
                    <a:pt x="912205" y="904415"/>
                  </a:lnTo>
                  <a:lnTo>
                    <a:pt x="912414" y="904167"/>
                  </a:lnTo>
                  <a:lnTo>
                    <a:pt x="912622" y="903920"/>
                  </a:lnTo>
                  <a:lnTo>
                    <a:pt x="912831" y="903672"/>
                  </a:lnTo>
                  <a:lnTo>
                    <a:pt x="913040" y="903425"/>
                  </a:lnTo>
                  <a:lnTo>
                    <a:pt x="913248" y="903177"/>
                  </a:lnTo>
                  <a:lnTo>
                    <a:pt x="913457" y="902930"/>
                  </a:lnTo>
                  <a:lnTo>
                    <a:pt x="913665" y="902682"/>
                  </a:lnTo>
                  <a:lnTo>
                    <a:pt x="913874" y="902435"/>
                  </a:lnTo>
                  <a:lnTo>
                    <a:pt x="914083" y="902187"/>
                  </a:lnTo>
                  <a:lnTo>
                    <a:pt x="914291" y="901940"/>
                  </a:lnTo>
                  <a:lnTo>
                    <a:pt x="914400" y="901811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827059" y="227321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5060" y="919262"/>
                  </a:lnTo>
                  <a:lnTo>
                    <a:pt x="905268" y="919014"/>
                  </a:lnTo>
                  <a:lnTo>
                    <a:pt x="905477" y="918767"/>
                  </a:lnTo>
                  <a:lnTo>
                    <a:pt x="905686" y="918519"/>
                  </a:lnTo>
                  <a:lnTo>
                    <a:pt x="905894" y="918272"/>
                  </a:lnTo>
                  <a:lnTo>
                    <a:pt x="906103" y="918024"/>
                  </a:lnTo>
                  <a:lnTo>
                    <a:pt x="906312" y="917777"/>
                  </a:lnTo>
                  <a:lnTo>
                    <a:pt x="906521" y="917530"/>
                  </a:lnTo>
                  <a:lnTo>
                    <a:pt x="906729" y="917282"/>
                  </a:lnTo>
                  <a:lnTo>
                    <a:pt x="906938" y="917035"/>
                  </a:lnTo>
                  <a:lnTo>
                    <a:pt x="907147" y="916787"/>
                  </a:lnTo>
                  <a:lnTo>
                    <a:pt x="907356" y="916540"/>
                  </a:lnTo>
                  <a:lnTo>
                    <a:pt x="907564" y="916292"/>
                  </a:lnTo>
                  <a:lnTo>
                    <a:pt x="907773" y="916045"/>
                  </a:lnTo>
                  <a:lnTo>
                    <a:pt x="907982" y="915797"/>
                  </a:lnTo>
                  <a:lnTo>
                    <a:pt x="908191" y="915550"/>
                  </a:lnTo>
                  <a:lnTo>
                    <a:pt x="908399" y="915302"/>
                  </a:lnTo>
                  <a:lnTo>
                    <a:pt x="908608" y="915055"/>
                  </a:lnTo>
                  <a:lnTo>
                    <a:pt x="908817" y="914808"/>
                  </a:lnTo>
                  <a:lnTo>
                    <a:pt x="909026" y="914560"/>
                  </a:lnTo>
                  <a:lnTo>
                    <a:pt x="909161" y="914400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827059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83649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84593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85538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86482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C">
                <a:alpha val="100000"/>
              </a:srgbClr>
            </a:solidFill>
            <a:ln w="5420" cap="flat">
              <a:solidFill>
                <a:srgbClr val="E85C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87426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883700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89314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90258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91202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92146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93090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940342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94978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5922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6866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7810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8754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996983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300642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3015864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302530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303474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304418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3053625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306306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3072505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308194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309138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310082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311026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311970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312914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313858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314802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315746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316690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317634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3185788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319522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320466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321410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322354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323298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3242429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325187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326131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327075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328019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328963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329907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330851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331795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332739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333683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334627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3355712" y="2290780"/>
              <a:ext cx="922002" cy="914400"/>
            </a:xfrm>
            <a:custGeom>
              <a:avLst/>
              <a:pathLst>
                <a:path w="92200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02" y="896864"/>
                  </a:lnTo>
                  <a:lnTo>
                    <a:pt x="921314" y="899019"/>
                  </a:lnTo>
                  <a:lnTo>
                    <a:pt x="920627" y="901175"/>
                  </a:lnTo>
                  <a:lnTo>
                    <a:pt x="919939" y="903331"/>
                  </a:lnTo>
                  <a:lnTo>
                    <a:pt x="919252" y="905487"/>
                  </a:lnTo>
                  <a:lnTo>
                    <a:pt x="918565" y="907643"/>
                  </a:lnTo>
                  <a:lnTo>
                    <a:pt x="917878" y="909799"/>
                  </a:lnTo>
                  <a:lnTo>
                    <a:pt x="917187" y="911968"/>
                  </a:lnTo>
                  <a:lnTo>
                    <a:pt x="916367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421129" y="227321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2851" y="914400"/>
                  </a:lnTo>
                  <a:lnTo>
                    <a:pt x="914231" y="905495"/>
                  </a:lnTo>
                  <a:lnTo>
                    <a:pt x="914399" y="904590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430569" y="225564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159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43056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44000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44944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45889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46833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47777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48721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49665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506091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51553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52497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53441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543852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55329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56273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57217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258161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259105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600493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60993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619374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62881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63825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64769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65713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66657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67601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68545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69489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70433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71377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723216" y="2273210"/>
              <a:ext cx="918001" cy="914400"/>
            </a:xfrm>
            <a:custGeom>
              <a:avLst/>
              <a:pathLst>
                <a:path w="91800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001" y="896830"/>
                  </a:lnTo>
                  <a:lnTo>
                    <a:pt x="917998" y="897438"/>
                  </a:lnTo>
                  <a:lnTo>
                    <a:pt x="917630" y="908602"/>
                  </a:lnTo>
                  <a:lnTo>
                    <a:pt x="917272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827059" y="227321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235" y="914313"/>
                  </a:lnTo>
                  <a:lnTo>
                    <a:pt x="909443" y="914065"/>
                  </a:lnTo>
                  <a:lnTo>
                    <a:pt x="909652" y="913818"/>
                  </a:lnTo>
                  <a:lnTo>
                    <a:pt x="909861" y="913570"/>
                  </a:lnTo>
                  <a:lnTo>
                    <a:pt x="910070" y="913323"/>
                  </a:lnTo>
                  <a:lnTo>
                    <a:pt x="910279" y="913076"/>
                  </a:lnTo>
                  <a:lnTo>
                    <a:pt x="910488" y="912828"/>
                  </a:lnTo>
                  <a:lnTo>
                    <a:pt x="910696" y="912581"/>
                  </a:lnTo>
                  <a:lnTo>
                    <a:pt x="910905" y="912333"/>
                  </a:lnTo>
                  <a:lnTo>
                    <a:pt x="911114" y="912086"/>
                  </a:lnTo>
                  <a:lnTo>
                    <a:pt x="911323" y="911839"/>
                  </a:lnTo>
                  <a:lnTo>
                    <a:pt x="911532" y="911591"/>
                  </a:lnTo>
                  <a:lnTo>
                    <a:pt x="911741" y="911344"/>
                  </a:lnTo>
                  <a:lnTo>
                    <a:pt x="911950" y="911097"/>
                  </a:lnTo>
                  <a:lnTo>
                    <a:pt x="912159" y="910849"/>
                  </a:lnTo>
                  <a:lnTo>
                    <a:pt x="912368" y="910602"/>
                  </a:lnTo>
                  <a:lnTo>
                    <a:pt x="912576" y="910354"/>
                  </a:lnTo>
                  <a:lnTo>
                    <a:pt x="912785" y="910107"/>
                  </a:lnTo>
                  <a:lnTo>
                    <a:pt x="912994" y="909860"/>
                  </a:lnTo>
                  <a:lnTo>
                    <a:pt x="913203" y="909612"/>
                  </a:lnTo>
                  <a:lnTo>
                    <a:pt x="913412" y="909365"/>
                  </a:lnTo>
                  <a:lnTo>
                    <a:pt x="913621" y="909118"/>
                  </a:lnTo>
                  <a:lnTo>
                    <a:pt x="913830" y="908870"/>
                  </a:lnTo>
                  <a:lnTo>
                    <a:pt x="914039" y="908623"/>
                  </a:lnTo>
                  <a:lnTo>
                    <a:pt x="914248" y="908376"/>
                  </a:lnTo>
                  <a:lnTo>
                    <a:pt x="914399" y="908197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836499" y="22732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17" y="908128"/>
                  </a:lnTo>
                  <a:lnTo>
                    <a:pt x="905226" y="907881"/>
                  </a:lnTo>
                  <a:lnTo>
                    <a:pt x="905435" y="907634"/>
                  </a:lnTo>
                  <a:lnTo>
                    <a:pt x="905644" y="907386"/>
                  </a:lnTo>
                  <a:lnTo>
                    <a:pt x="905853" y="907139"/>
                  </a:lnTo>
                  <a:lnTo>
                    <a:pt x="906062" y="906892"/>
                  </a:lnTo>
                  <a:lnTo>
                    <a:pt x="906271" y="906644"/>
                  </a:lnTo>
                  <a:lnTo>
                    <a:pt x="906480" y="906397"/>
                  </a:lnTo>
                  <a:lnTo>
                    <a:pt x="906689" y="906150"/>
                  </a:lnTo>
                  <a:lnTo>
                    <a:pt x="906898" y="905902"/>
                  </a:lnTo>
                  <a:lnTo>
                    <a:pt x="907107" y="905655"/>
                  </a:lnTo>
                  <a:lnTo>
                    <a:pt x="907316" y="905408"/>
                  </a:lnTo>
                  <a:lnTo>
                    <a:pt x="907525" y="905160"/>
                  </a:lnTo>
                  <a:lnTo>
                    <a:pt x="907735" y="904913"/>
                  </a:lnTo>
                  <a:lnTo>
                    <a:pt x="907944" y="904666"/>
                  </a:lnTo>
                  <a:lnTo>
                    <a:pt x="908153" y="904419"/>
                  </a:lnTo>
                  <a:lnTo>
                    <a:pt x="908362" y="904171"/>
                  </a:lnTo>
                  <a:lnTo>
                    <a:pt x="908571" y="903924"/>
                  </a:lnTo>
                  <a:lnTo>
                    <a:pt x="908780" y="903677"/>
                  </a:lnTo>
                  <a:lnTo>
                    <a:pt x="908989" y="903430"/>
                  </a:lnTo>
                  <a:lnTo>
                    <a:pt x="909198" y="903182"/>
                  </a:lnTo>
                  <a:lnTo>
                    <a:pt x="909408" y="902935"/>
                  </a:lnTo>
                  <a:lnTo>
                    <a:pt x="909617" y="902688"/>
                  </a:lnTo>
                  <a:lnTo>
                    <a:pt x="909826" y="902440"/>
                  </a:lnTo>
                  <a:lnTo>
                    <a:pt x="910035" y="902193"/>
                  </a:lnTo>
                  <a:lnTo>
                    <a:pt x="910244" y="901946"/>
                  </a:lnTo>
                  <a:lnTo>
                    <a:pt x="910453" y="901699"/>
                  </a:lnTo>
                  <a:lnTo>
                    <a:pt x="910663" y="901451"/>
                  </a:lnTo>
                  <a:lnTo>
                    <a:pt x="914400" y="897227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845939" y="225564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97"/>
                  </a:lnTo>
                  <a:lnTo>
                    <a:pt x="905087" y="914653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84593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85538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86482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87426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883700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89314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90258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91202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921461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93090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940342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94978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95922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96866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97810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98754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996983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300642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3015864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302530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303474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304418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3053625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306306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3072505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308194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309138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310082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311026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311970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312914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313858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314802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315746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316690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317634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3185788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319522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320466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321410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322354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323298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3242429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325187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326131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327075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328019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328963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329907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330851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331795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332739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333683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334627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3355712" y="227321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680"/>
                  </a:lnTo>
                  <a:lnTo>
                    <a:pt x="923379" y="910122"/>
                  </a:lnTo>
                  <a:lnTo>
                    <a:pt x="922691" y="912278"/>
                  </a:lnTo>
                  <a:lnTo>
                    <a:pt x="922013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3365153" y="2255641"/>
              <a:ext cx="918189" cy="926250"/>
            </a:xfrm>
            <a:custGeom>
              <a:avLst/>
              <a:pathLst>
                <a:path w="918189" h="926250">
                  <a:moveTo>
                    <a:pt x="914400" y="914400"/>
                  </a:moveTo>
                  <a:lnTo>
                    <a:pt x="918189" y="914400"/>
                  </a:lnTo>
                  <a:lnTo>
                    <a:pt x="918074" y="914760"/>
                  </a:lnTo>
                  <a:lnTo>
                    <a:pt x="917384" y="916915"/>
                  </a:lnTo>
                  <a:lnTo>
                    <a:pt x="916695" y="919070"/>
                  </a:lnTo>
                  <a:lnTo>
                    <a:pt x="916005" y="921226"/>
                  </a:lnTo>
                  <a:lnTo>
                    <a:pt x="915316" y="923381"/>
                  </a:lnTo>
                  <a:lnTo>
                    <a:pt x="914627" y="925537"/>
                  </a:lnTo>
                  <a:lnTo>
                    <a:pt x="914400" y="92625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430569" y="223807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401" y="931969"/>
                  </a:lnTo>
                  <a:lnTo>
                    <a:pt x="906715" y="930276"/>
                  </a:lnTo>
                  <a:lnTo>
                    <a:pt x="908926" y="920117"/>
                  </a:lnTo>
                  <a:lnTo>
                    <a:pt x="910360" y="914400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43056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44000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44944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45889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46833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47777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48721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49665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506091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51553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52497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53441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543852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55329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56273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7217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8161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9105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600493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60993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619374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62881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63825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64769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5713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6657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7601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8545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9489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70433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71377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723216" y="2255641"/>
              <a:ext cx="918048" cy="914400"/>
            </a:xfrm>
            <a:custGeom>
              <a:avLst/>
              <a:pathLst>
                <a:path w="9180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880" y="896830"/>
                  </a:lnTo>
                  <a:lnTo>
                    <a:pt x="918048" y="903822"/>
                  </a:lnTo>
                  <a:lnTo>
                    <a:pt x="918001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845939" y="22556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333" y="914400"/>
                  </a:lnTo>
                  <a:lnTo>
                    <a:pt x="909042" y="910575"/>
                  </a:lnTo>
                  <a:lnTo>
                    <a:pt x="909463" y="910161"/>
                  </a:lnTo>
                  <a:lnTo>
                    <a:pt x="909887" y="909744"/>
                  </a:lnTo>
                  <a:lnTo>
                    <a:pt x="910311" y="909328"/>
                  </a:lnTo>
                  <a:lnTo>
                    <a:pt x="910735" y="908911"/>
                  </a:lnTo>
                  <a:lnTo>
                    <a:pt x="911160" y="908494"/>
                  </a:lnTo>
                  <a:lnTo>
                    <a:pt x="911584" y="908077"/>
                  </a:lnTo>
                  <a:lnTo>
                    <a:pt x="912008" y="907660"/>
                  </a:lnTo>
                  <a:lnTo>
                    <a:pt x="912432" y="907243"/>
                  </a:lnTo>
                  <a:lnTo>
                    <a:pt x="912857" y="906826"/>
                  </a:lnTo>
                  <a:lnTo>
                    <a:pt x="913281" y="906410"/>
                  </a:lnTo>
                  <a:lnTo>
                    <a:pt x="913706" y="905993"/>
                  </a:lnTo>
                  <a:lnTo>
                    <a:pt x="914130" y="905576"/>
                  </a:lnTo>
                  <a:lnTo>
                    <a:pt x="914400" y="905311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855380" y="223807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881"/>
                  </a:lnTo>
                  <a:lnTo>
                    <a:pt x="905114" y="922729"/>
                  </a:lnTo>
                  <a:lnTo>
                    <a:pt x="905539" y="922312"/>
                  </a:lnTo>
                  <a:lnTo>
                    <a:pt x="905963" y="921896"/>
                  </a:lnTo>
                  <a:lnTo>
                    <a:pt x="906388" y="921479"/>
                  </a:lnTo>
                  <a:lnTo>
                    <a:pt x="906812" y="921062"/>
                  </a:lnTo>
                  <a:lnTo>
                    <a:pt x="907237" y="920645"/>
                  </a:lnTo>
                  <a:lnTo>
                    <a:pt x="907661" y="920229"/>
                  </a:lnTo>
                  <a:lnTo>
                    <a:pt x="908086" y="919812"/>
                  </a:lnTo>
                  <a:lnTo>
                    <a:pt x="908511" y="919395"/>
                  </a:lnTo>
                  <a:lnTo>
                    <a:pt x="908935" y="918979"/>
                  </a:lnTo>
                  <a:lnTo>
                    <a:pt x="909360" y="918562"/>
                  </a:lnTo>
                  <a:lnTo>
                    <a:pt x="909785" y="918146"/>
                  </a:lnTo>
                  <a:lnTo>
                    <a:pt x="910210" y="917729"/>
                  </a:lnTo>
                  <a:lnTo>
                    <a:pt x="910634" y="917312"/>
                  </a:lnTo>
                  <a:lnTo>
                    <a:pt x="911059" y="916896"/>
                  </a:lnTo>
                  <a:lnTo>
                    <a:pt x="911484" y="916479"/>
                  </a:lnTo>
                  <a:lnTo>
                    <a:pt x="911909" y="916063"/>
                  </a:lnTo>
                  <a:lnTo>
                    <a:pt x="912334" y="915646"/>
                  </a:lnTo>
                  <a:lnTo>
                    <a:pt x="912759" y="915230"/>
                  </a:lnTo>
                  <a:lnTo>
                    <a:pt x="913184" y="914813"/>
                  </a:lnTo>
                  <a:lnTo>
                    <a:pt x="913633" y="914400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85538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86482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87426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883700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89314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90258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291202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2921461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293090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2940342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294978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295922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296866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297810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298754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2996983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300642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3015864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302530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303474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304418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3053625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306306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3072505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308194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309138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310082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311026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311970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312914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313858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314802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315746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316690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317634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3185788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319522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320466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321410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322354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323298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3242429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325187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326131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327075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328019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328963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329907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330851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331795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332739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333683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334627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335571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3365153" y="2255641"/>
              <a:ext cx="923318" cy="914400"/>
            </a:xfrm>
            <a:custGeom>
              <a:avLst/>
              <a:pathLst>
                <a:path w="92331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18" y="896830"/>
                  </a:lnTo>
                  <a:lnTo>
                    <a:pt x="921370" y="904016"/>
                  </a:lnTo>
                  <a:lnTo>
                    <a:pt x="918769" y="912590"/>
                  </a:lnTo>
                  <a:lnTo>
                    <a:pt x="918189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421129" y="2220501"/>
              <a:ext cx="914399" cy="915010"/>
            </a:xfrm>
            <a:custGeom>
              <a:avLst/>
              <a:pathLst>
                <a:path w="914399" h="915010">
                  <a:moveTo>
                    <a:pt x="914399" y="914400"/>
                  </a:moveTo>
                  <a:lnTo>
                    <a:pt x="914399" y="915010"/>
                  </a:lnTo>
                  <a:lnTo>
                    <a:pt x="914125" y="91440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421129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0" y="931969"/>
                  </a:lnTo>
                  <a:lnTo>
                    <a:pt x="920594" y="928805"/>
                  </a:lnTo>
                  <a:lnTo>
                    <a:pt x="920353" y="928266"/>
                  </a:lnTo>
                  <a:lnTo>
                    <a:pt x="919573" y="926529"/>
                  </a:lnTo>
                  <a:lnTo>
                    <a:pt x="918793" y="924791"/>
                  </a:lnTo>
                  <a:lnTo>
                    <a:pt x="918013" y="923053"/>
                  </a:lnTo>
                  <a:lnTo>
                    <a:pt x="917233" y="921316"/>
                  </a:lnTo>
                  <a:lnTo>
                    <a:pt x="916453" y="919579"/>
                  </a:lnTo>
                  <a:lnTo>
                    <a:pt x="915672" y="917841"/>
                  </a:lnTo>
                  <a:lnTo>
                    <a:pt x="914891" y="916104"/>
                  </a:lnTo>
                  <a:lnTo>
                    <a:pt x="914399" y="91501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43056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44000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44944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45889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46833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47777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48721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49665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250609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251553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252497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253441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2543852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255329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256273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257217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258161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259105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2600493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260993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2619374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262881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263825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264769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265713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266657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267601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268545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69489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70433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71377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723216" y="2238071"/>
              <a:ext cx="917880" cy="914400"/>
            </a:xfrm>
            <a:custGeom>
              <a:avLst/>
              <a:pathLst>
                <a:path w="91788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008" y="896830"/>
                  </a:lnTo>
                  <a:lnTo>
                    <a:pt x="917192" y="899085"/>
                  </a:lnTo>
                  <a:lnTo>
                    <a:pt x="917779" y="910217"/>
                  </a:lnTo>
                  <a:lnTo>
                    <a:pt x="917880" y="914400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855380" y="2238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33" y="914400"/>
                  </a:lnTo>
                  <a:lnTo>
                    <a:pt x="914400" y="913694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864820" y="2238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694"/>
                  </a:lnTo>
                  <a:lnTo>
                    <a:pt x="908934" y="910037"/>
                  </a:lnTo>
                  <a:lnTo>
                    <a:pt x="914249" y="905761"/>
                  </a:lnTo>
                  <a:lnTo>
                    <a:pt x="914400" y="90564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874260" y="2238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0" y="905573"/>
                  </a:lnTo>
                  <a:lnTo>
                    <a:pt x="905314" y="905383"/>
                  </a:lnTo>
                  <a:lnTo>
                    <a:pt x="905567" y="905193"/>
                  </a:lnTo>
                  <a:lnTo>
                    <a:pt x="905821" y="905003"/>
                  </a:lnTo>
                  <a:lnTo>
                    <a:pt x="906074" y="904813"/>
                  </a:lnTo>
                  <a:lnTo>
                    <a:pt x="906328" y="904623"/>
                  </a:lnTo>
                  <a:lnTo>
                    <a:pt x="906581" y="904434"/>
                  </a:lnTo>
                  <a:lnTo>
                    <a:pt x="906835" y="904244"/>
                  </a:lnTo>
                  <a:lnTo>
                    <a:pt x="907089" y="904054"/>
                  </a:lnTo>
                  <a:lnTo>
                    <a:pt x="907342" y="903864"/>
                  </a:lnTo>
                  <a:lnTo>
                    <a:pt x="907596" y="903674"/>
                  </a:lnTo>
                  <a:lnTo>
                    <a:pt x="907850" y="903485"/>
                  </a:lnTo>
                  <a:lnTo>
                    <a:pt x="908103" y="903295"/>
                  </a:lnTo>
                  <a:lnTo>
                    <a:pt x="908357" y="903105"/>
                  </a:lnTo>
                  <a:lnTo>
                    <a:pt x="908611" y="902915"/>
                  </a:lnTo>
                  <a:lnTo>
                    <a:pt x="908864" y="902725"/>
                  </a:lnTo>
                  <a:lnTo>
                    <a:pt x="909118" y="902536"/>
                  </a:lnTo>
                  <a:lnTo>
                    <a:pt x="909372" y="902346"/>
                  </a:lnTo>
                  <a:lnTo>
                    <a:pt x="909625" y="902156"/>
                  </a:lnTo>
                  <a:lnTo>
                    <a:pt x="909879" y="901966"/>
                  </a:lnTo>
                  <a:lnTo>
                    <a:pt x="910133" y="901777"/>
                  </a:lnTo>
                  <a:lnTo>
                    <a:pt x="910386" y="901587"/>
                  </a:lnTo>
                  <a:lnTo>
                    <a:pt x="910640" y="901397"/>
                  </a:lnTo>
                  <a:lnTo>
                    <a:pt x="910894" y="901208"/>
                  </a:lnTo>
                  <a:lnTo>
                    <a:pt x="911147" y="901018"/>
                  </a:lnTo>
                  <a:lnTo>
                    <a:pt x="911401" y="900828"/>
                  </a:lnTo>
                  <a:lnTo>
                    <a:pt x="911655" y="900638"/>
                  </a:lnTo>
                  <a:lnTo>
                    <a:pt x="911909" y="900449"/>
                  </a:lnTo>
                  <a:lnTo>
                    <a:pt x="912162" y="900259"/>
                  </a:lnTo>
                  <a:lnTo>
                    <a:pt x="912416" y="900069"/>
                  </a:lnTo>
                  <a:lnTo>
                    <a:pt x="912670" y="899880"/>
                  </a:lnTo>
                  <a:lnTo>
                    <a:pt x="912924" y="899690"/>
                  </a:lnTo>
                  <a:lnTo>
                    <a:pt x="913178" y="899500"/>
                  </a:lnTo>
                  <a:lnTo>
                    <a:pt x="913431" y="899310"/>
                  </a:lnTo>
                  <a:lnTo>
                    <a:pt x="913685" y="899121"/>
                  </a:lnTo>
                  <a:lnTo>
                    <a:pt x="913939" y="898931"/>
                  </a:lnTo>
                  <a:lnTo>
                    <a:pt x="914193" y="898741"/>
                  </a:lnTo>
                  <a:lnTo>
                    <a:pt x="914400" y="898587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883700" y="2220501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5006" y="916122"/>
                  </a:lnTo>
                  <a:lnTo>
                    <a:pt x="905260" y="915932"/>
                  </a:lnTo>
                  <a:lnTo>
                    <a:pt x="905514" y="915742"/>
                  </a:lnTo>
                  <a:lnTo>
                    <a:pt x="905768" y="915553"/>
                  </a:lnTo>
                  <a:lnTo>
                    <a:pt x="906022" y="915363"/>
                  </a:lnTo>
                  <a:lnTo>
                    <a:pt x="906276" y="915173"/>
                  </a:lnTo>
                  <a:lnTo>
                    <a:pt x="906529" y="914984"/>
                  </a:lnTo>
                  <a:lnTo>
                    <a:pt x="906783" y="914794"/>
                  </a:lnTo>
                  <a:lnTo>
                    <a:pt x="907037" y="914605"/>
                  </a:lnTo>
                  <a:lnTo>
                    <a:pt x="907312" y="914400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883700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89314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90258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91202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92146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93090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940342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94978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95922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96866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97810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98754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996983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300642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3015864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302530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303474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304418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3053625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306306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3072505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308194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309138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310082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311026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311970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312914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313858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314802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315746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316690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317634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3185788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319522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320466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321410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322354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323298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3242429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325187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326131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327075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328019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328963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329907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330851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331795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332739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333683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334627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335571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3365153" y="223807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35"/>
                  </a:lnTo>
                  <a:lnTo>
                    <a:pt x="923753" y="912796"/>
                  </a:lnTo>
                  <a:lnTo>
                    <a:pt x="923318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3374593" y="2220501"/>
              <a:ext cx="918047" cy="930005"/>
            </a:xfrm>
            <a:custGeom>
              <a:avLst/>
              <a:pathLst>
                <a:path w="918047" h="930005">
                  <a:moveTo>
                    <a:pt x="914400" y="914400"/>
                  </a:moveTo>
                  <a:lnTo>
                    <a:pt x="918047" y="914400"/>
                  </a:lnTo>
                  <a:lnTo>
                    <a:pt x="917633" y="916231"/>
                  </a:lnTo>
                  <a:lnTo>
                    <a:pt x="917055" y="918797"/>
                  </a:lnTo>
                  <a:lnTo>
                    <a:pt x="916473" y="921377"/>
                  </a:lnTo>
                  <a:lnTo>
                    <a:pt x="914400" y="930005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2421129" y="2202931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4110" y="931936"/>
                  </a:lnTo>
                  <a:lnTo>
                    <a:pt x="913329" y="930199"/>
                  </a:lnTo>
                  <a:lnTo>
                    <a:pt x="912547" y="928462"/>
                  </a:lnTo>
                  <a:lnTo>
                    <a:pt x="911766" y="926725"/>
                  </a:lnTo>
                  <a:lnTo>
                    <a:pt x="910984" y="924988"/>
                  </a:lnTo>
                  <a:lnTo>
                    <a:pt x="910202" y="923251"/>
                  </a:lnTo>
                  <a:lnTo>
                    <a:pt x="909420" y="921514"/>
                  </a:lnTo>
                  <a:lnTo>
                    <a:pt x="908637" y="919777"/>
                  </a:lnTo>
                  <a:lnTo>
                    <a:pt x="907854" y="918040"/>
                  </a:lnTo>
                  <a:lnTo>
                    <a:pt x="907071" y="916303"/>
                  </a:lnTo>
                  <a:lnTo>
                    <a:pt x="906288" y="914567"/>
                  </a:lnTo>
                  <a:lnTo>
                    <a:pt x="906213" y="914400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2421129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243056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244000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244944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245889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246833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247777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248721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249665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250609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251553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252497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253441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543852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55329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56273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57217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58161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59105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600493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60993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619374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62881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63825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64769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65713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66657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67601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68545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69489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70433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71377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723216" y="2220501"/>
              <a:ext cx="917008" cy="914400"/>
            </a:xfrm>
            <a:custGeom>
              <a:avLst/>
              <a:pathLst>
                <a:path w="91700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315" y="896830"/>
                  </a:lnTo>
                  <a:lnTo>
                    <a:pt x="916289" y="905596"/>
                  </a:lnTo>
                  <a:lnTo>
                    <a:pt x="917008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883700" y="222050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7312" y="914400"/>
                  </a:lnTo>
                  <a:lnTo>
                    <a:pt x="907545" y="914225"/>
                  </a:lnTo>
                  <a:lnTo>
                    <a:pt x="907799" y="914036"/>
                  </a:lnTo>
                  <a:lnTo>
                    <a:pt x="908053" y="913846"/>
                  </a:lnTo>
                  <a:lnTo>
                    <a:pt x="908307" y="913657"/>
                  </a:lnTo>
                  <a:lnTo>
                    <a:pt x="908561" y="913467"/>
                  </a:lnTo>
                  <a:lnTo>
                    <a:pt x="908814" y="913277"/>
                  </a:lnTo>
                  <a:lnTo>
                    <a:pt x="909068" y="913088"/>
                  </a:lnTo>
                  <a:lnTo>
                    <a:pt x="909322" y="912898"/>
                  </a:lnTo>
                  <a:lnTo>
                    <a:pt x="909576" y="912709"/>
                  </a:lnTo>
                  <a:lnTo>
                    <a:pt x="909830" y="912519"/>
                  </a:lnTo>
                  <a:lnTo>
                    <a:pt x="910084" y="912330"/>
                  </a:lnTo>
                  <a:lnTo>
                    <a:pt x="910338" y="912140"/>
                  </a:lnTo>
                  <a:lnTo>
                    <a:pt x="910592" y="911950"/>
                  </a:lnTo>
                  <a:lnTo>
                    <a:pt x="910846" y="911761"/>
                  </a:lnTo>
                  <a:lnTo>
                    <a:pt x="911100" y="911571"/>
                  </a:lnTo>
                  <a:lnTo>
                    <a:pt x="911354" y="911382"/>
                  </a:lnTo>
                  <a:lnTo>
                    <a:pt x="911608" y="911192"/>
                  </a:lnTo>
                  <a:lnTo>
                    <a:pt x="914399" y="909215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893141" y="222050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215"/>
                  </a:lnTo>
                  <a:lnTo>
                    <a:pt x="905162" y="908913"/>
                  </a:lnTo>
                  <a:lnTo>
                    <a:pt x="909969" y="902483"/>
                  </a:lnTo>
                  <a:lnTo>
                    <a:pt x="914400" y="897187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902581" y="220293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57"/>
                  </a:lnTo>
                  <a:lnTo>
                    <a:pt x="905258" y="914400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90258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91202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92146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93090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940342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94978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95922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96866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97810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98754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996983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300642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3015864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302530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303474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304418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3053625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306306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3072505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308194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309138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310082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311026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311970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312914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313858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314802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315746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316690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317634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3185788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319522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320466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321410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322354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323298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3242429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325187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326131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327075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328019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328963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329907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330851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331795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332739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333683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334627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335571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336515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3374593" y="2220501"/>
              <a:ext cx="922016" cy="914400"/>
            </a:xfrm>
            <a:custGeom>
              <a:avLst/>
              <a:pathLst>
                <a:path w="92201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16" y="896830"/>
                  </a:lnTo>
                  <a:lnTo>
                    <a:pt x="921691" y="898269"/>
                  </a:lnTo>
                  <a:lnTo>
                    <a:pt x="921110" y="900834"/>
                  </a:lnTo>
                  <a:lnTo>
                    <a:pt x="920530" y="903400"/>
                  </a:lnTo>
                  <a:lnTo>
                    <a:pt x="919951" y="905966"/>
                  </a:lnTo>
                  <a:lnTo>
                    <a:pt x="919371" y="908532"/>
                  </a:lnTo>
                  <a:lnTo>
                    <a:pt x="918792" y="911098"/>
                  </a:lnTo>
                  <a:lnTo>
                    <a:pt x="918212" y="913665"/>
                  </a:lnTo>
                  <a:lnTo>
                    <a:pt x="918047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411688" y="2185361"/>
              <a:ext cx="914400" cy="929190"/>
            </a:xfrm>
            <a:custGeom>
              <a:avLst/>
              <a:pathLst>
                <a:path w="914400" h="929190">
                  <a:moveTo>
                    <a:pt x="914400" y="914400"/>
                  </a:moveTo>
                  <a:lnTo>
                    <a:pt x="914400" y="929190"/>
                  </a:lnTo>
                  <a:lnTo>
                    <a:pt x="914162" y="928663"/>
                  </a:lnTo>
                  <a:lnTo>
                    <a:pt x="913378" y="926927"/>
                  </a:lnTo>
                  <a:lnTo>
                    <a:pt x="912594" y="925190"/>
                  </a:lnTo>
                  <a:lnTo>
                    <a:pt x="911810" y="923454"/>
                  </a:lnTo>
                  <a:lnTo>
                    <a:pt x="911025" y="921717"/>
                  </a:lnTo>
                  <a:lnTo>
                    <a:pt x="910241" y="919981"/>
                  </a:lnTo>
                  <a:lnTo>
                    <a:pt x="909456" y="918244"/>
                  </a:lnTo>
                  <a:lnTo>
                    <a:pt x="908671" y="916508"/>
                  </a:lnTo>
                  <a:lnTo>
                    <a:pt x="907886" y="914772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41168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3" y="931969"/>
                  </a:lnTo>
                  <a:lnTo>
                    <a:pt x="914945" y="930400"/>
                  </a:lnTo>
                  <a:lnTo>
                    <a:pt x="914400" y="92919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421129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43056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44000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44944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45889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46833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47777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48721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49665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50609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51553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52497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53441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543852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55329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56273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57217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58161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59105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600493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60993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619374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62881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63825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4769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5713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6657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7601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8545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9489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70433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723216" y="220293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58" y="896830"/>
                  </a:lnTo>
                  <a:lnTo>
                    <a:pt x="913544" y="901394"/>
                  </a:lnTo>
                  <a:lnTo>
                    <a:pt x="914400" y="907454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723216" y="2202931"/>
              <a:ext cx="915315" cy="914400"/>
            </a:xfrm>
            <a:custGeom>
              <a:avLst/>
              <a:pathLst>
                <a:path w="915315" h="914400">
                  <a:moveTo>
                    <a:pt x="914400" y="914400"/>
                  </a:moveTo>
                  <a:lnTo>
                    <a:pt x="914400" y="907454"/>
                  </a:lnTo>
                  <a:lnTo>
                    <a:pt x="915071" y="912212"/>
                  </a:lnTo>
                  <a:lnTo>
                    <a:pt x="915315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902581" y="220293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258" y="914400"/>
                  </a:lnTo>
                  <a:lnTo>
                    <a:pt x="905509" y="914099"/>
                  </a:lnTo>
                  <a:lnTo>
                    <a:pt x="910650" y="908638"/>
                  </a:lnTo>
                  <a:lnTo>
                    <a:pt x="914400" y="905125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912021" y="220293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125"/>
                  </a:lnTo>
                  <a:lnTo>
                    <a:pt x="906497" y="903683"/>
                  </a:lnTo>
                  <a:lnTo>
                    <a:pt x="911917" y="899250"/>
                  </a:lnTo>
                  <a:lnTo>
                    <a:pt x="912318" y="898945"/>
                  </a:lnTo>
                  <a:lnTo>
                    <a:pt x="912723" y="898637"/>
                  </a:lnTo>
                  <a:lnTo>
                    <a:pt x="913127" y="898329"/>
                  </a:lnTo>
                  <a:lnTo>
                    <a:pt x="913532" y="898022"/>
                  </a:lnTo>
                  <a:lnTo>
                    <a:pt x="913936" y="897714"/>
                  </a:lnTo>
                  <a:lnTo>
                    <a:pt x="914400" y="897362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921461" y="2185361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4931"/>
                  </a:lnTo>
                  <a:lnTo>
                    <a:pt x="905305" y="914668"/>
                  </a:lnTo>
                  <a:lnTo>
                    <a:pt x="905659" y="914400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92146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93090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940342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4978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5922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6866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297810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298754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2996983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300642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3015864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302530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303474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304418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3053625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306306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3072505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308194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309138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310082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311026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311970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312914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313858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314802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315746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316690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317634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3185788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319522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320466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321410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322354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323298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3242429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325187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326131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327075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328019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328963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329907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330851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331795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332739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333683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334627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335571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336515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3374593" y="220293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345"/>
                  </a:lnTo>
                  <a:lnTo>
                    <a:pt x="923433" y="908141"/>
                  </a:lnTo>
                  <a:lnTo>
                    <a:pt x="922852" y="910707"/>
                  </a:lnTo>
                  <a:lnTo>
                    <a:pt x="922271" y="913272"/>
                  </a:lnTo>
                  <a:lnTo>
                    <a:pt x="922016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3384033" y="2185361"/>
              <a:ext cx="916838" cy="923915"/>
            </a:xfrm>
            <a:custGeom>
              <a:avLst/>
              <a:pathLst>
                <a:path w="916838" h="923915">
                  <a:moveTo>
                    <a:pt x="914400" y="914400"/>
                  </a:moveTo>
                  <a:lnTo>
                    <a:pt x="916838" y="914400"/>
                  </a:lnTo>
                  <a:lnTo>
                    <a:pt x="916710" y="914876"/>
                  </a:lnTo>
                  <a:lnTo>
                    <a:pt x="915891" y="917944"/>
                  </a:lnTo>
                  <a:lnTo>
                    <a:pt x="915072" y="921012"/>
                  </a:lnTo>
                  <a:lnTo>
                    <a:pt x="914974" y="921382"/>
                  </a:lnTo>
                  <a:lnTo>
                    <a:pt x="914574" y="923145"/>
                  </a:lnTo>
                  <a:lnTo>
                    <a:pt x="914400" y="923915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402248" y="2167792"/>
              <a:ext cx="914399" cy="925876"/>
            </a:xfrm>
            <a:custGeom>
              <a:avLst/>
              <a:pathLst>
                <a:path w="914399" h="925876">
                  <a:moveTo>
                    <a:pt x="914399" y="914400"/>
                  </a:moveTo>
                  <a:lnTo>
                    <a:pt x="914399" y="925876"/>
                  </a:lnTo>
                  <a:lnTo>
                    <a:pt x="914183" y="925397"/>
                  </a:lnTo>
                  <a:lnTo>
                    <a:pt x="913397" y="923661"/>
                  </a:lnTo>
                  <a:lnTo>
                    <a:pt x="912610" y="921926"/>
                  </a:lnTo>
                  <a:lnTo>
                    <a:pt x="911823" y="920190"/>
                  </a:lnTo>
                  <a:lnTo>
                    <a:pt x="911037" y="918454"/>
                  </a:lnTo>
                  <a:lnTo>
                    <a:pt x="910249" y="916718"/>
                  </a:lnTo>
                  <a:lnTo>
                    <a:pt x="909462" y="914983"/>
                  </a:lnTo>
                  <a:lnTo>
                    <a:pt x="909198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402248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6540" y="930606"/>
                  </a:lnTo>
                  <a:lnTo>
                    <a:pt x="915755" y="928869"/>
                  </a:lnTo>
                  <a:lnTo>
                    <a:pt x="914969" y="927133"/>
                  </a:lnTo>
                  <a:lnTo>
                    <a:pt x="914399" y="925876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41168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421129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43056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44000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44944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45889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46833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47777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48721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49665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506091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51553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52497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53441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543852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55329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56273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57217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58161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59105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600493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60993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619374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62881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63825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64769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65713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266657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267601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268545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269489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270433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2713776" y="2185361"/>
              <a:ext cx="922198" cy="914400"/>
            </a:xfrm>
            <a:custGeom>
              <a:avLst/>
              <a:pathLst>
                <a:path w="92219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990" y="896830"/>
                  </a:lnTo>
                  <a:lnTo>
                    <a:pt x="919019" y="896987"/>
                  </a:lnTo>
                  <a:lnTo>
                    <a:pt x="919126" y="897554"/>
                  </a:lnTo>
                  <a:lnTo>
                    <a:pt x="919233" y="898120"/>
                  </a:lnTo>
                  <a:lnTo>
                    <a:pt x="919339" y="898686"/>
                  </a:lnTo>
                  <a:lnTo>
                    <a:pt x="919446" y="899252"/>
                  </a:lnTo>
                  <a:lnTo>
                    <a:pt x="919553" y="899818"/>
                  </a:lnTo>
                  <a:lnTo>
                    <a:pt x="919659" y="900385"/>
                  </a:lnTo>
                  <a:lnTo>
                    <a:pt x="919766" y="900951"/>
                  </a:lnTo>
                  <a:lnTo>
                    <a:pt x="919872" y="901517"/>
                  </a:lnTo>
                  <a:lnTo>
                    <a:pt x="919979" y="902083"/>
                  </a:lnTo>
                  <a:lnTo>
                    <a:pt x="920085" y="902649"/>
                  </a:lnTo>
                  <a:lnTo>
                    <a:pt x="920192" y="903216"/>
                  </a:lnTo>
                  <a:lnTo>
                    <a:pt x="920298" y="903782"/>
                  </a:lnTo>
                  <a:lnTo>
                    <a:pt x="920405" y="904348"/>
                  </a:lnTo>
                  <a:lnTo>
                    <a:pt x="920511" y="904914"/>
                  </a:lnTo>
                  <a:lnTo>
                    <a:pt x="920618" y="905480"/>
                  </a:lnTo>
                  <a:lnTo>
                    <a:pt x="920724" y="906047"/>
                  </a:lnTo>
                  <a:lnTo>
                    <a:pt x="920831" y="906613"/>
                  </a:lnTo>
                  <a:lnTo>
                    <a:pt x="920937" y="907179"/>
                  </a:lnTo>
                  <a:lnTo>
                    <a:pt x="921044" y="907745"/>
                  </a:lnTo>
                  <a:lnTo>
                    <a:pt x="921150" y="908311"/>
                  </a:lnTo>
                  <a:lnTo>
                    <a:pt x="922198" y="91440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2921461" y="218536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710" y="914361"/>
                  </a:lnTo>
                  <a:lnTo>
                    <a:pt x="906115" y="914053"/>
                  </a:lnTo>
                  <a:lnTo>
                    <a:pt x="906519" y="913746"/>
                  </a:lnTo>
                  <a:lnTo>
                    <a:pt x="906924" y="913438"/>
                  </a:lnTo>
                  <a:lnTo>
                    <a:pt x="907329" y="913130"/>
                  </a:lnTo>
                  <a:lnTo>
                    <a:pt x="907733" y="912823"/>
                  </a:lnTo>
                  <a:lnTo>
                    <a:pt x="908138" y="912515"/>
                  </a:lnTo>
                  <a:lnTo>
                    <a:pt x="908543" y="912208"/>
                  </a:lnTo>
                  <a:lnTo>
                    <a:pt x="908948" y="911900"/>
                  </a:lnTo>
                  <a:lnTo>
                    <a:pt x="909353" y="911593"/>
                  </a:lnTo>
                  <a:lnTo>
                    <a:pt x="909757" y="911285"/>
                  </a:lnTo>
                  <a:lnTo>
                    <a:pt x="910162" y="910978"/>
                  </a:lnTo>
                  <a:lnTo>
                    <a:pt x="910567" y="910670"/>
                  </a:lnTo>
                  <a:lnTo>
                    <a:pt x="910972" y="910363"/>
                  </a:lnTo>
                  <a:lnTo>
                    <a:pt x="911377" y="910055"/>
                  </a:lnTo>
                  <a:lnTo>
                    <a:pt x="911782" y="909748"/>
                  </a:lnTo>
                  <a:lnTo>
                    <a:pt x="912187" y="909440"/>
                  </a:lnTo>
                  <a:lnTo>
                    <a:pt x="912592" y="909133"/>
                  </a:lnTo>
                  <a:lnTo>
                    <a:pt x="912997" y="908826"/>
                  </a:lnTo>
                  <a:lnTo>
                    <a:pt x="913402" y="908518"/>
                  </a:lnTo>
                  <a:lnTo>
                    <a:pt x="913807" y="908211"/>
                  </a:lnTo>
                  <a:lnTo>
                    <a:pt x="914212" y="907903"/>
                  </a:lnTo>
                  <a:lnTo>
                    <a:pt x="914399" y="907761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2930902" y="218536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761"/>
                  </a:lnTo>
                  <a:lnTo>
                    <a:pt x="905177" y="907596"/>
                  </a:lnTo>
                  <a:lnTo>
                    <a:pt x="905582" y="907289"/>
                  </a:lnTo>
                  <a:lnTo>
                    <a:pt x="905987" y="906981"/>
                  </a:lnTo>
                  <a:lnTo>
                    <a:pt x="911248" y="903271"/>
                  </a:lnTo>
                  <a:lnTo>
                    <a:pt x="914400" y="901375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2940342" y="2167792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8945"/>
                  </a:lnTo>
                  <a:lnTo>
                    <a:pt x="907162" y="917620"/>
                  </a:lnTo>
                  <a:lnTo>
                    <a:pt x="912595" y="914899"/>
                  </a:lnTo>
                  <a:lnTo>
                    <a:pt x="913835" y="914400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2940342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294978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295922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296866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297810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298754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2996983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300642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3015864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302530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303474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304418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3053625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306306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3072505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308194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309138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310082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311026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311970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312914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313858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314802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315746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316690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317634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3185788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319522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320466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321410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322354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323298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3242429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325187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326131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327075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328019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328963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329907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330851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331795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332739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333683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334627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335571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336515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337459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3384033" y="2185361"/>
              <a:ext cx="921538" cy="914400"/>
            </a:xfrm>
            <a:custGeom>
              <a:avLst/>
              <a:pathLst>
                <a:path w="92153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38" y="896830"/>
                  </a:lnTo>
                  <a:lnTo>
                    <a:pt x="920812" y="899538"/>
                  </a:lnTo>
                  <a:lnTo>
                    <a:pt x="919991" y="902606"/>
                  </a:lnTo>
                  <a:lnTo>
                    <a:pt x="919170" y="905673"/>
                  </a:lnTo>
                  <a:lnTo>
                    <a:pt x="918350" y="908741"/>
                  </a:lnTo>
                  <a:lnTo>
                    <a:pt x="917530" y="911808"/>
                  </a:lnTo>
                  <a:lnTo>
                    <a:pt x="916838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392808" y="2150222"/>
              <a:ext cx="914400" cy="922636"/>
            </a:xfrm>
            <a:custGeom>
              <a:avLst/>
              <a:pathLst>
                <a:path w="914400" h="922636">
                  <a:moveTo>
                    <a:pt x="914400" y="914400"/>
                  </a:moveTo>
                  <a:lnTo>
                    <a:pt x="914400" y="922636"/>
                  </a:lnTo>
                  <a:lnTo>
                    <a:pt x="914174" y="922139"/>
                  </a:lnTo>
                  <a:lnTo>
                    <a:pt x="913385" y="920404"/>
                  </a:lnTo>
                  <a:lnTo>
                    <a:pt x="912596" y="918669"/>
                  </a:lnTo>
                  <a:lnTo>
                    <a:pt x="911807" y="916934"/>
                  </a:lnTo>
                  <a:lnTo>
                    <a:pt x="911017" y="915198"/>
                  </a:lnTo>
                  <a:lnTo>
                    <a:pt x="910654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39280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38" y="931969"/>
                  </a:lnTo>
                  <a:lnTo>
                    <a:pt x="918115" y="930817"/>
                  </a:lnTo>
                  <a:lnTo>
                    <a:pt x="917327" y="929081"/>
                  </a:lnTo>
                  <a:lnTo>
                    <a:pt x="916539" y="927346"/>
                  </a:lnTo>
                  <a:lnTo>
                    <a:pt x="915751" y="925610"/>
                  </a:lnTo>
                  <a:lnTo>
                    <a:pt x="914962" y="923875"/>
                  </a:lnTo>
                  <a:lnTo>
                    <a:pt x="914400" y="922636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402248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241168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2421129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243056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244000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244944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245889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246833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247777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248721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249665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2506091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51553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52497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53441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543852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55329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56273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57217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58161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59105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600493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60993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619374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62881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63825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64769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65713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66657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67601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68545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694896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704336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713776" y="2167792"/>
              <a:ext cx="918990" cy="914400"/>
            </a:xfrm>
            <a:custGeom>
              <a:avLst/>
              <a:pathLst>
                <a:path w="91899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5676" y="896830"/>
                  </a:lnTo>
                  <a:lnTo>
                    <a:pt x="915710" y="897005"/>
                  </a:lnTo>
                  <a:lnTo>
                    <a:pt x="915817" y="897571"/>
                  </a:lnTo>
                  <a:lnTo>
                    <a:pt x="915923" y="898138"/>
                  </a:lnTo>
                  <a:lnTo>
                    <a:pt x="916030" y="898704"/>
                  </a:lnTo>
                  <a:lnTo>
                    <a:pt x="916137" y="899270"/>
                  </a:lnTo>
                  <a:lnTo>
                    <a:pt x="916244" y="899836"/>
                  </a:lnTo>
                  <a:lnTo>
                    <a:pt x="916351" y="900402"/>
                  </a:lnTo>
                  <a:lnTo>
                    <a:pt x="916458" y="900969"/>
                  </a:lnTo>
                  <a:lnTo>
                    <a:pt x="916565" y="901535"/>
                  </a:lnTo>
                  <a:lnTo>
                    <a:pt x="916671" y="902101"/>
                  </a:lnTo>
                  <a:lnTo>
                    <a:pt x="916778" y="902667"/>
                  </a:lnTo>
                  <a:lnTo>
                    <a:pt x="916885" y="903233"/>
                  </a:lnTo>
                  <a:lnTo>
                    <a:pt x="916992" y="903800"/>
                  </a:lnTo>
                  <a:lnTo>
                    <a:pt x="917099" y="904366"/>
                  </a:lnTo>
                  <a:lnTo>
                    <a:pt x="917205" y="904932"/>
                  </a:lnTo>
                  <a:lnTo>
                    <a:pt x="917312" y="905498"/>
                  </a:lnTo>
                  <a:lnTo>
                    <a:pt x="917419" y="906064"/>
                  </a:lnTo>
                  <a:lnTo>
                    <a:pt x="917526" y="906631"/>
                  </a:lnTo>
                  <a:lnTo>
                    <a:pt x="917633" y="907197"/>
                  </a:lnTo>
                  <a:lnTo>
                    <a:pt x="917739" y="907763"/>
                  </a:lnTo>
                  <a:lnTo>
                    <a:pt x="917846" y="908329"/>
                  </a:lnTo>
                  <a:lnTo>
                    <a:pt x="917953" y="908895"/>
                  </a:lnTo>
                  <a:lnTo>
                    <a:pt x="918059" y="909461"/>
                  </a:lnTo>
                  <a:lnTo>
                    <a:pt x="918166" y="910028"/>
                  </a:lnTo>
                  <a:lnTo>
                    <a:pt x="918273" y="910594"/>
                  </a:lnTo>
                  <a:lnTo>
                    <a:pt x="918380" y="911160"/>
                  </a:lnTo>
                  <a:lnTo>
                    <a:pt x="918486" y="911726"/>
                  </a:lnTo>
                  <a:lnTo>
                    <a:pt x="918593" y="912292"/>
                  </a:lnTo>
                  <a:lnTo>
                    <a:pt x="918700" y="912859"/>
                  </a:lnTo>
                  <a:lnTo>
                    <a:pt x="918806" y="913425"/>
                  </a:lnTo>
                  <a:lnTo>
                    <a:pt x="918913" y="913991"/>
                  </a:lnTo>
                  <a:lnTo>
                    <a:pt x="918990" y="914400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940342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3835" y="914400"/>
                  </a:lnTo>
                  <a:lnTo>
                    <a:pt x="914399" y="914172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949782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4172"/>
                  </a:lnTo>
                  <a:lnTo>
                    <a:pt x="908654" y="912683"/>
                  </a:lnTo>
                  <a:lnTo>
                    <a:pt x="914206" y="910978"/>
                  </a:lnTo>
                  <a:lnTo>
                    <a:pt x="914400" y="910937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959222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937"/>
                  </a:lnTo>
                  <a:lnTo>
                    <a:pt x="910356" y="909789"/>
                  </a:lnTo>
                  <a:lnTo>
                    <a:pt x="914400" y="909305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968662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305"/>
                  </a:lnTo>
                  <a:lnTo>
                    <a:pt x="906530" y="909117"/>
                  </a:lnTo>
                  <a:lnTo>
                    <a:pt x="906927" y="909088"/>
                  </a:lnTo>
                  <a:lnTo>
                    <a:pt x="907326" y="909059"/>
                  </a:lnTo>
                  <a:lnTo>
                    <a:pt x="907725" y="909030"/>
                  </a:lnTo>
                  <a:lnTo>
                    <a:pt x="908124" y="909000"/>
                  </a:lnTo>
                  <a:lnTo>
                    <a:pt x="908523" y="908971"/>
                  </a:lnTo>
                  <a:lnTo>
                    <a:pt x="908921" y="908942"/>
                  </a:lnTo>
                  <a:lnTo>
                    <a:pt x="909320" y="908913"/>
                  </a:lnTo>
                  <a:lnTo>
                    <a:pt x="909719" y="908884"/>
                  </a:lnTo>
                  <a:lnTo>
                    <a:pt x="910118" y="908855"/>
                  </a:lnTo>
                  <a:lnTo>
                    <a:pt x="910517" y="908825"/>
                  </a:lnTo>
                  <a:lnTo>
                    <a:pt x="910916" y="908796"/>
                  </a:lnTo>
                  <a:lnTo>
                    <a:pt x="911315" y="908767"/>
                  </a:lnTo>
                  <a:lnTo>
                    <a:pt x="911713" y="908738"/>
                  </a:lnTo>
                  <a:lnTo>
                    <a:pt x="912112" y="908709"/>
                  </a:lnTo>
                  <a:lnTo>
                    <a:pt x="912511" y="908680"/>
                  </a:lnTo>
                  <a:lnTo>
                    <a:pt x="912910" y="908651"/>
                  </a:lnTo>
                  <a:lnTo>
                    <a:pt x="913309" y="908622"/>
                  </a:lnTo>
                  <a:lnTo>
                    <a:pt x="913708" y="908593"/>
                  </a:lnTo>
                  <a:lnTo>
                    <a:pt x="914106" y="908564"/>
                  </a:lnTo>
                  <a:lnTo>
                    <a:pt x="914400" y="908543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978103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5" y="908535"/>
                  </a:lnTo>
                  <a:lnTo>
                    <a:pt x="905464" y="908506"/>
                  </a:lnTo>
                  <a:lnTo>
                    <a:pt x="905863" y="908477"/>
                  </a:lnTo>
                  <a:lnTo>
                    <a:pt x="906262" y="908448"/>
                  </a:lnTo>
                  <a:lnTo>
                    <a:pt x="906660" y="908419"/>
                  </a:lnTo>
                  <a:lnTo>
                    <a:pt x="907059" y="908390"/>
                  </a:lnTo>
                  <a:lnTo>
                    <a:pt x="907458" y="908361"/>
                  </a:lnTo>
                  <a:lnTo>
                    <a:pt x="907857" y="908333"/>
                  </a:lnTo>
                  <a:lnTo>
                    <a:pt x="908256" y="908304"/>
                  </a:lnTo>
                  <a:lnTo>
                    <a:pt x="908655" y="908275"/>
                  </a:lnTo>
                  <a:lnTo>
                    <a:pt x="909054" y="908246"/>
                  </a:lnTo>
                  <a:lnTo>
                    <a:pt x="909453" y="908217"/>
                  </a:lnTo>
                  <a:lnTo>
                    <a:pt x="909851" y="908188"/>
                  </a:lnTo>
                  <a:lnTo>
                    <a:pt x="910250" y="908159"/>
                  </a:lnTo>
                  <a:lnTo>
                    <a:pt x="910649" y="908131"/>
                  </a:lnTo>
                  <a:lnTo>
                    <a:pt x="911048" y="908102"/>
                  </a:lnTo>
                  <a:lnTo>
                    <a:pt x="911447" y="908073"/>
                  </a:lnTo>
                  <a:lnTo>
                    <a:pt x="911846" y="908044"/>
                  </a:lnTo>
                  <a:lnTo>
                    <a:pt x="912245" y="908016"/>
                  </a:lnTo>
                  <a:lnTo>
                    <a:pt x="912644" y="907987"/>
                  </a:lnTo>
                  <a:lnTo>
                    <a:pt x="913043" y="907958"/>
                  </a:lnTo>
                  <a:lnTo>
                    <a:pt x="913441" y="907929"/>
                  </a:lnTo>
                  <a:lnTo>
                    <a:pt x="913840" y="907901"/>
                  </a:lnTo>
                  <a:lnTo>
                    <a:pt x="914239" y="907872"/>
                  </a:lnTo>
                  <a:lnTo>
                    <a:pt x="914400" y="907860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987543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860"/>
                  </a:lnTo>
                  <a:lnTo>
                    <a:pt x="905198" y="907843"/>
                  </a:lnTo>
                  <a:lnTo>
                    <a:pt x="905597" y="907815"/>
                  </a:lnTo>
                  <a:lnTo>
                    <a:pt x="905996" y="907786"/>
                  </a:lnTo>
                  <a:lnTo>
                    <a:pt x="906395" y="907757"/>
                  </a:lnTo>
                  <a:lnTo>
                    <a:pt x="906793" y="907729"/>
                  </a:lnTo>
                  <a:lnTo>
                    <a:pt x="907192" y="907700"/>
                  </a:lnTo>
                  <a:lnTo>
                    <a:pt x="907591" y="907671"/>
                  </a:lnTo>
                  <a:lnTo>
                    <a:pt x="907990" y="907643"/>
                  </a:lnTo>
                  <a:lnTo>
                    <a:pt x="908389" y="907614"/>
                  </a:lnTo>
                  <a:lnTo>
                    <a:pt x="908788" y="907586"/>
                  </a:lnTo>
                  <a:lnTo>
                    <a:pt x="909187" y="907557"/>
                  </a:lnTo>
                  <a:lnTo>
                    <a:pt x="909586" y="907529"/>
                  </a:lnTo>
                  <a:lnTo>
                    <a:pt x="909985" y="907500"/>
                  </a:lnTo>
                  <a:lnTo>
                    <a:pt x="910384" y="907472"/>
                  </a:lnTo>
                  <a:lnTo>
                    <a:pt x="910783" y="907443"/>
                  </a:lnTo>
                  <a:lnTo>
                    <a:pt x="911181" y="907415"/>
                  </a:lnTo>
                  <a:lnTo>
                    <a:pt x="911580" y="907386"/>
                  </a:lnTo>
                  <a:lnTo>
                    <a:pt x="911979" y="907358"/>
                  </a:lnTo>
                  <a:lnTo>
                    <a:pt x="912378" y="907329"/>
                  </a:lnTo>
                  <a:lnTo>
                    <a:pt x="912777" y="907301"/>
                  </a:lnTo>
                  <a:lnTo>
                    <a:pt x="913176" y="907272"/>
                  </a:lnTo>
                  <a:lnTo>
                    <a:pt x="913575" y="907244"/>
                  </a:lnTo>
                  <a:lnTo>
                    <a:pt x="913974" y="907216"/>
                  </a:lnTo>
                  <a:lnTo>
                    <a:pt x="914400" y="907185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996983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7185"/>
                  </a:lnTo>
                  <a:lnTo>
                    <a:pt x="905332" y="907159"/>
                  </a:lnTo>
                  <a:lnTo>
                    <a:pt x="905731" y="907130"/>
                  </a:lnTo>
                  <a:lnTo>
                    <a:pt x="906129" y="907102"/>
                  </a:lnTo>
                  <a:lnTo>
                    <a:pt x="906528" y="907074"/>
                  </a:lnTo>
                  <a:lnTo>
                    <a:pt x="906927" y="907045"/>
                  </a:lnTo>
                  <a:lnTo>
                    <a:pt x="907326" y="907017"/>
                  </a:lnTo>
                  <a:lnTo>
                    <a:pt x="907725" y="906989"/>
                  </a:lnTo>
                  <a:lnTo>
                    <a:pt x="908124" y="906960"/>
                  </a:lnTo>
                  <a:lnTo>
                    <a:pt x="908523" y="906932"/>
                  </a:lnTo>
                  <a:lnTo>
                    <a:pt x="908922" y="906904"/>
                  </a:lnTo>
                  <a:lnTo>
                    <a:pt x="909321" y="906876"/>
                  </a:lnTo>
                  <a:lnTo>
                    <a:pt x="909720" y="906847"/>
                  </a:lnTo>
                  <a:lnTo>
                    <a:pt x="910119" y="906819"/>
                  </a:lnTo>
                  <a:lnTo>
                    <a:pt x="910518" y="906791"/>
                  </a:lnTo>
                  <a:lnTo>
                    <a:pt x="910917" y="906763"/>
                  </a:lnTo>
                  <a:lnTo>
                    <a:pt x="911316" y="906735"/>
                  </a:lnTo>
                  <a:lnTo>
                    <a:pt x="911715" y="906706"/>
                  </a:lnTo>
                  <a:lnTo>
                    <a:pt x="912114" y="906678"/>
                  </a:lnTo>
                  <a:lnTo>
                    <a:pt x="912513" y="906650"/>
                  </a:lnTo>
                  <a:lnTo>
                    <a:pt x="912912" y="906622"/>
                  </a:lnTo>
                  <a:lnTo>
                    <a:pt x="913311" y="906594"/>
                  </a:lnTo>
                  <a:lnTo>
                    <a:pt x="913710" y="906566"/>
                  </a:lnTo>
                  <a:lnTo>
                    <a:pt x="914109" y="906538"/>
                  </a:lnTo>
                  <a:lnTo>
                    <a:pt x="914399" y="906517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3006423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7" y="906510"/>
                  </a:lnTo>
                  <a:lnTo>
                    <a:pt x="905466" y="906481"/>
                  </a:lnTo>
                  <a:lnTo>
                    <a:pt x="905865" y="906453"/>
                  </a:lnTo>
                  <a:lnTo>
                    <a:pt x="906264" y="906425"/>
                  </a:lnTo>
                  <a:lnTo>
                    <a:pt x="906663" y="906397"/>
                  </a:lnTo>
                  <a:lnTo>
                    <a:pt x="907062" y="906369"/>
                  </a:lnTo>
                  <a:lnTo>
                    <a:pt x="907461" y="906341"/>
                  </a:lnTo>
                  <a:lnTo>
                    <a:pt x="907860" y="906313"/>
                  </a:lnTo>
                  <a:lnTo>
                    <a:pt x="908259" y="906285"/>
                  </a:lnTo>
                  <a:lnTo>
                    <a:pt x="908658" y="906257"/>
                  </a:lnTo>
                  <a:lnTo>
                    <a:pt x="909057" y="906229"/>
                  </a:lnTo>
                  <a:lnTo>
                    <a:pt x="909456" y="906201"/>
                  </a:lnTo>
                  <a:lnTo>
                    <a:pt x="909855" y="906173"/>
                  </a:lnTo>
                  <a:lnTo>
                    <a:pt x="910254" y="906146"/>
                  </a:lnTo>
                  <a:lnTo>
                    <a:pt x="910653" y="906118"/>
                  </a:lnTo>
                  <a:lnTo>
                    <a:pt x="911052" y="906090"/>
                  </a:lnTo>
                  <a:lnTo>
                    <a:pt x="911451" y="906062"/>
                  </a:lnTo>
                  <a:lnTo>
                    <a:pt x="911850" y="906034"/>
                  </a:lnTo>
                  <a:lnTo>
                    <a:pt x="912249" y="906006"/>
                  </a:lnTo>
                  <a:lnTo>
                    <a:pt x="912648" y="905978"/>
                  </a:lnTo>
                  <a:lnTo>
                    <a:pt x="913047" y="905950"/>
                  </a:lnTo>
                  <a:lnTo>
                    <a:pt x="913446" y="905923"/>
                  </a:lnTo>
                  <a:lnTo>
                    <a:pt x="913845" y="905895"/>
                  </a:lnTo>
                  <a:lnTo>
                    <a:pt x="914244" y="905867"/>
                  </a:lnTo>
                  <a:lnTo>
                    <a:pt x="914400" y="905856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3015864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5856"/>
                  </a:lnTo>
                  <a:lnTo>
                    <a:pt x="905203" y="905839"/>
                  </a:lnTo>
                  <a:lnTo>
                    <a:pt x="905602" y="905811"/>
                  </a:lnTo>
                  <a:lnTo>
                    <a:pt x="906001" y="905784"/>
                  </a:lnTo>
                  <a:lnTo>
                    <a:pt x="906400" y="905756"/>
                  </a:lnTo>
                  <a:lnTo>
                    <a:pt x="906799" y="905728"/>
                  </a:lnTo>
                  <a:lnTo>
                    <a:pt x="907198" y="905700"/>
                  </a:lnTo>
                  <a:lnTo>
                    <a:pt x="907597" y="905673"/>
                  </a:lnTo>
                  <a:lnTo>
                    <a:pt x="907996" y="905645"/>
                  </a:lnTo>
                  <a:lnTo>
                    <a:pt x="908395" y="905617"/>
                  </a:lnTo>
                  <a:lnTo>
                    <a:pt x="908794" y="905590"/>
                  </a:lnTo>
                  <a:lnTo>
                    <a:pt x="909193" y="905562"/>
                  </a:lnTo>
                  <a:lnTo>
                    <a:pt x="909592" y="905534"/>
                  </a:lnTo>
                  <a:lnTo>
                    <a:pt x="909991" y="905507"/>
                  </a:lnTo>
                  <a:lnTo>
                    <a:pt x="910390" y="905479"/>
                  </a:lnTo>
                  <a:lnTo>
                    <a:pt x="914399" y="905411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3025304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411"/>
                  </a:lnTo>
                  <a:lnTo>
                    <a:pt x="907297" y="905371"/>
                  </a:lnTo>
                  <a:lnTo>
                    <a:pt x="913638" y="905925"/>
                  </a:lnTo>
                  <a:lnTo>
                    <a:pt x="914400" y="906031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3034744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031"/>
                  </a:lnTo>
                  <a:lnTo>
                    <a:pt x="914400" y="907350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3044184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350"/>
                  </a:lnTo>
                  <a:lnTo>
                    <a:pt x="914400" y="90866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3053625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668"/>
                  </a:lnTo>
                  <a:lnTo>
                    <a:pt x="914399" y="909987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3063065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7"/>
                  </a:lnTo>
                  <a:lnTo>
                    <a:pt x="914400" y="9112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3072505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1238"/>
                  </a:lnTo>
                  <a:lnTo>
                    <a:pt x="905451" y="911077"/>
                  </a:lnTo>
                  <a:lnTo>
                    <a:pt x="905994" y="910899"/>
                  </a:lnTo>
                  <a:lnTo>
                    <a:pt x="906538" y="910721"/>
                  </a:lnTo>
                  <a:lnTo>
                    <a:pt x="907081" y="910543"/>
                  </a:lnTo>
                  <a:lnTo>
                    <a:pt x="907624" y="910366"/>
                  </a:lnTo>
                  <a:lnTo>
                    <a:pt x="908167" y="910188"/>
                  </a:lnTo>
                  <a:lnTo>
                    <a:pt x="908710" y="910010"/>
                  </a:lnTo>
                  <a:lnTo>
                    <a:pt x="909254" y="909833"/>
                  </a:lnTo>
                  <a:lnTo>
                    <a:pt x="909797" y="909655"/>
                  </a:lnTo>
                  <a:lnTo>
                    <a:pt x="910340" y="909478"/>
                  </a:lnTo>
                  <a:lnTo>
                    <a:pt x="910883" y="909300"/>
                  </a:lnTo>
                  <a:lnTo>
                    <a:pt x="911426" y="909123"/>
                  </a:lnTo>
                  <a:lnTo>
                    <a:pt x="911970" y="908945"/>
                  </a:lnTo>
                  <a:lnTo>
                    <a:pt x="912513" y="908768"/>
                  </a:lnTo>
                  <a:lnTo>
                    <a:pt x="913056" y="908590"/>
                  </a:lnTo>
                  <a:lnTo>
                    <a:pt x="913600" y="908413"/>
                  </a:lnTo>
                  <a:lnTo>
                    <a:pt x="914143" y="908236"/>
                  </a:lnTo>
                  <a:lnTo>
                    <a:pt x="914399" y="908152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3081945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152"/>
                  </a:lnTo>
                  <a:lnTo>
                    <a:pt x="905246" y="908058"/>
                  </a:lnTo>
                  <a:lnTo>
                    <a:pt x="905790" y="907881"/>
                  </a:lnTo>
                  <a:lnTo>
                    <a:pt x="906333" y="907704"/>
                  </a:lnTo>
                  <a:lnTo>
                    <a:pt x="906876" y="907526"/>
                  </a:lnTo>
                  <a:lnTo>
                    <a:pt x="907420" y="907349"/>
                  </a:lnTo>
                  <a:lnTo>
                    <a:pt x="907963" y="907172"/>
                  </a:lnTo>
                  <a:lnTo>
                    <a:pt x="908507" y="906995"/>
                  </a:lnTo>
                  <a:lnTo>
                    <a:pt x="909050" y="906817"/>
                  </a:lnTo>
                  <a:lnTo>
                    <a:pt x="909593" y="906640"/>
                  </a:lnTo>
                  <a:lnTo>
                    <a:pt x="910137" y="906463"/>
                  </a:lnTo>
                  <a:lnTo>
                    <a:pt x="910680" y="906286"/>
                  </a:lnTo>
                  <a:lnTo>
                    <a:pt x="911224" y="906109"/>
                  </a:lnTo>
                  <a:lnTo>
                    <a:pt x="911767" y="905932"/>
                  </a:lnTo>
                  <a:lnTo>
                    <a:pt x="912311" y="905755"/>
                  </a:lnTo>
                  <a:lnTo>
                    <a:pt x="912855" y="905578"/>
                  </a:lnTo>
                  <a:lnTo>
                    <a:pt x="913398" y="905401"/>
                  </a:lnTo>
                  <a:lnTo>
                    <a:pt x="913942" y="905224"/>
                  </a:lnTo>
                  <a:lnTo>
                    <a:pt x="914400" y="905075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3091386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45" y="905047"/>
                  </a:lnTo>
                  <a:lnTo>
                    <a:pt x="905589" y="904870"/>
                  </a:lnTo>
                  <a:lnTo>
                    <a:pt x="906132" y="904693"/>
                  </a:lnTo>
                  <a:lnTo>
                    <a:pt x="911753" y="903133"/>
                  </a:lnTo>
                  <a:lnTo>
                    <a:pt x="914400" y="90264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3100826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649"/>
                  </a:lnTo>
                  <a:lnTo>
                    <a:pt x="907968" y="902100"/>
                  </a:lnTo>
                  <a:lnTo>
                    <a:pt x="913645" y="901595"/>
                  </a:lnTo>
                  <a:lnTo>
                    <a:pt x="913989" y="901581"/>
                  </a:lnTo>
                  <a:lnTo>
                    <a:pt x="914400" y="901564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3110266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1564"/>
                  </a:lnTo>
                  <a:lnTo>
                    <a:pt x="905242" y="901552"/>
                  </a:lnTo>
                  <a:lnTo>
                    <a:pt x="905589" y="901537"/>
                  </a:lnTo>
                  <a:lnTo>
                    <a:pt x="905935" y="901523"/>
                  </a:lnTo>
                  <a:lnTo>
                    <a:pt x="906282" y="901508"/>
                  </a:lnTo>
                  <a:lnTo>
                    <a:pt x="906628" y="901494"/>
                  </a:lnTo>
                  <a:lnTo>
                    <a:pt x="906975" y="901479"/>
                  </a:lnTo>
                  <a:lnTo>
                    <a:pt x="907321" y="901465"/>
                  </a:lnTo>
                  <a:lnTo>
                    <a:pt x="907668" y="901450"/>
                  </a:lnTo>
                  <a:lnTo>
                    <a:pt x="908014" y="901436"/>
                  </a:lnTo>
                  <a:lnTo>
                    <a:pt x="908361" y="901421"/>
                  </a:lnTo>
                  <a:lnTo>
                    <a:pt x="908707" y="901407"/>
                  </a:lnTo>
                  <a:lnTo>
                    <a:pt x="909054" y="901392"/>
                  </a:lnTo>
                  <a:lnTo>
                    <a:pt x="909400" y="901378"/>
                  </a:lnTo>
                  <a:lnTo>
                    <a:pt x="909747" y="901363"/>
                  </a:lnTo>
                  <a:lnTo>
                    <a:pt x="910093" y="901349"/>
                  </a:lnTo>
                  <a:lnTo>
                    <a:pt x="910440" y="901335"/>
                  </a:lnTo>
                  <a:lnTo>
                    <a:pt x="910786" y="901320"/>
                  </a:lnTo>
                  <a:lnTo>
                    <a:pt x="911133" y="901306"/>
                  </a:lnTo>
                  <a:lnTo>
                    <a:pt x="911479" y="901291"/>
                  </a:lnTo>
                  <a:lnTo>
                    <a:pt x="911826" y="901277"/>
                  </a:lnTo>
                  <a:lnTo>
                    <a:pt x="912172" y="901263"/>
                  </a:lnTo>
                  <a:lnTo>
                    <a:pt x="912519" y="901248"/>
                  </a:lnTo>
                  <a:lnTo>
                    <a:pt x="912865" y="901234"/>
                  </a:lnTo>
                  <a:lnTo>
                    <a:pt x="913212" y="901220"/>
                  </a:lnTo>
                  <a:lnTo>
                    <a:pt x="913558" y="901205"/>
                  </a:lnTo>
                  <a:lnTo>
                    <a:pt x="913905" y="901191"/>
                  </a:lnTo>
                  <a:lnTo>
                    <a:pt x="914251" y="901177"/>
                  </a:lnTo>
                  <a:lnTo>
                    <a:pt x="914399" y="901170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3119706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170"/>
                  </a:lnTo>
                  <a:lnTo>
                    <a:pt x="905158" y="901162"/>
                  </a:lnTo>
                  <a:lnTo>
                    <a:pt x="905504" y="901148"/>
                  </a:lnTo>
                  <a:lnTo>
                    <a:pt x="905851" y="901134"/>
                  </a:lnTo>
                  <a:lnTo>
                    <a:pt x="906197" y="901119"/>
                  </a:lnTo>
                  <a:lnTo>
                    <a:pt x="906544" y="901105"/>
                  </a:lnTo>
                  <a:lnTo>
                    <a:pt x="906890" y="901091"/>
                  </a:lnTo>
                  <a:lnTo>
                    <a:pt x="907237" y="901077"/>
                  </a:lnTo>
                  <a:lnTo>
                    <a:pt x="907583" y="901062"/>
                  </a:lnTo>
                  <a:lnTo>
                    <a:pt x="907930" y="901048"/>
                  </a:lnTo>
                  <a:lnTo>
                    <a:pt x="908276" y="901034"/>
                  </a:lnTo>
                  <a:lnTo>
                    <a:pt x="908623" y="901020"/>
                  </a:lnTo>
                  <a:lnTo>
                    <a:pt x="908970" y="901006"/>
                  </a:lnTo>
                  <a:lnTo>
                    <a:pt x="909316" y="900991"/>
                  </a:lnTo>
                  <a:lnTo>
                    <a:pt x="909663" y="900977"/>
                  </a:lnTo>
                  <a:lnTo>
                    <a:pt x="910009" y="900963"/>
                  </a:lnTo>
                  <a:lnTo>
                    <a:pt x="910356" y="900949"/>
                  </a:lnTo>
                  <a:lnTo>
                    <a:pt x="910702" y="900935"/>
                  </a:lnTo>
                  <a:lnTo>
                    <a:pt x="911049" y="900921"/>
                  </a:lnTo>
                  <a:lnTo>
                    <a:pt x="911395" y="900906"/>
                  </a:lnTo>
                  <a:lnTo>
                    <a:pt x="911742" y="900892"/>
                  </a:lnTo>
                  <a:lnTo>
                    <a:pt x="912088" y="900878"/>
                  </a:lnTo>
                  <a:lnTo>
                    <a:pt x="912435" y="900864"/>
                  </a:lnTo>
                  <a:lnTo>
                    <a:pt x="912781" y="900850"/>
                  </a:lnTo>
                  <a:lnTo>
                    <a:pt x="913128" y="900836"/>
                  </a:lnTo>
                  <a:lnTo>
                    <a:pt x="913474" y="900822"/>
                  </a:lnTo>
                  <a:lnTo>
                    <a:pt x="913821" y="900808"/>
                  </a:lnTo>
                  <a:lnTo>
                    <a:pt x="914168" y="900794"/>
                  </a:lnTo>
                  <a:lnTo>
                    <a:pt x="914400" y="900784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3129147" y="215022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74" y="918350"/>
                  </a:lnTo>
                  <a:lnTo>
                    <a:pt x="905420" y="918335"/>
                  </a:lnTo>
                  <a:lnTo>
                    <a:pt x="905767" y="918321"/>
                  </a:lnTo>
                  <a:lnTo>
                    <a:pt x="906113" y="918307"/>
                  </a:lnTo>
                  <a:lnTo>
                    <a:pt x="906460" y="918293"/>
                  </a:lnTo>
                  <a:lnTo>
                    <a:pt x="906807" y="918279"/>
                  </a:lnTo>
                  <a:lnTo>
                    <a:pt x="907153" y="918265"/>
                  </a:lnTo>
                  <a:lnTo>
                    <a:pt x="907500" y="918251"/>
                  </a:lnTo>
                  <a:lnTo>
                    <a:pt x="909169" y="918259"/>
                  </a:lnTo>
                  <a:lnTo>
                    <a:pt x="909282" y="917885"/>
                  </a:lnTo>
                  <a:lnTo>
                    <a:pt x="909397" y="917498"/>
                  </a:lnTo>
                  <a:lnTo>
                    <a:pt x="909513" y="917112"/>
                  </a:lnTo>
                  <a:lnTo>
                    <a:pt x="909629" y="916725"/>
                  </a:lnTo>
                  <a:lnTo>
                    <a:pt x="909745" y="916339"/>
                  </a:lnTo>
                  <a:lnTo>
                    <a:pt x="909861" y="915952"/>
                  </a:lnTo>
                  <a:lnTo>
                    <a:pt x="909976" y="915566"/>
                  </a:lnTo>
                  <a:lnTo>
                    <a:pt x="910352" y="914400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312914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313858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314802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315746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316690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317634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3185788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319522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320466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321410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322354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323298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3242429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325187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326131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327075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328019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328963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329907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330851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331795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332739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333683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334627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335571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336515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337459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3384033" y="216779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11"/>
                  </a:lnTo>
                  <a:lnTo>
                    <a:pt x="923278" y="907906"/>
                  </a:lnTo>
                  <a:lnTo>
                    <a:pt x="922456" y="910973"/>
                  </a:lnTo>
                  <a:lnTo>
                    <a:pt x="921634" y="914041"/>
                  </a:lnTo>
                  <a:lnTo>
                    <a:pt x="921538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3393473" y="2150222"/>
              <a:ext cx="916811" cy="923381"/>
            </a:xfrm>
            <a:custGeom>
              <a:avLst/>
              <a:pathLst>
                <a:path w="916811" h="923381">
                  <a:moveTo>
                    <a:pt x="914400" y="914400"/>
                  </a:moveTo>
                  <a:lnTo>
                    <a:pt x="916811" y="914400"/>
                  </a:lnTo>
                  <a:lnTo>
                    <a:pt x="916307" y="916275"/>
                  </a:lnTo>
                  <a:lnTo>
                    <a:pt x="915483" y="919342"/>
                  </a:lnTo>
                  <a:lnTo>
                    <a:pt x="914660" y="922409"/>
                  </a:lnTo>
                  <a:lnTo>
                    <a:pt x="914400" y="923381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383368" y="2132652"/>
              <a:ext cx="914399" cy="919470"/>
            </a:xfrm>
            <a:custGeom>
              <a:avLst/>
              <a:pathLst>
                <a:path w="914399" h="919470">
                  <a:moveTo>
                    <a:pt x="914399" y="914400"/>
                  </a:moveTo>
                  <a:lnTo>
                    <a:pt x="914399" y="919470"/>
                  </a:lnTo>
                  <a:lnTo>
                    <a:pt x="914134" y="918889"/>
                  </a:lnTo>
                  <a:lnTo>
                    <a:pt x="913337" y="917142"/>
                  </a:lnTo>
                  <a:lnTo>
                    <a:pt x="912157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383368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94" y="931969"/>
                  </a:lnTo>
                  <a:lnTo>
                    <a:pt x="919668" y="931033"/>
                  </a:lnTo>
                  <a:lnTo>
                    <a:pt x="918878" y="929298"/>
                  </a:lnTo>
                  <a:lnTo>
                    <a:pt x="918088" y="927563"/>
                  </a:lnTo>
                  <a:lnTo>
                    <a:pt x="917298" y="925828"/>
                  </a:lnTo>
                  <a:lnTo>
                    <a:pt x="916507" y="924093"/>
                  </a:lnTo>
                  <a:lnTo>
                    <a:pt x="915716" y="922358"/>
                  </a:lnTo>
                  <a:lnTo>
                    <a:pt x="914925" y="920624"/>
                  </a:lnTo>
                  <a:lnTo>
                    <a:pt x="914399" y="91947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39280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402248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41168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421129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43056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44000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44944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45889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46833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47777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248721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249665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2506091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251553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252497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253441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543852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55329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56273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57217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58161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59105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600493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60993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619374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62881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63825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64769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65713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66657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67601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68545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694896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713776" y="215022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89" y="896830"/>
                  </a:lnTo>
                  <a:lnTo>
                    <a:pt x="914320" y="907220"/>
                  </a:lnTo>
                  <a:lnTo>
                    <a:pt x="914399" y="90764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713776" y="2150222"/>
              <a:ext cx="915676" cy="914400"/>
            </a:xfrm>
            <a:custGeom>
              <a:avLst/>
              <a:pathLst>
                <a:path w="915676" h="914400">
                  <a:moveTo>
                    <a:pt x="914399" y="914400"/>
                  </a:moveTo>
                  <a:lnTo>
                    <a:pt x="914399" y="907640"/>
                  </a:lnTo>
                  <a:lnTo>
                    <a:pt x="914426" y="907781"/>
                  </a:lnTo>
                  <a:lnTo>
                    <a:pt x="914533" y="908347"/>
                  </a:lnTo>
                  <a:lnTo>
                    <a:pt x="914640" y="908913"/>
                  </a:lnTo>
                  <a:lnTo>
                    <a:pt x="914747" y="909479"/>
                  </a:lnTo>
                  <a:lnTo>
                    <a:pt x="914854" y="910046"/>
                  </a:lnTo>
                  <a:lnTo>
                    <a:pt x="914961" y="910612"/>
                  </a:lnTo>
                  <a:lnTo>
                    <a:pt x="915068" y="911178"/>
                  </a:lnTo>
                  <a:lnTo>
                    <a:pt x="915175" y="911744"/>
                  </a:lnTo>
                  <a:lnTo>
                    <a:pt x="915282" y="912310"/>
                  </a:lnTo>
                  <a:lnTo>
                    <a:pt x="915389" y="912876"/>
                  </a:lnTo>
                  <a:lnTo>
                    <a:pt x="915496" y="913443"/>
                  </a:lnTo>
                  <a:lnTo>
                    <a:pt x="915603" y="914009"/>
                  </a:lnTo>
                  <a:lnTo>
                    <a:pt x="915676" y="914400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3129147" y="215022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352" y="914400"/>
                  </a:lnTo>
                  <a:lnTo>
                    <a:pt x="913645" y="904182"/>
                  </a:lnTo>
                  <a:lnTo>
                    <a:pt x="914400" y="902144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3138587" y="213265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714"/>
                  </a:lnTo>
                  <a:lnTo>
                    <a:pt x="906926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313858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314802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315746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316690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317634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3185788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319522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320466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321410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322354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323298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3242429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325187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326131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327075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328019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328963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329907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330851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331795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332739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333683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334627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335571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336515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337459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338403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3393473" y="2150222"/>
              <a:ext cx="921032" cy="914400"/>
            </a:xfrm>
            <a:custGeom>
              <a:avLst/>
              <a:pathLst>
                <a:path w="92103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032" y="896830"/>
                  </a:lnTo>
                  <a:lnTo>
                    <a:pt x="919658" y="903146"/>
                  </a:lnTo>
                  <a:lnTo>
                    <a:pt x="917136" y="913189"/>
                  </a:lnTo>
                  <a:lnTo>
                    <a:pt x="916811" y="914400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383368" y="2115082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157" y="931969"/>
                  </a:lnTo>
                  <a:lnTo>
                    <a:pt x="909304" y="925343"/>
                  </a:lnTo>
                  <a:lnTo>
                    <a:pt x="905564" y="915562"/>
                  </a:lnTo>
                  <a:lnTo>
                    <a:pt x="905171" y="914400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383368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39280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402248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41168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421129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43056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44000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44944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45889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46833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47777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48721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49665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506091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51553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52497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53441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543852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55329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56273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57217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58161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59105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600493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260993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2619374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262881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263825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264769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265713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266657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267601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268545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2694896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2704336" y="2132652"/>
              <a:ext cx="921629" cy="914400"/>
            </a:xfrm>
            <a:custGeom>
              <a:avLst/>
              <a:pathLst>
                <a:path w="92162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185" y="896830"/>
                  </a:lnTo>
                  <a:lnTo>
                    <a:pt x="919202" y="904216"/>
                  </a:lnTo>
                  <a:lnTo>
                    <a:pt x="921629" y="914400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3138587" y="211508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926" y="931969"/>
                  </a:lnTo>
                  <a:lnTo>
                    <a:pt x="908251" y="928390"/>
                  </a:lnTo>
                  <a:lnTo>
                    <a:pt x="908445" y="927900"/>
                  </a:lnTo>
                  <a:lnTo>
                    <a:pt x="908641" y="927404"/>
                  </a:lnTo>
                  <a:lnTo>
                    <a:pt x="908838" y="926908"/>
                  </a:lnTo>
                  <a:lnTo>
                    <a:pt x="909034" y="926412"/>
                  </a:lnTo>
                  <a:lnTo>
                    <a:pt x="909230" y="925916"/>
                  </a:lnTo>
                  <a:lnTo>
                    <a:pt x="909427" y="925420"/>
                  </a:lnTo>
                  <a:lnTo>
                    <a:pt x="909623" y="924924"/>
                  </a:lnTo>
                  <a:lnTo>
                    <a:pt x="909819" y="924428"/>
                  </a:lnTo>
                  <a:lnTo>
                    <a:pt x="910016" y="923932"/>
                  </a:lnTo>
                  <a:lnTo>
                    <a:pt x="910212" y="923436"/>
                  </a:lnTo>
                  <a:lnTo>
                    <a:pt x="910408" y="922939"/>
                  </a:lnTo>
                  <a:lnTo>
                    <a:pt x="910605" y="922443"/>
                  </a:lnTo>
                  <a:lnTo>
                    <a:pt x="910801" y="921947"/>
                  </a:lnTo>
                  <a:lnTo>
                    <a:pt x="910998" y="921451"/>
                  </a:lnTo>
                  <a:lnTo>
                    <a:pt x="911194" y="920955"/>
                  </a:lnTo>
                  <a:lnTo>
                    <a:pt x="911391" y="920459"/>
                  </a:lnTo>
                  <a:lnTo>
                    <a:pt x="911587" y="919963"/>
                  </a:lnTo>
                  <a:lnTo>
                    <a:pt x="911784" y="919467"/>
                  </a:lnTo>
                  <a:lnTo>
                    <a:pt x="911980" y="918971"/>
                  </a:lnTo>
                  <a:lnTo>
                    <a:pt x="912177" y="918475"/>
                  </a:lnTo>
                  <a:lnTo>
                    <a:pt x="912374" y="917979"/>
                  </a:lnTo>
                  <a:lnTo>
                    <a:pt x="912570" y="917483"/>
                  </a:lnTo>
                  <a:lnTo>
                    <a:pt x="912767" y="916987"/>
                  </a:lnTo>
                  <a:lnTo>
                    <a:pt x="912963" y="916491"/>
                  </a:lnTo>
                  <a:lnTo>
                    <a:pt x="913160" y="915995"/>
                  </a:lnTo>
                  <a:lnTo>
                    <a:pt x="913357" y="915499"/>
                  </a:lnTo>
                  <a:lnTo>
                    <a:pt x="913553" y="915003"/>
                  </a:lnTo>
                  <a:lnTo>
                    <a:pt x="913792" y="91440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313858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314802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315746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316690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317634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3185788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319522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320466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321410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322354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323298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3242429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325187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326131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327075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328019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328963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329907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330851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331795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32739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333683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334627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335571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336515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337459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338403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3393473" y="213265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36" y="899957"/>
                  </a:lnTo>
                  <a:lnTo>
                    <a:pt x="921894" y="910439"/>
                  </a:lnTo>
                  <a:lnTo>
                    <a:pt x="921032" y="914400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3402913" y="2115082"/>
              <a:ext cx="914879" cy="917505"/>
            </a:xfrm>
            <a:custGeom>
              <a:avLst/>
              <a:pathLst>
                <a:path w="914879" h="917505">
                  <a:moveTo>
                    <a:pt x="914400" y="914400"/>
                  </a:moveTo>
                  <a:lnTo>
                    <a:pt x="914879" y="914400"/>
                  </a:lnTo>
                  <a:lnTo>
                    <a:pt x="914400" y="917505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2373927" y="2097513"/>
              <a:ext cx="914400" cy="931343"/>
            </a:xfrm>
            <a:custGeom>
              <a:avLst/>
              <a:pathLst>
                <a:path w="914400" h="931343">
                  <a:moveTo>
                    <a:pt x="914400" y="914400"/>
                  </a:moveTo>
                  <a:lnTo>
                    <a:pt x="914400" y="931343"/>
                  </a:lnTo>
                  <a:lnTo>
                    <a:pt x="911569" y="922970"/>
                  </a:lnTo>
                  <a:lnTo>
                    <a:pt x="911438" y="922527"/>
                  </a:lnTo>
                  <a:lnTo>
                    <a:pt x="907999" y="918269"/>
                  </a:lnTo>
                  <a:lnTo>
                    <a:pt x="905203" y="914400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237392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11" y="931969"/>
                  </a:lnTo>
                  <a:lnTo>
                    <a:pt x="914400" y="931343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2383368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239280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2402248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241168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2421129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243056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44000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44944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45889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46833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47777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48721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49665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506091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51553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52497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53441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543852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55329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256273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257217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258161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259105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2600493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260993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2619374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262881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263825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264769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265713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266657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267601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268545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2704336" y="211508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624" y="896830"/>
                  </a:lnTo>
                  <a:lnTo>
                    <a:pt x="913504" y="902220"/>
                  </a:lnTo>
                  <a:lnTo>
                    <a:pt x="914400" y="90510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2704336" y="2115082"/>
              <a:ext cx="917185" cy="914400"/>
            </a:xfrm>
            <a:custGeom>
              <a:avLst/>
              <a:pathLst>
                <a:path w="917185" h="914400">
                  <a:moveTo>
                    <a:pt x="914400" y="914400"/>
                  </a:moveTo>
                  <a:lnTo>
                    <a:pt x="914400" y="905109"/>
                  </a:lnTo>
                  <a:lnTo>
                    <a:pt x="916492" y="911863"/>
                  </a:lnTo>
                  <a:lnTo>
                    <a:pt x="917185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3138587" y="211508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792" y="914400"/>
                  </a:lnTo>
                  <a:lnTo>
                    <a:pt x="913947" y="914011"/>
                  </a:lnTo>
                  <a:lnTo>
                    <a:pt x="914143" y="913515"/>
                  </a:lnTo>
                  <a:lnTo>
                    <a:pt x="914340" y="913019"/>
                  </a:lnTo>
                  <a:lnTo>
                    <a:pt x="914400" y="9128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3148027" y="209751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439"/>
                  </a:lnTo>
                  <a:lnTo>
                    <a:pt x="905096" y="930093"/>
                  </a:lnTo>
                  <a:lnTo>
                    <a:pt x="905293" y="929597"/>
                  </a:lnTo>
                  <a:lnTo>
                    <a:pt x="905490" y="929101"/>
                  </a:lnTo>
                  <a:lnTo>
                    <a:pt x="905687" y="928605"/>
                  </a:lnTo>
                  <a:lnTo>
                    <a:pt x="905884" y="928109"/>
                  </a:lnTo>
                  <a:lnTo>
                    <a:pt x="906080" y="927613"/>
                  </a:lnTo>
                  <a:lnTo>
                    <a:pt x="906277" y="927117"/>
                  </a:lnTo>
                  <a:lnTo>
                    <a:pt x="906474" y="926621"/>
                  </a:lnTo>
                  <a:lnTo>
                    <a:pt x="906671" y="926125"/>
                  </a:lnTo>
                  <a:lnTo>
                    <a:pt x="906868" y="925629"/>
                  </a:lnTo>
                  <a:lnTo>
                    <a:pt x="907065" y="925133"/>
                  </a:lnTo>
                  <a:lnTo>
                    <a:pt x="907261" y="924637"/>
                  </a:lnTo>
                  <a:lnTo>
                    <a:pt x="907458" y="924141"/>
                  </a:lnTo>
                  <a:lnTo>
                    <a:pt x="907655" y="923645"/>
                  </a:lnTo>
                  <a:lnTo>
                    <a:pt x="907852" y="923149"/>
                  </a:lnTo>
                  <a:lnTo>
                    <a:pt x="908049" y="922653"/>
                  </a:lnTo>
                  <a:lnTo>
                    <a:pt x="908246" y="922157"/>
                  </a:lnTo>
                  <a:lnTo>
                    <a:pt x="908443" y="921661"/>
                  </a:lnTo>
                  <a:lnTo>
                    <a:pt x="908640" y="921165"/>
                  </a:lnTo>
                  <a:lnTo>
                    <a:pt x="908837" y="920669"/>
                  </a:lnTo>
                  <a:lnTo>
                    <a:pt x="909034" y="920173"/>
                  </a:lnTo>
                  <a:lnTo>
                    <a:pt x="909231" y="919677"/>
                  </a:lnTo>
                  <a:lnTo>
                    <a:pt x="909428" y="919181"/>
                  </a:lnTo>
                  <a:lnTo>
                    <a:pt x="909625" y="918685"/>
                  </a:lnTo>
                  <a:lnTo>
                    <a:pt x="909822" y="918190"/>
                  </a:lnTo>
                  <a:lnTo>
                    <a:pt x="910019" y="917694"/>
                  </a:lnTo>
                  <a:lnTo>
                    <a:pt x="910217" y="917198"/>
                  </a:lnTo>
                  <a:lnTo>
                    <a:pt x="910414" y="916702"/>
                  </a:lnTo>
                  <a:lnTo>
                    <a:pt x="910611" y="916206"/>
                  </a:lnTo>
                  <a:lnTo>
                    <a:pt x="910808" y="915710"/>
                  </a:lnTo>
                  <a:lnTo>
                    <a:pt x="911005" y="915214"/>
                  </a:lnTo>
                  <a:lnTo>
                    <a:pt x="911202" y="914718"/>
                  </a:lnTo>
                  <a:lnTo>
                    <a:pt x="911329" y="914400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314802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315746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316690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317634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3185788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319522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320466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321410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22354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23298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242429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325187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326131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327075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328019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328963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329907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330851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331795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332739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333683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334627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335571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336515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337459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338403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339347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3402913" y="2115082"/>
              <a:ext cx="917285" cy="914400"/>
            </a:xfrm>
            <a:custGeom>
              <a:avLst/>
              <a:pathLst>
                <a:path w="9172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285" y="896830"/>
                  </a:lnTo>
                  <a:lnTo>
                    <a:pt x="916040" y="906870"/>
                  </a:lnTo>
                  <a:lnTo>
                    <a:pt x="914879" y="914400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355047" y="2079943"/>
              <a:ext cx="914400" cy="916806"/>
            </a:xfrm>
            <a:custGeom>
              <a:avLst/>
              <a:pathLst>
                <a:path w="914400" h="916806">
                  <a:moveTo>
                    <a:pt x="914400" y="914400"/>
                  </a:moveTo>
                  <a:lnTo>
                    <a:pt x="914400" y="916806"/>
                  </a:lnTo>
                  <a:lnTo>
                    <a:pt x="913190" y="914734"/>
                  </a:lnTo>
                  <a:lnTo>
                    <a:pt x="913014" y="914400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355047" y="2079943"/>
              <a:ext cx="923840" cy="931632"/>
            </a:xfrm>
            <a:custGeom>
              <a:avLst/>
              <a:pathLst>
                <a:path w="923840" h="93163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632"/>
                  </a:lnTo>
                  <a:lnTo>
                    <a:pt x="922120" y="929252"/>
                  </a:lnTo>
                  <a:lnTo>
                    <a:pt x="917553" y="922210"/>
                  </a:lnTo>
                  <a:lnTo>
                    <a:pt x="914400" y="916806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36448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3" y="931969"/>
                  </a:lnTo>
                  <a:lnTo>
                    <a:pt x="914400" y="931632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37392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383368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39280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2402248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241168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2421129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243056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244000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244944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245889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246833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247777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248721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249665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2506091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251553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252497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253441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543852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55329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56273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57217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58161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59105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600493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60993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2619374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262881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263825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264769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265713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266657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267601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2694896" y="209751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6" y="896830"/>
                  </a:lnTo>
                  <a:lnTo>
                    <a:pt x="914399" y="89738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2694896" y="2097513"/>
              <a:ext cx="921064" cy="914400"/>
            </a:xfrm>
            <a:custGeom>
              <a:avLst/>
              <a:pathLst>
                <a:path w="921064" h="914400">
                  <a:moveTo>
                    <a:pt x="914399" y="914400"/>
                  </a:moveTo>
                  <a:lnTo>
                    <a:pt x="914399" y="897388"/>
                  </a:lnTo>
                  <a:lnTo>
                    <a:pt x="916170" y="901451"/>
                  </a:lnTo>
                  <a:lnTo>
                    <a:pt x="919688" y="910454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3148027" y="209751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29" y="914400"/>
                  </a:lnTo>
                  <a:lnTo>
                    <a:pt x="911400" y="914222"/>
                  </a:lnTo>
                  <a:lnTo>
                    <a:pt x="914400" y="907053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3157467" y="207994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623"/>
                  </a:lnTo>
                  <a:lnTo>
                    <a:pt x="905382" y="923613"/>
                  </a:lnTo>
                  <a:lnTo>
                    <a:pt x="909016" y="915758"/>
                  </a:lnTo>
                  <a:lnTo>
                    <a:pt x="909710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315746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316690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317634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3185788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319522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320466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321410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322354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323298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3242429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325187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326131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327075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28019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28963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29907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330851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331795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332739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333683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334627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335571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336515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337459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338403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339347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3402913" y="2097513"/>
              <a:ext cx="918801" cy="914400"/>
            </a:xfrm>
            <a:custGeom>
              <a:avLst/>
              <a:pathLst>
                <a:path w="91880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01" y="896830"/>
                  </a:lnTo>
                  <a:lnTo>
                    <a:pt x="918413" y="902718"/>
                  </a:lnTo>
                  <a:lnTo>
                    <a:pt x="917380" y="913637"/>
                  </a:lnTo>
                  <a:lnTo>
                    <a:pt x="917285" y="914400"/>
                  </a:lnTo>
                  <a:close/>
                </a:path>
              </a:pathLst>
            </a:custGeom>
            <a:solidFill>
              <a:srgbClr val="F07046">
                <a:alpha val="100000"/>
              </a:srgbClr>
            </a:solidFill>
            <a:ln w="5420" cap="flat">
              <a:solidFill>
                <a:srgbClr val="F070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345607" y="2062373"/>
              <a:ext cx="914400" cy="915741"/>
            </a:xfrm>
            <a:custGeom>
              <a:avLst/>
              <a:pathLst>
                <a:path w="914400" h="915741">
                  <a:moveTo>
                    <a:pt x="914400" y="914400"/>
                  </a:moveTo>
                  <a:lnTo>
                    <a:pt x="914400" y="915741"/>
                  </a:lnTo>
                  <a:lnTo>
                    <a:pt x="913829" y="914400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34560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55" y="931969"/>
                  </a:lnTo>
                  <a:lnTo>
                    <a:pt x="918483" y="924412"/>
                  </a:lnTo>
                  <a:lnTo>
                    <a:pt x="914564" y="916128"/>
                  </a:lnTo>
                  <a:lnTo>
                    <a:pt x="914400" y="915741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35504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36448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37392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383368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239280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2402248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241168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2421129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243056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244000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244944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245889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246833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247777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248721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49665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506091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51553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52497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53441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543852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55329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56273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57217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258161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259105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2600493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260993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2619374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262881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263825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264769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265713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266657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267601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685455" y="2079943"/>
              <a:ext cx="923596" cy="914400"/>
            </a:xfrm>
            <a:custGeom>
              <a:avLst/>
              <a:pathLst>
                <a:path w="92359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987" y="896830"/>
                  </a:lnTo>
                  <a:lnTo>
                    <a:pt x="917835" y="902114"/>
                  </a:lnTo>
                  <a:lnTo>
                    <a:pt x="921843" y="910376"/>
                  </a:lnTo>
                  <a:lnTo>
                    <a:pt x="923596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3157467" y="207994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710" y="914400"/>
                  </a:lnTo>
                  <a:lnTo>
                    <a:pt x="912854" y="908244"/>
                  </a:lnTo>
                  <a:lnTo>
                    <a:pt x="914400" y="905501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3166907" y="206237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071"/>
                  </a:lnTo>
                  <a:lnTo>
                    <a:pt x="907445" y="918661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316690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317634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3185788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319522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320466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321410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322354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23298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242429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25187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26131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327075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328019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328963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329907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330851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331795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332739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333683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334627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335571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336515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337459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338403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339347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3402913" y="2079943"/>
              <a:ext cx="919561" cy="914400"/>
            </a:xfrm>
            <a:custGeom>
              <a:avLst/>
              <a:pathLst>
                <a:path w="9195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561" y="896830"/>
                  </a:lnTo>
                  <a:lnTo>
                    <a:pt x="919549" y="898222"/>
                  </a:lnTo>
                  <a:lnTo>
                    <a:pt x="919137" y="909283"/>
                  </a:lnTo>
                  <a:lnTo>
                    <a:pt x="918801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345607" y="204480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829" y="931969"/>
                  </a:lnTo>
                  <a:lnTo>
                    <a:pt x="910883" y="925043"/>
                  </a:lnTo>
                  <a:lnTo>
                    <a:pt x="907451" y="916042"/>
                  </a:lnTo>
                  <a:lnTo>
                    <a:pt x="906892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34560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235504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236448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237392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2383368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239280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2402248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241168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2421129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243056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244000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244944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45889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46833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47777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48721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49665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506091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51553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52497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53441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2543852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255329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256273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257217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258161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259105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2600493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260993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2619374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262881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263825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64769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657135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676015" y="206237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495" y="896830"/>
                  </a:lnTo>
                  <a:lnTo>
                    <a:pt x="913929" y="897413"/>
                  </a:lnTo>
                  <a:lnTo>
                    <a:pt x="914400" y="89811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685455" y="206237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8118"/>
                  </a:lnTo>
                  <a:lnTo>
                    <a:pt x="909146" y="904395"/>
                  </a:lnTo>
                  <a:lnTo>
                    <a:pt x="913599" y="911826"/>
                  </a:lnTo>
                  <a:lnTo>
                    <a:pt x="914400" y="91331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685455" y="2062373"/>
              <a:ext cx="914987" cy="914400"/>
            </a:xfrm>
            <a:custGeom>
              <a:avLst/>
              <a:pathLst>
                <a:path w="914987" h="914400">
                  <a:moveTo>
                    <a:pt x="914400" y="914400"/>
                  </a:moveTo>
                  <a:lnTo>
                    <a:pt x="914400" y="913310"/>
                  </a:lnTo>
                  <a:lnTo>
                    <a:pt x="914987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3166907" y="206237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967" y="914400"/>
                  </a:lnTo>
                  <a:lnTo>
                    <a:pt x="914400" y="906913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3176348" y="204480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483"/>
                  </a:lnTo>
                  <a:lnTo>
                    <a:pt x="909787" y="916250"/>
                  </a:lnTo>
                  <a:lnTo>
                    <a:pt x="909861" y="915922"/>
                  </a:lnTo>
                  <a:lnTo>
                    <a:pt x="909935" y="915595"/>
                  </a:lnTo>
                  <a:lnTo>
                    <a:pt x="910009" y="915267"/>
                  </a:lnTo>
                  <a:lnTo>
                    <a:pt x="910083" y="914939"/>
                  </a:lnTo>
                  <a:lnTo>
                    <a:pt x="910157" y="914611"/>
                  </a:lnTo>
                  <a:lnTo>
                    <a:pt x="910205" y="914400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317634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3185788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19522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20466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21410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22354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323298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3242429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325187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326131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327075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328019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328963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329907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330851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331795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332739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333683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334627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335571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336515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37459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38403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39347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402913" y="2062373"/>
              <a:ext cx="919910" cy="914400"/>
            </a:xfrm>
            <a:custGeom>
              <a:avLst/>
              <a:pathLst>
                <a:path w="9199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910" y="896830"/>
                  </a:lnTo>
                  <a:lnTo>
                    <a:pt x="919517" y="897955"/>
                  </a:lnTo>
                  <a:lnTo>
                    <a:pt x="919647" y="904706"/>
                  </a:lnTo>
                  <a:lnTo>
                    <a:pt x="919561" y="91440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2336166" y="2027233"/>
              <a:ext cx="914400" cy="926294"/>
            </a:xfrm>
            <a:custGeom>
              <a:avLst/>
              <a:pathLst>
                <a:path w="914400" h="926294">
                  <a:moveTo>
                    <a:pt x="914400" y="914400"/>
                  </a:moveTo>
                  <a:lnTo>
                    <a:pt x="914400" y="926294"/>
                  </a:lnTo>
                  <a:lnTo>
                    <a:pt x="913717" y="924288"/>
                  </a:lnTo>
                  <a:lnTo>
                    <a:pt x="910808" y="914668"/>
                  </a:lnTo>
                  <a:lnTo>
                    <a:pt x="910737" y="914400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2336166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332" y="931969"/>
                  </a:lnTo>
                  <a:lnTo>
                    <a:pt x="914400" y="926294"/>
                  </a:lnTo>
                  <a:close/>
                </a:path>
              </a:pathLst>
            </a:custGeom>
            <a:solidFill>
              <a:srgbClr val="B6DF75">
                <a:alpha val="100000"/>
              </a:srgbClr>
            </a:solidFill>
            <a:ln w="5420" cap="flat">
              <a:solidFill>
                <a:srgbClr val="B6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234560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235504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236448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237392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2383368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239280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2402248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41168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421129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43056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44000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44944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245889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246833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247777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248721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249665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2506091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251553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252497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253441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2543852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255329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256273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257217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58161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59105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600493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60993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619374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62881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263825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264769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2666575" y="204480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302" y="896909"/>
                  </a:lnTo>
                  <a:lnTo>
                    <a:pt x="913493" y="902437"/>
                  </a:lnTo>
                  <a:lnTo>
                    <a:pt x="914400" y="903525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2666575" y="2044803"/>
              <a:ext cx="922935" cy="914400"/>
            </a:xfrm>
            <a:custGeom>
              <a:avLst/>
              <a:pathLst>
                <a:path w="922935" h="914400">
                  <a:moveTo>
                    <a:pt x="914400" y="914400"/>
                  </a:moveTo>
                  <a:lnTo>
                    <a:pt x="914400" y="903525"/>
                  </a:lnTo>
                  <a:lnTo>
                    <a:pt x="918520" y="908467"/>
                  </a:lnTo>
                  <a:lnTo>
                    <a:pt x="922935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176348" y="202723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231" y="931853"/>
                  </a:lnTo>
                  <a:lnTo>
                    <a:pt x="910305" y="931526"/>
                  </a:lnTo>
                  <a:lnTo>
                    <a:pt x="910380" y="931198"/>
                  </a:lnTo>
                  <a:lnTo>
                    <a:pt x="910454" y="930870"/>
                  </a:lnTo>
                  <a:lnTo>
                    <a:pt x="910528" y="930542"/>
                  </a:lnTo>
                  <a:lnTo>
                    <a:pt x="910602" y="930214"/>
                  </a:lnTo>
                  <a:lnTo>
                    <a:pt x="910676" y="929887"/>
                  </a:lnTo>
                  <a:lnTo>
                    <a:pt x="910750" y="929559"/>
                  </a:lnTo>
                  <a:lnTo>
                    <a:pt x="910824" y="929231"/>
                  </a:lnTo>
                  <a:lnTo>
                    <a:pt x="910898" y="928903"/>
                  </a:lnTo>
                  <a:lnTo>
                    <a:pt x="910973" y="928576"/>
                  </a:lnTo>
                  <a:lnTo>
                    <a:pt x="911047" y="928248"/>
                  </a:lnTo>
                  <a:lnTo>
                    <a:pt x="911121" y="927920"/>
                  </a:lnTo>
                  <a:lnTo>
                    <a:pt x="911195" y="927592"/>
                  </a:lnTo>
                  <a:lnTo>
                    <a:pt x="911269" y="927264"/>
                  </a:lnTo>
                  <a:lnTo>
                    <a:pt x="911343" y="926937"/>
                  </a:lnTo>
                  <a:lnTo>
                    <a:pt x="911445" y="926486"/>
                  </a:lnTo>
                  <a:lnTo>
                    <a:pt x="911021" y="919941"/>
                  </a:lnTo>
                  <a:lnTo>
                    <a:pt x="910811" y="914400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317634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3185788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319522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320466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321410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322354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323298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3242429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325187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326131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327075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28019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28963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29907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30851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31795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32739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333683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334627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335571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336515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337459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338403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339347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3402913" y="204480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22"/>
                  </a:lnTo>
                  <a:lnTo>
                    <a:pt x="922335" y="907456"/>
                  </a:lnTo>
                  <a:lnTo>
                    <a:pt x="919910" y="914400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3412354" y="2027233"/>
              <a:ext cx="916157" cy="920191"/>
            </a:xfrm>
            <a:custGeom>
              <a:avLst/>
              <a:pathLst>
                <a:path w="916157" h="920191">
                  <a:moveTo>
                    <a:pt x="914400" y="914400"/>
                  </a:moveTo>
                  <a:lnTo>
                    <a:pt x="916157" y="914400"/>
                  </a:lnTo>
                  <a:lnTo>
                    <a:pt x="915810" y="915659"/>
                  </a:lnTo>
                  <a:lnTo>
                    <a:pt x="914400" y="920191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336166" y="200966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37" y="931969"/>
                  </a:lnTo>
                  <a:lnTo>
                    <a:pt x="908175" y="922348"/>
                  </a:lnTo>
                  <a:lnTo>
                    <a:pt x="907654" y="920255"/>
                  </a:lnTo>
                  <a:lnTo>
                    <a:pt x="907135" y="918175"/>
                  </a:lnTo>
                  <a:lnTo>
                    <a:pt x="906617" y="916094"/>
                  </a:lnTo>
                  <a:lnTo>
                    <a:pt x="906195" y="914400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336166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34560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35504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36448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237392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2383368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239280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2402248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241168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2421129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243056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244000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244944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245889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46833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47777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48721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49665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506091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51553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52497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53441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543852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255329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256273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257217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258161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259105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2600493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260993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2619374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2638254" y="2027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9" y="896878"/>
                  </a:lnTo>
                  <a:lnTo>
                    <a:pt x="914028" y="897052"/>
                  </a:lnTo>
                  <a:lnTo>
                    <a:pt x="914400" y="897293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2647694" y="2027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7293"/>
                  </a:lnTo>
                  <a:lnTo>
                    <a:pt x="905126" y="897400"/>
                  </a:lnTo>
                  <a:lnTo>
                    <a:pt x="905394" y="897574"/>
                  </a:lnTo>
                  <a:lnTo>
                    <a:pt x="905663" y="897748"/>
                  </a:lnTo>
                  <a:lnTo>
                    <a:pt x="905932" y="897922"/>
                  </a:lnTo>
                  <a:lnTo>
                    <a:pt x="906201" y="898096"/>
                  </a:lnTo>
                  <a:lnTo>
                    <a:pt x="906470" y="898270"/>
                  </a:lnTo>
                  <a:lnTo>
                    <a:pt x="906739" y="898444"/>
                  </a:lnTo>
                  <a:lnTo>
                    <a:pt x="907008" y="898618"/>
                  </a:lnTo>
                  <a:lnTo>
                    <a:pt x="907277" y="898792"/>
                  </a:lnTo>
                  <a:lnTo>
                    <a:pt x="907546" y="898966"/>
                  </a:lnTo>
                  <a:lnTo>
                    <a:pt x="907814" y="899140"/>
                  </a:lnTo>
                  <a:lnTo>
                    <a:pt x="908083" y="899314"/>
                  </a:lnTo>
                  <a:lnTo>
                    <a:pt x="908352" y="899488"/>
                  </a:lnTo>
                  <a:lnTo>
                    <a:pt x="908621" y="899663"/>
                  </a:lnTo>
                  <a:lnTo>
                    <a:pt x="908890" y="899837"/>
                  </a:lnTo>
                  <a:lnTo>
                    <a:pt x="909159" y="900011"/>
                  </a:lnTo>
                  <a:lnTo>
                    <a:pt x="909428" y="900185"/>
                  </a:lnTo>
                  <a:lnTo>
                    <a:pt x="909696" y="900359"/>
                  </a:lnTo>
                  <a:lnTo>
                    <a:pt x="909965" y="900533"/>
                  </a:lnTo>
                  <a:lnTo>
                    <a:pt x="910234" y="900707"/>
                  </a:lnTo>
                  <a:lnTo>
                    <a:pt x="910503" y="900881"/>
                  </a:lnTo>
                  <a:lnTo>
                    <a:pt x="910772" y="901055"/>
                  </a:lnTo>
                  <a:lnTo>
                    <a:pt x="914400" y="903607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657135" y="2027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607"/>
                  </a:lnTo>
                  <a:lnTo>
                    <a:pt x="906926" y="904990"/>
                  </a:lnTo>
                  <a:lnTo>
                    <a:pt x="912401" y="909468"/>
                  </a:lnTo>
                  <a:lnTo>
                    <a:pt x="914400" y="911343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657135" y="2027233"/>
              <a:ext cx="917657" cy="914400"/>
            </a:xfrm>
            <a:custGeom>
              <a:avLst/>
              <a:pathLst>
                <a:path w="917657" h="914400">
                  <a:moveTo>
                    <a:pt x="914400" y="914400"/>
                  </a:moveTo>
                  <a:lnTo>
                    <a:pt x="914400" y="911343"/>
                  </a:lnTo>
                  <a:lnTo>
                    <a:pt x="917657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3176348" y="200966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811" y="931969"/>
                  </a:lnTo>
                  <a:lnTo>
                    <a:pt x="910623" y="927008"/>
                  </a:lnTo>
                  <a:lnTo>
                    <a:pt x="910541" y="923609"/>
                  </a:lnTo>
                  <a:lnTo>
                    <a:pt x="910458" y="920213"/>
                  </a:lnTo>
                  <a:lnTo>
                    <a:pt x="910375" y="916816"/>
                  </a:lnTo>
                  <a:lnTo>
                    <a:pt x="910316" y="914400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317634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3185788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319522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320466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321410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22354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23298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242429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25187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26131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327075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328019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328963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329907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330851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331795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332739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333683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334627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335571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336515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337459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338403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39347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A">
                <a:alpha val="100000"/>
              </a:srgbClr>
            </a:solidFill>
            <a:ln w="5420" cap="flat">
              <a:solidFill>
                <a:srgbClr val="E75B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40291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412354" y="2027233"/>
              <a:ext cx="920685" cy="914400"/>
            </a:xfrm>
            <a:custGeom>
              <a:avLst/>
              <a:pathLst>
                <a:path w="9206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685" y="896830"/>
                  </a:lnTo>
                  <a:lnTo>
                    <a:pt x="918464" y="906027"/>
                  </a:lnTo>
                  <a:lnTo>
                    <a:pt x="916157" y="914400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2326726" y="1992094"/>
              <a:ext cx="914400" cy="927015"/>
            </a:xfrm>
            <a:custGeom>
              <a:avLst/>
              <a:pathLst>
                <a:path w="914400" h="927015">
                  <a:moveTo>
                    <a:pt x="914400" y="914400"/>
                  </a:moveTo>
                  <a:lnTo>
                    <a:pt x="914400" y="927015"/>
                  </a:lnTo>
                  <a:lnTo>
                    <a:pt x="913982" y="925342"/>
                  </a:lnTo>
                  <a:lnTo>
                    <a:pt x="913463" y="923262"/>
                  </a:lnTo>
                  <a:lnTo>
                    <a:pt x="913181" y="922132"/>
                  </a:lnTo>
                  <a:lnTo>
                    <a:pt x="911754" y="920336"/>
                  </a:lnTo>
                  <a:lnTo>
                    <a:pt x="907526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2326726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35" y="931969"/>
                  </a:lnTo>
                  <a:lnTo>
                    <a:pt x="915539" y="931584"/>
                  </a:lnTo>
                  <a:lnTo>
                    <a:pt x="915020" y="929503"/>
                  </a:lnTo>
                  <a:lnTo>
                    <a:pt x="914501" y="927423"/>
                  </a:lnTo>
                  <a:lnTo>
                    <a:pt x="914400" y="927015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2336166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234560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235504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236448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37392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383368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39280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402248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41168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421129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43056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44000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244944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245889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246833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247777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248721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249665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2506091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251553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252497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53441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543852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55329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56273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57217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58161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259105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2600493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260993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2628814" y="20096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970" y="896830"/>
                  </a:lnTo>
                  <a:lnTo>
                    <a:pt x="914400" y="897656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2628814" y="2009664"/>
              <a:ext cx="923124" cy="914400"/>
            </a:xfrm>
            <a:custGeom>
              <a:avLst/>
              <a:pathLst>
                <a:path w="923124" h="914400">
                  <a:moveTo>
                    <a:pt x="914400" y="914400"/>
                  </a:moveTo>
                  <a:lnTo>
                    <a:pt x="914400" y="897656"/>
                  </a:lnTo>
                  <a:lnTo>
                    <a:pt x="917249" y="903143"/>
                  </a:lnTo>
                  <a:lnTo>
                    <a:pt x="922661" y="914100"/>
                  </a:lnTo>
                  <a:lnTo>
                    <a:pt x="922930" y="914274"/>
                  </a:lnTo>
                  <a:lnTo>
                    <a:pt x="923124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3176348" y="199209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316" y="931969"/>
                  </a:lnTo>
                  <a:lnTo>
                    <a:pt x="910292" y="930989"/>
                  </a:lnTo>
                  <a:lnTo>
                    <a:pt x="910210" y="927593"/>
                  </a:lnTo>
                  <a:lnTo>
                    <a:pt x="910127" y="924196"/>
                  </a:lnTo>
                  <a:lnTo>
                    <a:pt x="910044" y="920800"/>
                  </a:lnTo>
                  <a:lnTo>
                    <a:pt x="909961" y="917401"/>
                  </a:lnTo>
                  <a:lnTo>
                    <a:pt x="909930" y="914400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317634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3185788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319522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320466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321410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322354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323298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3242429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325187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326131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27075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28019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28963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29907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30851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331795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332739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333683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334627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335571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336515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337459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338403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339347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340291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412354" y="200966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671"/>
                  </a:lnTo>
                  <a:lnTo>
                    <a:pt x="922956" y="903636"/>
                  </a:lnTo>
                  <a:lnTo>
                    <a:pt x="920848" y="913724"/>
                  </a:lnTo>
                  <a:lnTo>
                    <a:pt x="920685" y="914400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421794" y="1992094"/>
              <a:ext cx="914727" cy="916241"/>
            </a:xfrm>
            <a:custGeom>
              <a:avLst/>
              <a:pathLst>
                <a:path w="914727" h="916241">
                  <a:moveTo>
                    <a:pt x="914400" y="914400"/>
                  </a:moveTo>
                  <a:lnTo>
                    <a:pt x="914727" y="914400"/>
                  </a:lnTo>
                  <a:lnTo>
                    <a:pt x="914400" y="916241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2317286" y="1974524"/>
              <a:ext cx="914400" cy="928031"/>
            </a:xfrm>
            <a:custGeom>
              <a:avLst/>
              <a:pathLst>
                <a:path w="914400" h="928031">
                  <a:moveTo>
                    <a:pt x="914400" y="914400"/>
                  </a:moveTo>
                  <a:lnTo>
                    <a:pt x="914400" y="928031"/>
                  </a:lnTo>
                  <a:lnTo>
                    <a:pt x="912048" y="924361"/>
                  </a:lnTo>
                  <a:lnTo>
                    <a:pt x="907769" y="916948"/>
                  </a:lnTo>
                  <a:lnTo>
                    <a:pt x="906442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2317286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66" y="931969"/>
                  </a:lnTo>
                  <a:lnTo>
                    <a:pt x="916528" y="931353"/>
                  </a:lnTo>
                  <a:lnTo>
                    <a:pt x="914400" y="928031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2326726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2336166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234560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235504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236448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37392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383368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39280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402248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41168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2421129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243056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244000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244944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245889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246833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247777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248721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249665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2506091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51553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52497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53441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543852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55329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256273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257217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258161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259105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2600493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2619374" y="199209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81" y="896830"/>
                  </a:lnTo>
                  <a:lnTo>
                    <a:pt x="913194" y="897401"/>
                  </a:lnTo>
                  <a:lnTo>
                    <a:pt x="914399" y="89926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2619374" y="1992094"/>
              <a:ext cx="923411" cy="914400"/>
            </a:xfrm>
            <a:custGeom>
              <a:avLst/>
              <a:pathLst>
                <a:path w="923411" h="914400">
                  <a:moveTo>
                    <a:pt x="914399" y="914400"/>
                  </a:moveTo>
                  <a:lnTo>
                    <a:pt x="914399" y="899268"/>
                  </a:lnTo>
                  <a:lnTo>
                    <a:pt x="917917" y="904714"/>
                  </a:lnTo>
                  <a:lnTo>
                    <a:pt x="922420" y="912492"/>
                  </a:lnTo>
                  <a:lnTo>
                    <a:pt x="923411" y="914400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3176348" y="197452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930" y="931969"/>
                  </a:lnTo>
                  <a:lnTo>
                    <a:pt x="909847" y="923777"/>
                  </a:lnTo>
                  <a:lnTo>
                    <a:pt x="910019" y="914400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317634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3185788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319522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320466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321410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322354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323298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3242429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325187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26131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27075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28019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28963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329907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330851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331795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332739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333683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334627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335571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336515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337459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338403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339347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340291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41235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421794" y="1992094"/>
              <a:ext cx="917640" cy="914400"/>
            </a:xfrm>
            <a:custGeom>
              <a:avLst/>
              <a:pathLst>
                <a:path w="9176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40" y="896830"/>
                  </a:lnTo>
                  <a:lnTo>
                    <a:pt x="917346" y="898638"/>
                  </a:lnTo>
                  <a:lnTo>
                    <a:pt x="916845" y="901707"/>
                  </a:lnTo>
                  <a:lnTo>
                    <a:pt x="916345" y="904777"/>
                  </a:lnTo>
                  <a:lnTo>
                    <a:pt x="915846" y="907847"/>
                  </a:lnTo>
                  <a:lnTo>
                    <a:pt x="915344" y="910930"/>
                  </a:lnTo>
                  <a:lnTo>
                    <a:pt x="914727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2307846" y="1956954"/>
              <a:ext cx="914400" cy="929122"/>
            </a:xfrm>
            <a:custGeom>
              <a:avLst/>
              <a:pathLst>
                <a:path w="914400" h="929122">
                  <a:moveTo>
                    <a:pt x="914400" y="914400"/>
                  </a:moveTo>
                  <a:lnTo>
                    <a:pt x="914400" y="929122"/>
                  </a:lnTo>
                  <a:lnTo>
                    <a:pt x="913141" y="926704"/>
                  </a:lnTo>
                  <a:lnTo>
                    <a:pt x="909294" y="918510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2307846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2" y="931969"/>
                  </a:lnTo>
                  <a:lnTo>
                    <a:pt x="914400" y="929122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2317286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2326726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2336166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234560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235504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36448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37392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383368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39280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402248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41168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421129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243056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244000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244944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245889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246833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247777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248721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249665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2506091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251553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52497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53441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543852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55329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56273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57217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58161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259105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2609933" y="197452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13" y="896830"/>
                  </a:lnTo>
                  <a:lnTo>
                    <a:pt x="912584" y="901828"/>
                  </a:lnTo>
                  <a:lnTo>
                    <a:pt x="914400" y="90406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2609933" y="1974524"/>
              <a:ext cx="922221" cy="914400"/>
            </a:xfrm>
            <a:custGeom>
              <a:avLst/>
              <a:pathLst>
                <a:path w="922221" h="914400">
                  <a:moveTo>
                    <a:pt x="914400" y="914400"/>
                  </a:moveTo>
                  <a:lnTo>
                    <a:pt x="914400" y="904068"/>
                  </a:lnTo>
                  <a:lnTo>
                    <a:pt x="917705" y="908146"/>
                  </a:lnTo>
                  <a:lnTo>
                    <a:pt x="922221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176348" y="195695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19" y="931969"/>
                  </a:lnTo>
                  <a:lnTo>
                    <a:pt x="910053" y="930157"/>
                  </a:lnTo>
                  <a:lnTo>
                    <a:pt x="910577" y="919004"/>
                  </a:lnTo>
                  <a:lnTo>
                    <a:pt x="910927" y="914400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17634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185788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319522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320466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321410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322354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323298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3242429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325187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326131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327075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328019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28963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29907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30851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31795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32739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333683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334627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335571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336515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337459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338403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339347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340291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341235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3421794" y="1974524"/>
              <a:ext cx="920397" cy="914400"/>
            </a:xfrm>
            <a:custGeom>
              <a:avLst/>
              <a:pathLst>
                <a:path w="9203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397" y="896830"/>
                  </a:lnTo>
                  <a:lnTo>
                    <a:pt x="919351" y="903916"/>
                  </a:lnTo>
                  <a:lnTo>
                    <a:pt x="918847" y="906999"/>
                  </a:lnTo>
                  <a:lnTo>
                    <a:pt x="918347" y="910068"/>
                  </a:lnTo>
                  <a:lnTo>
                    <a:pt x="917846" y="91313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298405" y="1939384"/>
              <a:ext cx="914400" cy="925626"/>
            </a:xfrm>
            <a:custGeom>
              <a:avLst/>
              <a:pathLst>
                <a:path w="914400" h="925626">
                  <a:moveTo>
                    <a:pt x="914400" y="914400"/>
                  </a:moveTo>
                  <a:lnTo>
                    <a:pt x="914400" y="925626"/>
                  </a:lnTo>
                  <a:lnTo>
                    <a:pt x="911749" y="918638"/>
                  </a:lnTo>
                  <a:lnTo>
                    <a:pt x="910310" y="914400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2298405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98" y="931969"/>
                  </a:lnTo>
                  <a:lnTo>
                    <a:pt x="915121" y="927527"/>
                  </a:lnTo>
                  <a:lnTo>
                    <a:pt x="914400" y="925626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2307846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2317286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2326726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2336166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234560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235504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236448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237392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2383368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239280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402248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41168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421129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43056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44000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44944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45889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246833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247777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248721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249665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2506091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251553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252497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253441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2543852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255329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56273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57217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591053" y="195695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400" y="89938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600493" y="195695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9388"/>
                  </a:lnTo>
                  <a:lnTo>
                    <a:pt x="906834" y="903462"/>
                  </a:lnTo>
                  <a:lnTo>
                    <a:pt x="907059" y="903693"/>
                  </a:lnTo>
                  <a:lnTo>
                    <a:pt x="907284" y="903923"/>
                  </a:lnTo>
                  <a:lnTo>
                    <a:pt x="907509" y="904153"/>
                  </a:lnTo>
                  <a:lnTo>
                    <a:pt x="907734" y="904384"/>
                  </a:lnTo>
                  <a:lnTo>
                    <a:pt x="907959" y="904614"/>
                  </a:lnTo>
                  <a:lnTo>
                    <a:pt x="908184" y="904845"/>
                  </a:lnTo>
                  <a:lnTo>
                    <a:pt x="908409" y="905075"/>
                  </a:lnTo>
                  <a:lnTo>
                    <a:pt x="908634" y="905306"/>
                  </a:lnTo>
                  <a:lnTo>
                    <a:pt x="908859" y="905536"/>
                  </a:lnTo>
                  <a:lnTo>
                    <a:pt x="909084" y="905767"/>
                  </a:lnTo>
                  <a:lnTo>
                    <a:pt x="909309" y="905997"/>
                  </a:lnTo>
                  <a:lnTo>
                    <a:pt x="909534" y="906228"/>
                  </a:lnTo>
                  <a:lnTo>
                    <a:pt x="909759" y="906458"/>
                  </a:lnTo>
                  <a:lnTo>
                    <a:pt x="909984" y="906689"/>
                  </a:lnTo>
                  <a:lnTo>
                    <a:pt x="910209" y="906919"/>
                  </a:lnTo>
                  <a:lnTo>
                    <a:pt x="910433" y="907150"/>
                  </a:lnTo>
                  <a:lnTo>
                    <a:pt x="910658" y="907380"/>
                  </a:lnTo>
                  <a:lnTo>
                    <a:pt x="910883" y="907611"/>
                  </a:lnTo>
                  <a:lnTo>
                    <a:pt x="911108" y="907841"/>
                  </a:lnTo>
                  <a:lnTo>
                    <a:pt x="911333" y="908072"/>
                  </a:lnTo>
                  <a:lnTo>
                    <a:pt x="911558" y="908302"/>
                  </a:lnTo>
                  <a:lnTo>
                    <a:pt x="911783" y="908533"/>
                  </a:lnTo>
                  <a:lnTo>
                    <a:pt x="912007" y="908764"/>
                  </a:lnTo>
                  <a:lnTo>
                    <a:pt x="912232" y="908994"/>
                  </a:lnTo>
                  <a:lnTo>
                    <a:pt x="912457" y="909225"/>
                  </a:lnTo>
                  <a:lnTo>
                    <a:pt x="912682" y="909455"/>
                  </a:lnTo>
                  <a:lnTo>
                    <a:pt x="912907" y="909686"/>
                  </a:lnTo>
                  <a:lnTo>
                    <a:pt x="913131" y="909916"/>
                  </a:lnTo>
                  <a:lnTo>
                    <a:pt x="913356" y="910147"/>
                  </a:lnTo>
                  <a:lnTo>
                    <a:pt x="913581" y="910377"/>
                  </a:lnTo>
                  <a:lnTo>
                    <a:pt x="913806" y="910608"/>
                  </a:lnTo>
                  <a:lnTo>
                    <a:pt x="914031" y="910839"/>
                  </a:lnTo>
                  <a:lnTo>
                    <a:pt x="914255" y="911069"/>
                  </a:lnTo>
                  <a:lnTo>
                    <a:pt x="914399" y="911217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600493" y="1956954"/>
              <a:ext cx="917453" cy="914400"/>
            </a:xfrm>
            <a:custGeom>
              <a:avLst/>
              <a:pathLst>
                <a:path w="917453" h="914400">
                  <a:moveTo>
                    <a:pt x="914399" y="914400"/>
                  </a:moveTo>
                  <a:lnTo>
                    <a:pt x="914480" y="911300"/>
                  </a:lnTo>
                  <a:lnTo>
                    <a:pt x="914705" y="911530"/>
                  </a:lnTo>
                  <a:lnTo>
                    <a:pt x="914929" y="911761"/>
                  </a:lnTo>
                  <a:lnTo>
                    <a:pt x="915154" y="911992"/>
                  </a:lnTo>
                  <a:lnTo>
                    <a:pt x="915379" y="912222"/>
                  </a:lnTo>
                  <a:lnTo>
                    <a:pt x="915604" y="912453"/>
                  </a:lnTo>
                  <a:lnTo>
                    <a:pt x="915828" y="912683"/>
                  </a:lnTo>
                  <a:lnTo>
                    <a:pt x="916053" y="912914"/>
                  </a:lnTo>
                  <a:lnTo>
                    <a:pt x="916278" y="913145"/>
                  </a:lnTo>
                  <a:lnTo>
                    <a:pt x="916502" y="913375"/>
                  </a:lnTo>
                  <a:lnTo>
                    <a:pt x="916727" y="913606"/>
                  </a:lnTo>
                  <a:lnTo>
                    <a:pt x="917453" y="914400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3176348" y="193938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927" y="931969"/>
                  </a:lnTo>
                  <a:lnTo>
                    <a:pt x="911419" y="925489"/>
                  </a:lnTo>
                  <a:lnTo>
                    <a:pt x="912590" y="914400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317634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185788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19522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20466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21410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22354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323298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3242429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325187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326131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327075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328019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328963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329907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330851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331795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332739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333683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34627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35571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36515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37459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338403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339347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340291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341235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3421794" y="1956954"/>
              <a:ext cx="922489" cy="914400"/>
            </a:xfrm>
            <a:custGeom>
              <a:avLst/>
              <a:pathLst>
                <a:path w="92248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489" y="896830"/>
                  </a:lnTo>
                  <a:lnTo>
                    <a:pt x="922244" y="899630"/>
                  </a:lnTo>
                  <a:lnTo>
                    <a:pt x="920954" y="910630"/>
                  </a:lnTo>
                  <a:lnTo>
                    <a:pt x="920397" y="914400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288965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51" y="931969"/>
                  </a:lnTo>
                  <a:lnTo>
                    <a:pt x="918067" y="927008"/>
                  </a:lnTo>
                  <a:lnTo>
                    <a:pt x="915205" y="917520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298405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307846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317286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326726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336166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234560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235504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236448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237392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2383368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239280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2402248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241168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421129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43056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44000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44944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45889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246833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247777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248721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249665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2506091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251553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252497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253441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2543852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255329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256273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257217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2581613" y="1939384"/>
              <a:ext cx="922684" cy="914400"/>
            </a:xfrm>
            <a:custGeom>
              <a:avLst/>
              <a:pathLst>
                <a:path w="92268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43" y="896830"/>
                  </a:lnTo>
                  <a:lnTo>
                    <a:pt x="922684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3176348" y="193938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590" y="914400"/>
                  </a:lnTo>
                  <a:lnTo>
                    <a:pt x="914045" y="903645"/>
                  </a:lnTo>
                  <a:lnTo>
                    <a:pt x="914400" y="90150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3185788" y="1921815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9079"/>
                  </a:lnTo>
                  <a:lnTo>
                    <a:pt x="905736" y="914400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3185788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319522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320466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321410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322354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323298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3242429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325187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326131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327075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328019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328963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329907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330851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D2C">
                <a:alpha val="100000"/>
              </a:srgbClr>
            </a:solidFill>
            <a:ln w="5420" cap="flat">
              <a:solidFill>
                <a:srgbClr val="DC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331795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332739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333683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334627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335571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336515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337459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338403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339347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340291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341235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3421794" y="1939384"/>
              <a:ext cx="923756" cy="914400"/>
            </a:xfrm>
            <a:custGeom>
              <a:avLst/>
              <a:pathLst>
                <a:path w="92375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56" y="896830"/>
                  </a:lnTo>
                  <a:lnTo>
                    <a:pt x="923217" y="906088"/>
                  </a:lnTo>
                  <a:lnTo>
                    <a:pt x="922489" y="914400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2288965" y="190424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375" y="931969"/>
                  </a:lnTo>
                  <a:lnTo>
                    <a:pt x="912610" y="925340"/>
                  </a:lnTo>
                  <a:lnTo>
                    <a:pt x="910289" y="915354"/>
                  </a:lnTo>
                  <a:lnTo>
                    <a:pt x="910097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2288965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298405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2307846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2317286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2326726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2336166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234560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235504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236448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237392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2383368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239280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402248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41168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2421129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43056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244000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244944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245889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246833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247777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248721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249665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2506091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251553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52497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53441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2543852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55329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56273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581613" y="192181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43" y="896937"/>
                  </a:lnTo>
                  <a:lnTo>
                    <a:pt x="907045" y="897383"/>
                  </a:lnTo>
                  <a:lnTo>
                    <a:pt x="907247" y="897829"/>
                  </a:lnTo>
                  <a:lnTo>
                    <a:pt x="907449" y="898274"/>
                  </a:lnTo>
                  <a:lnTo>
                    <a:pt x="907651" y="898720"/>
                  </a:lnTo>
                  <a:lnTo>
                    <a:pt x="907853" y="899166"/>
                  </a:lnTo>
                  <a:lnTo>
                    <a:pt x="908055" y="899612"/>
                  </a:lnTo>
                  <a:lnTo>
                    <a:pt x="908257" y="900058"/>
                  </a:lnTo>
                  <a:lnTo>
                    <a:pt x="908458" y="900504"/>
                  </a:lnTo>
                  <a:lnTo>
                    <a:pt x="908660" y="900950"/>
                  </a:lnTo>
                  <a:lnTo>
                    <a:pt x="908862" y="901395"/>
                  </a:lnTo>
                  <a:lnTo>
                    <a:pt x="909064" y="901841"/>
                  </a:lnTo>
                  <a:lnTo>
                    <a:pt x="909266" y="902287"/>
                  </a:lnTo>
                  <a:lnTo>
                    <a:pt x="909468" y="902733"/>
                  </a:lnTo>
                  <a:lnTo>
                    <a:pt x="909670" y="903179"/>
                  </a:lnTo>
                  <a:lnTo>
                    <a:pt x="909871" y="903625"/>
                  </a:lnTo>
                  <a:lnTo>
                    <a:pt x="910073" y="904071"/>
                  </a:lnTo>
                  <a:lnTo>
                    <a:pt x="910275" y="904517"/>
                  </a:lnTo>
                  <a:lnTo>
                    <a:pt x="910477" y="904962"/>
                  </a:lnTo>
                  <a:lnTo>
                    <a:pt x="910678" y="905408"/>
                  </a:lnTo>
                  <a:lnTo>
                    <a:pt x="910880" y="905854"/>
                  </a:lnTo>
                  <a:lnTo>
                    <a:pt x="911082" y="906300"/>
                  </a:lnTo>
                  <a:lnTo>
                    <a:pt x="911284" y="906746"/>
                  </a:lnTo>
                  <a:lnTo>
                    <a:pt x="911485" y="907192"/>
                  </a:lnTo>
                  <a:lnTo>
                    <a:pt x="911687" y="907638"/>
                  </a:lnTo>
                  <a:lnTo>
                    <a:pt x="911889" y="908084"/>
                  </a:lnTo>
                  <a:lnTo>
                    <a:pt x="912090" y="908530"/>
                  </a:lnTo>
                  <a:lnTo>
                    <a:pt x="912292" y="908976"/>
                  </a:lnTo>
                  <a:lnTo>
                    <a:pt x="912493" y="909421"/>
                  </a:lnTo>
                  <a:lnTo>
                    <a:pt x="912695" y="909867"/>
                  </a:lnTo>
                  <a:lnTo>
                    <a:pt x="912897" y="910313"/>
                  </a:lnTo>
                  <a:lnTo>
                    <a:pt x="913098" y="910759"/>
                  </a:lnTo>
                  <a:lnTo>
                    <a:pt x="913300" y="911205"/>
                  </a:lnTo>
                  <a:lnTo>
                    <a:pt x="913501" y="911651"/>
                  </a:lnTo>
                  <a:lnTo>
                    <a:pt x="913703" y="912097"/>
                  </a:lnTo>
                  <a:lnTo>
                    <a:pt x="914400" y="913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2581613" y="1921815"/>
              <a:ext cx="914743" cy="914400"/>
            </a:xfrm>
            <a:custGeom>
              <a:avLst/>
              <a:pathLst>
                <a:path w="914743" h="914400">
                  <a:moveTo>
                    <a:pt x="914400" y="914400"/>
                  </a:moveTo>
                  <a:lnTo>
                    <a:pt x="914400" y="913638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3185788" y="1904245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5736" y="931969"/>
                  </a:lnTo>
                  <a:lnTo>
                    <a:pt x="906381" y="928089"/>
                  </a:lnTo>
                  <a:lnTo>
                    <a:pt x="908459" y="917583"/>
                  </a:lnTo>
                  <a:lnTo>
                    <a:pt x="909195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3185788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319522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320466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321410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322354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323298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3242429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325187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26131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327075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28019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328963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329907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330851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31795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32739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33683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34627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35571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36515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37459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38403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39347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40291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41235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h3925"/>
            <p:cNvSpPr/>
            <p:nvPr/>
          </p:nvSpPr>
          <p:spPr>
            <a:xfrm>
              <a:off x="3421794" y="1921815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966"/>
                  </a:lnTo>
                  <a:lnTo>
                    <a:pt x="923756" y="914400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h3926"/>
            <p:cNvSpPr/>
            <p:nvPr/>
          </p:nvSpPr>
          <p:spPr>
            <a:xfrm>
              <a:off x="3431234" y="1904245"/>
              <a:ext cx="914762" cy="930536"/>
            </a:xfrm>
            <a:custGeom>
              <a:avLst/>
              <a:pathLst>
                <a:path w="914762" h="930536">
                  <a:moveTo>
                    <a:pt x="914400" y="914400"/>
                  </a:moveTo>
                  <a:lnTo>
                    <a:pt x="914762" y="914400"/>
                  </a:lnTo>
                  <a:lnTo>
                    <a:pt x="914759" y="918794"/>
                  </a:lnTo>
                  <a:lnTo>
                    <a:pt x="914429" y="930035"/>
                  </a:lnTo>
                  <a:lnTo>
                    <a:pt x="914400" y="930536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h3927"/>
            <p:cNvSpPr/>
            <p:nvPr/>
          </p:nvSpPr>
          <p:spPr>
            <a:xfrm>
              <a:off x="2288965" y="188667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97" y="931969"/>
                  </a:lnTo>
                  <a:lnTo>
                    <a:pt x="908247" y="922728"/>
                  </a:lnTo>
                  <a:lnTo>
                    <a:pt x="906995" y="915332"/>
                  </a:lnTo>
                  <a:lnTo>
                    <a:pt x="906566" y="914684"/>
                  </a:lnTo>
                  <a:lnTo>
                    <a:pt x="906397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h3928"/>
            <p:cNvSpPr/>
            <p:nvPr/>
          </p:nvSpPr>
          <p:spPr>
            <a:xfrm>
              <a:off x="2288965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h3929"/>
            <p:cNvSpPr/>
            <p:nvPr/>
          </p:nvSpPr>
          <p:spPr>
            <a:xfrm>
              <a:off x="2298405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h3930"/>
            <p:cNvSpPr/>
            <p:nvPr/>
          </p:nvSpPr>
          <p:spPr>
            <a:xfrm>
              <a:off x="230784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h3931"/>
            <p:cNvSpPr/>
            <p:nvPr/>
          </p:nvSpPr>
          <p:spPr>
            <a:xfrm>
              <a:off x="231728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h3932"/>
            <p:cNvSpPr/>
            <p:nvPr/>
          </p:nvSpPr>
          <p:spPr>
            <a:xfrm>
              <a:off x="232672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h3933"/>
            <p:cNvSpPr/>
            <p:nvPr/>
          </p:nvSpPr>
          <p:spPr>
            <a:xfrm>
              <a:off x="233616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h3934"/>
            <p:cNvSpPr/>
            <p:nvPr/>
          </p:nvSpPr>
          <p:spPr>
            <a:xfrm>
              <a:off x="234560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h3935"/>
            <p:cNvSpPr/>
            <p:nvPr/>
          </p:nvSpPr>
          <p:spPr>
            <a:xfrm>
              <a:off x="235504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h3936"/>
            <p:cNvSpPr/>
            <p:nvPr/>
          </p:nvSpPr>
          <p:spPr>
            <a:xfrm>
              <a:off x="236448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h3937"/>
            <p:cNvSpPr/>
            <p:nvPr/>
          </p:nvSpPr>
          <p:spPr>
            <a:xfrm>
              <a:off x="237392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h3938"/>
            <p:cNvSpPr/>
            <p:nvPr/>
          </p:nvSpPr>
          <p:spPr>
            <a:xfrm>
              <a:off x="2383368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h3939"/>
            <p:cNvSpPr/>
            <p:nvPr/>
          </p:nvSpPr>
          <p:spPr>
            <a:xfrm>
              <a:off x="239280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h3940"/>
            <p:cNvSpPr/>
            <p:nvPr/>
          </p:nvSpPr>
          <p:spPr>
            <a:xfrm>
              <a:off x="2402248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h3941"/>
            <p:cNvSpPr/>
            <p:nvPr/>
          </p:nvSpPr>
          <p:spPr>
            <a:xfrm>
              <a:off x="241168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h3942"/>
            <p:cNvSpPr/>
            <p:nvPr/>
          </p:nvSpPr>
          <p:spPr>
            <a:xfrm>
              <a:off x="2421129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h3943"/>
            <p:cNvSpPr/>
            <p:nvPr/>
          </p:nvSpPr>
          <p:spPr>
            <a:xfrm>
              <a:off x="243056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h3944"/>
            <p:cNvSpPr/>
            <p:nvPr/>
          </p:nvSpPr>
          <p:spPr>
            <a:xfrm>
              <a:off x="244000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h3945"/>
            <p:cNvSpPr/>
            <p:nvPr/>
          </p:nvSpPr>
          <p:spPr>
            <a:xfrm>
              <a:off x="244944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h3946"/>
            <p:cNvSpPr/>
            <p:nvPr/>
          </p:nvSpPr>
          <p:spPr>
            <a:xfrm>
              <a:off x="245889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h3947"/>
            <p:cNvSpPr/>
            <p:nvPr/>
          </p:nvSpPr>
          <p:spPr>
            <a:xfrm>
              <a:off x="246833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h3948"/>
            <p:cNvSpPr/>
            <p:nvPr/>
          </p:nvSpPr>
          <p:spPr>
            <a:xfrm>
              <a:off x="247777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h3949"/>
            <p:cNvSpPr/>
            <p:nvPr/>
          </p:nvSpPr>
          <p:spPr>
            <a:xfrm>
              <a:off x="248721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h3950"/>
            <p:cNvSpPr/>
            <p:nvPr/>
          </p:nvSpPr>
          <p:spPr>
            <a:xfrm>
              <a:off x="249665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h3951"/>
            <p:cNvSpPr/>
            <p:nvPr/>
          </p:nvSpPr>
          <p:spPr>
            <a:xfrm>
              <a:off x="2506091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h3952"/>
            <p:cNvSpPr/>
            <p:nvPr/>
          </p:nvSpPr>
          <p:spPr>
            <a:xfrm>
              <a:off x="251553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h3953"/>
            <p:cNvSpPr/>
            <p:nvPr/>
          </p:nvSpPr>
          <p:spPr>
            <a:xfrm>
              <a:off x="252497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h3954"/>
            <p:cNvSpPr/>
            <p:nvPr/>
          </p:nvSpPr>
          <p:spPr>
            <a:xfrm>
              <a:off x="253441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h3955"/>
            <p:cNvSpPr/>
            <p:nvPr/>
          </p:nvSpPr>
          <p:spPr>
            <a:xfrm>
              <a:off x="2543852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h3956"/>
            <p:cNvSpPr/>
            <p:nvPr/>
          </p:nvSpPr>
          <p:spPr>
            <a:xfrm>
              <a:off x="255329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h3957"/>
            <p:cNvSpPr/>
            <p:nvPr/>
          </p:nvSpPr>
          <p:spPr>
            <a:xfrm>
              <a:off x="2572172" y="190424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262" y="896830"/>
                  </a:lnTo>
                  <a:lnTo>
                    <a:pt x="908395" y="897121"/>
                  </a:lnTo>
                  <a:lnTo>
                    <a:pt x="908597" y="897567"/>
                  </a:lnTo>
                  <a:lnTo>
                    <a:pt x="908800" y="898013"/>
                  </a:lnTo>
                  <a:lnTo>
                    <a:pt x="909002" y="898459"/>
                  </a:lnTo>
                  <a:lnTo>
                    <a:pt x="909205" y="898904"/>
                  </a:lnTo>
                  <a:lnTo>
                    <a:pt x="909407" y="899350"/>
                  </a:lnTo>
                  <a:lnTo>
                    <a:pt x="909610" y="899796"/>
                  </a:lnTo>
                  <a:lnTo>
                    <a:pt x="909812" y="900242"/>
                  </a:lnTo>
                  <a:lnTo>
                    <a:pt x="910015" y="900687"/>
                  </a:lnTo>
                  <a:lnTo>
                    <a:pt x="910217" y="901133"/>
                  </a:lnTo>
                  <a:lnTo>
                    <a:pt x="910419" y="901579"/>
                  </a:lnTo>
                  <a:lnTo>
                    <a:pt x="910622" y="902024"/>
                  </a:lnTo>
                  <a:lnTo>
                    <a:pt x="910824" y="902470"/>
                  </a:lnTo>
                  <a:lnTo>
                    <a:pt x="911027" y="902916"/>
                  </a:lnTo>
                  <a:lnTo>
                    <a:pt x="911229" y="903362"/>
                  </a:lnTo>
                  <a:lnTo>
                    <a:pt x="911431" y="903808"/>
                  </a:lnTo>
                  <a:lnTo>
                    <a:pt x="911634" y="904253"/>
                  </a:lnTo>
                  <a:lnTo>
                    <a:pt x="911836" y="904699"/>
                  </a:lnTo>
                  <a:lnTo>
                    <a:pt x="912038" y="905145"/>
                  </a:lnTo>
                  <a:lnTo>
                    <a:pt x="912241" y="905591"/>
                  </a:lnTo>
                  <a:lnTo>
                    <a:pt x="912443" y="906036"/>
                  </a:lnTo>
                  <a:lnTo>
                    <a:pt x="912645" y="906482"/>
                  </a:lnTo>
                  <a:lnTo>
                    <a:pt x="912847" y="906928"/>
                  </a:lnTo>
                  <a:lnTo>
                    <a:pt x="913049" y="907374"/>
                  </a:lnTo>
                  <a:lnTo>
                    <a:pt x="913252" y="907820"/>
                  </a:lnTo>
                  <a:lnTo>
                    <a:pt x="913454" y="908265"/>
                  </a:lnTo>
                  <a:lnTo>
                    <a:pt x="913656" y="908711"/>
                  </a:lnTo>
                  <a:lnTo>
                    <a:pt x="913858" y="909157"/>
                  </a:lnTo>
                  <a:lnTo>
                    <a:pt x="914060" y="909603"/>
                  </a:lnTo>
                  <a:lnTo>
                    <a:pt x="914263" y="910049"/>
                  </a:lnTo>
                  <a:lnTo>
                    <a:pt x="914400" y="910351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h3958"/>
            <p:cNvSpPr/>
            <p:nvPr/>
          </p:nvSpPr>
          <p:spPr>
            <a:xfrm>
              <a:off x="2572172" y="1904245"/>
              <a:ext cx="916235" cy="914400"/>
            </a:xfrm>
            <a:custGeom>
              <a:avLst/>
              <a:pathLst>
                <a:path w="916235" h="914400">
                  <a:moveTo>
                    <a:pt x="914400" y="914400"/>
                  </a:moveTo>
                  <a:lnTo>
                    <a:pt x="914400" y="910351"/>
                  </a:lnTo>
                  <a:lnTo>
                    <a:pt x="914465" y="910494"/>
                  </a:lnTo>
                  <a:lnTo>
                    <a:pt x="914667" y="910940"/>
                  </a:lnTo>
                  <a:lnTo>
                    <a:pt x="914869" y="911386"/>
                  </a:lnTo>
                  <a:lnTo>
                    <a:pt x="915071" y="911832"/>
                  </a:lnTo>
                  <a:lnTo>
                    <a:pt x="915273" y="912278"/>
                  </a:lnTo>
                  <a:lnTo>
                    <a:pt x="915475" y="912723"/>
                  </a:lnTo>
                  <a:lnTo>
                    <a:pt x="915677" y="913169"/>
                  </a:lnTo>
                  <a:lnTo>
                    <a:pt x="915879" y="913615"/>
                  </a:lnTo>
                  <a:lnTo>
                    <a:pt x="916081" y="914061"/>
                  </a:lnTo>
                  <a:lnTo>
                    <a:pt x="916235" y="914400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h3959"/>
            <p:cNvSpPr/>
            <p:nvPr/>
          </p:nvSpPr>
          <p:spPr>
            <a:xfrm>
              <a:off x="3185788" y="1886675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195" y="931969"/>
                  </a:lnTo>
                  <a:lnTo>
                    <a:pt x="910835" y="924867"/>
                  </a:lnTo>
                  <a:lnTo>
                    <a:pt x="913500" y="914830"/>
                  </a:lnTo>
                  <a:lnTo>
                    <a:pt x="913631" y="914400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h3960"/>
            <p:cNvSpPr/>
            <p:nvPr/>
          </p:nvSpPr>
          <p:spPr>
            <a:xfrm>
              <a:off x="3185788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h3961"/>
            <p:cNvSpPr/>
            <p:nvPr/>
          </p:nvSpPr>
          <p:spPr>
            <a:xfrm>
              <a:off x="319522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h3962"/>
            <p:cNvSpPr/>
            <p:nvPr/>
          </p:nvSpPr>
          <p:spPr>
            <a:xfrm>
              <a:off x="320466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h3963"/>
            <p:cNvSpPr/>
            <p:nvPr/>
          </p:nvSpPr>
          <p:spPr>
            <a:xfrm>
              <a:off x="321410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h3964"/>
            <p:cNvSpPr/>
            <p:nvPr/>
          </p:nvSpPr>
          <p:spPr>
            <a:xfrm>
              <a:off x="322354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h3965"/>
            <p:cNvSpPr/>
            <p:nvPr/>
          </p:nvSpPr>
          <p:spPr>
            <a:xfrm>
              <a:off x="323298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h3966"/>
            <p:cNvSpPr/>
            <p:nvPr/>
          </p:nvSpPr>
          <p:spPr>
            <a:xfrm>
              <a:off x="3242429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h3967"/>
            <p:cNvSpPr/>
            <p:nvPr/>
          </p:nvSpPr>
          <p:spPr>
            <a:xfrm>
              <a:off x="325187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h3968"/>
            <p:cNvSpPr/>
            <p:nvPr/>
          </p:nvSpPr>
          <p:spPr>
            <a:xfrm>
              <a:off x="326131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h3969"/>
            <p:cNvSpPr/>
            <p:nvPr/>
          </p:nvSpPr>
          <p:spPr>
            <a:xfrm>
              <a:off x="327075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h3970"/>
            <p:cNvSpPr/>
            <p:nvPr/>
          </p:nvSpPr>
          <p:spPr>
            <a:xfrm>
              <a:off x="328019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h3971"/>
            <p:cNvSpPr/>
            <p:nvPr/>
          </p:nvSpPr>
          <p:spPr>
            <a:xfrm>
              <a:off x="328963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h3972"/>
            <p:cNvSpPr/>
            <p:nvPr/>
          </p:nvSpPr>
          <p:spPr>
            <a:xfrm>
              <a:off x="329907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h3973"/>
            <p:cNvSpPr/>
            <p:nvPr/>
          </p:nvSpPr>
          <p:spPr>
            <a:xfrm>
              <a:off x="330851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h3974"/>
            <p:cNvSpPr/>
            <p:nvPr/>
          </p:nvSpPr>
          <p:spPr>
            <a:xfrm>
              <a:off x="331795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h3975"/>
            <p:cNvSpPr/>
            <p:nvPr/>
          </p:nvSpPr>
          <p:spPr>
            <a:xfrm>
              <a:off x="332739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h3976"/>
            <p:cNvSpPr/>
            <p:nvPr/>
          </p:nvSpPr>
          <p:spPr>
            <a:xfrm>
              <a:off x="333683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h3977"/>
            <p:cNvSpPr/>
            <p:nvPr/>
          </p:nvSpPr>
          <p:spPr>
            <a:xfrm>
              <a:off x="334627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h3978"/>
            <p:cNvSpPr/>
            <p:nvPr/>
          </p:nvSpPr>
          <p:spPr>
            <a:xfrm>
              <a:off x="335571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h3979"/>
            <p:cNvSpPr/>
            <p:nvPr/>
          </p:nvSpPr>
          <p:spPr>
            <a:xfrm>
              <a:off x="336515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h3980"/>
            <p:cNvSpPr/>
            <p:nvPr/>
          </p:nvSpPr>
          <p:spPr>
            <a:xfrm>
              <a:off x="337459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h3981"/>
            <p:cNvSpPr/>
            <p:nvPr/>
          </p:nvSpPr>
          <p:spPr>
            <a:xfrm>
              <a:off x="338403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h3982"/>
            <p:cNvSpPr/>
            <p:nvPr/>
          </p:nvSpPr>
          <p:spPr>
            <a:xfrm>
              <a:off x="339347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h3983"/>
            <p:cNvSpPr/>
            <p:nvPr/>
          </p:nvSpPr>
          <p:spPr>
            <a:xfrm>
              <a:off x="340291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h3984"/>
            <p:cNvSpPr/>
            <p:nvPr/>
          </p:nvSpPr>
          <p:spPr>
            <a:xfrm>
              <a:off x="341235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h3985"/>
            <p:cNvSpPr/>
            <p:nvPr/>
          </p:nvSpPr>
          <p:spPr>
            <a:xfrm>
              <a:off x="342179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h3986"/>
            <p:cNvSpPr/>
            <p:nvPr/>
          </p:nvSpPr>
          <p:spPr>
            <a:xfrm>
              <a:off x="3431234" y="1904245"/>
              <a:ext cx="914767" cy="914400"/>
            </a:xfrm>
            <a:custGeom>
              <a:avLst/>
              <a:pathLst>
                <a:path w="914767" h="914400">
                  <a:moveTo>
                    <a:pt x="914400" y="914400"/>
                  </a:moveTo>
                  <a:lnTo>
                    <a:pt x="914466" y="896830"/>
                  </a:lnTo>
                  <a:lnTo>
                    <a:pt x="914767" y="907535"/>
                  </a:lnTo>
                  <a:lnTo>
                    <a:pt x="914762" y="914400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h3987"/>
            <p:cNvSpPr/>
            <p:nvPr/>
          </p:nvSpPr>
          <p:spPr>
            <a:xfrm>
              <a:off x="2279525" y="1869105"/>
              <a:ext cx="914400" cy="929550"/>
            </a:xfrm>
            <a:custGeom>
              <a:avLst/>
              <a:pathLst>
                <a:path w="914400" h="929550">
                  <a:moveTo>
                    <a:pt x="914400" y="914400"/>
                  </a:moveTo>
                  <a:lnTo>
                    <a:pt x="914400" y="929550"/>
                  </a:lnTo>
                  <a:lnTo>
                    <a:pt x="911558" y="924770"/>
                  </a:lnTo>
                  <a:lnTo>
                    <a:pt x="907329" y="916860"/>
                  </a:lnTo>
                  <a:lnTo>
                    <a:pt x="906146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h3988"/>
            <p:cNvSpPr/>
            <p:nvPr/>
          </p:nvSpPr>
          <p:spPr>
            <a:xfrm>
              <a:off x="2279525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37" y="931969"/>
                  </a:lnTo>
                  <a:lnTo>
                    <a:pt x="914400" y="92955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h3989"/>
            <p:cNvSpPr/>
            <p:nvPr/>
          </p:nvSpPr>
          <p:spPr>
            <a:xfrm>
              <a:off x="2288965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h3990"/>
            <p:cNvSpPr/>
            <p:nvPr/>
          </p:nvSpPr>
          <p:spPr>
            <a:xfrm>
              <a:off x="2298405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h3991"/>
            <p:cNvSpPr/>
            <p:nvPr/>
          </p:nvSpPr>
          <p:spPr>
            <a:xfrm>
              <a:off x="2307846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h3992"/>
            <p:cNvSpPr/>
            <p:nvPr/>
          </p:nvSpPr>
          <p:spPr>
            <a:xfrm>
              <a:off x="2317286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h3993"/>
            <p:cNvSpPr/>
            <p:nvPr/>
          </p:nvSpPr>
          <p:spPr>
            <a:xfrm>
              <a:off x="2326726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h3994"/>
            <p:cNvSpPr/>
            <p:nvPr/>
          </p:nvSpPr>
          <p:spPr>
            <a:xfrm>
              <a:off x="2336166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h3995"/>
            <p:cNvSpPr/>
            <p:nvPr/>
          </p:nvSpPr>
          <p:spPr>
            <a:xfrm>
              <a:off x="234560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h3996"/>
            <p:cNvSpPr/>
            <p:nvPr/>
          </p:nvSpPr>
          <p:spPr>
            <a:xfrm>
              <a:off x="235504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h3997"/>
            <p:cNvSpPr/>
            <p:nvPr/>
          </p:nvSpPr>
          <p:spPr>
            <a:xfrm>
              <a:off x="236448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h3998"/>
            <p:cNvSpPr/>
            <p:nvPr/>
          </p:nvSpPr>
          <p:spPr>
            <a:xfrm>
              <a:off x="237392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h3999"/>
            <p:cNvSpPr/>
            <p:nvPr/>
          </p:nvSpPr>
          <p:spPr>
            <a:xfrm>
              <a:off x="2383368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h4000"/>
            <p:cNvSpPr/>
            <p:nvPr/>
          </p:nvSpPr>
          <p:spPr>
            <a:xfrm>
              <a:off x="239280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h4001"/>
            <p:cNvSpPr/>
            <p:nvPr/>
          </p:nvSpPr>
          <p:spPr>
            <a:xfrm>
              <a:off x="2402248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h4002"/>
            <p:cNvSpPr/>
            <p:nvPr/>
          </p:nvSpPr>
          <p:spPr>
            <a:xfrm>
              <a:off x="241168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h4003"/>
            <p:cNvSpPr/>
            <p:nvPr/>
          </p:nvSpPr>
          <p:spPr>
            <a:xfrm>
              <a:off x="2421129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h4004"/>
            <p:cNvSpPr/>
            <p:nvPr/>
          </p:nvSpPr>
          <p:spPr>
            <a:xfrm>
              <a:off x="243056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h4005"/>
            <p:cNvSpPr/>
            <p:nvPr/>
          </p:nvSpPr>
          <p:spPr>
            <a:xfrm>
              <a:off x="244000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h4006"/>
            <p:cNvSpPr/>
            <p:nvPr/>
          </p:nvSpPr>
          <p:spPr>
            <a:xfrm>
              <a:off x="244944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h4007"/>
            <p:cNvSpPr/>
            <p:nvPr/>
          </p:nvSpPr>
          <p:spPr>
            <a:xfrm>
              <a:off x="245889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h4008"/>
            <p:cNvSpPr/>
            <p:nvPr/>
          </p:nvSpPr>
          <p:spPr>
            <a:xfrm>
              <a:off x="246833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h4009"/>
            <p:cNvSpPr/>
            <p:nvPr/>
          </p:nvSpPr>
          <p:spPr>
            <a:xfrm>
              <a:off x="247777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h4010"/>
            <p:cNvSpPr/>
            <p:nvPr/>
          </p:nvSpPr>
          <p:spPr>
            <a:xfrm>
              <a:off x="248721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h4011"/>
            <p:cNvSpPr/>
            <p:nvPr/>
          </p:nvSpPr>
          <p:spPr>
            <a:xfrm>
              <a:off x="249665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h4012"/>
            <p:cNvSpPr/>
            <p:nvPr/>
          </p:nvSpPr>
          <p:spPr>
            <a:xfrm>
              <a:off x="2506091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h4013"/>
            <p:cNvSpPr/>
            <p:nvPr/>
          </p:nvSpPr>
          <p:spPr>
            <a:xfrm>
              <a:off x="251553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h4014"/>
            <p:cNvSpPr/>
            <p:nvPr/>
          </p:nvSpPr>
          <p:spPr>
            <a:xfrm>
              <a:off x="252497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h4015"/>
            <p:cNvSpPr/>
            <p:nvPr/>
          </p:nvSpPr>
          <p:spPr>
            <a:xfrm>
              <a:off x="253441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h4016"/>
            <p:cNvSpPr/>
            <p:nvPr/>
          </p:nvSpPr>
          <p:spPr>
            <a:xfrm>
              <a:off x="2543852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h4017"/>
            <p:cNvSpPr/>
            <p:nvPr/>
          </p:nvSpPr>
          <p:spPr>
            <a:xfrm>
              <a:off x="2562732" y="188667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400" y="901607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h4018"/>
            <p:cNvSpPr/>
            <p:nvPr/>
          </p:nvSpPr>
          <p:spPr>
            <a:xfrm>
              <a:off x="2562732" y="1886675"/>
              <a:ext cx="917703" cy="914400"/>
            </a:xfrm>
            <a:custGeom>
              <a:avLst/>
              <a:pathLst>
                <a:path w="917703" h="914400">
                  <a:moveTo>
                    <a:pt x="914400" y="914400"/>
                  </a:moveTo>
                  <a:lnTo>
                    <a:pt x="914400" y="901607"/>
                  </a:lnTo>
                  <a:lnTo>
                    <a:pt x="917261" y="913428"/>
                  </a:lnTo>
                  <a:lnTo>
                    <a:pt x="917430" y="913800"/>
                  </a:lnTo>
                  <a:lnTo>
                    <a:pt x="917633" y="914245"/>
                  </a:lnTo>
                  <a:lnTo>
                    <a:pt x="917703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h4019"/>
            <p:cNvSpPr/>
            <p:nvPr/>
          </p:nvSpPr>
          <p:spPr>
            <a:xfrm>
              <a:off x="3185788" y="1886675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3631" y="914400"/>
                  </a:lnTo>
                  <a:lnTo>
                    <a:pt x="914399" y="911854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h4020"/>
            <p:cNvSpPr/>
            <p:nvPr/>
          </p:nvSpPr>
          <p:spPr>
            <a:xfrm>
              <a:off x="3195228" y="186910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9424"/>
                  </a:lnTo>
                  <a:lnTo>
                    <a:pt x="907008" y="922641"/>
                  </a:lnTo>
                  <a:lnTo>
                    <a:pt x="909817" y="914400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h4021"/>
            <p:cNvSpPr/>
            <p:nvPr/>
          </p:nvSpPr>
          <p:spPr>
            <a:xfrm>
              <a:off x="319522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h4022"/>
            <p:cNvSpPr/>
            <p:nvPr/>
          </p:nvSpPr>
          <p:spPr>
            <a:xfrm>
              <a:off x="320466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h4023"/>
            <p:cNvSpPr/>
            <p:nvPr/>
          </p:nvSpPr>
          <p:spPr>
            <a:xfrm>
              <a:off x="321410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h4024"/>
            <p:cNvSpPr/>
            <p:nvPr/>
          </p:nvSpPr>
          <p:spPr>
            <a:xfrm>
              <a:off x="322354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h4025"/>
            <p:cNvSpPr/>
            <p:nvPr/>
          </p:nvSpPr>
          <p:spPr>
            <a:xfrm>
              <a:off x="323298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h4026"/>
            <p:cNvSpPr/>
            <p:nvPr/>
          </p:nvSpPr>
          <p:spPr>
            <a:xfrm>
              <a:off x="3242429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h4027"/>
            <p:cNvSpPr/>
            <p:nvPr/>
          </p:nvSpPr>
          <p:spPr>
            <a:xfrm>
              <a:off x="325187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h4028"/>
            <p:cNvSpPr/>
            <p:nvPr/>
          </p:nvSpPr>
          <p:spPr>
            <a:xfrm>
              <a:off x="326131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h4029"/>
            <p:cNvSpPr/>
            <p:nvPr/>
          </p:nvSpPr>
          <p:spPr>
            <a:xfrm>
              <a:off x="327075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h4030"/>
            <p:cNvSpPr/>
            <p:nvPr/>
          </p:nvSpPr>
          <p:spPr>
            <a:xfrm>
              <a:off x="328019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h4031"/>
            <p:cNvSpPr/>
            <p:nvPr/>
          </p:nvSpPr>
          <p:spPr>
            <a:xfrm>
              <a:off x="328963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h4032"/>
            <p:cNvSpPr/>
            <p:nvPr/>
          </p:nvSpPr>
          <p:spPr>
            <a:xfrm>
              <a:off x="329907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h4033"/>
            <p:cNvSpPr/>
            <p:nvPr/>
          </p:nvSpPr>
          <p:spPr>
            <a:xfrm>
              <a:off x="330851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h4034"/>
            <p:cNvSpPr/>
            <p:nvPr/>
          </p:nvSpPr>
          <p:spPr>
            <a:xfrm>
              <a:off x="331795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h4035"/>
            <p:cNvSpPr/>
            <p:nvPr/>
          </p:nvSpPr>
          <p:spPr>
            <a:xfrm>
              <a:off x="332739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h4036"/>
            <p:cNvSpPr/>
            <p:nvPr/>
          </p:nvSpPr>
          <p:spPr>
            <a:xfrm>
              <a:off x="333683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h4037"/>
            <p:cNvSpPr/>
            <p:nvPr/>
          </p:nvSpPr>
          <p:spPr>
            <a:xfrm>
              <a:off x="334627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h4038"/>
            <p:cNvSpPr/>
            <p:nvPr/>
          </p:nvSpPr>
          <p:spPr>
            <a:xfrm>
              <a:off x="335571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h4039"/>
            <p:cNvSpPr/>
            <p:nvPr/>
          </p:nvSpPr>
          <p:spPr>
            <a:xfrm>
              <a:off x="336515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h4040"/>
            <p:cNvSpPr/>
            <p:nvPr/>
          </p:nvSpPr>
          <p:spPr>
            <a:xfrm>
              <a:off x="337459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h4041"/>
            <p:cNvSpPr/>
            <p:nvPr/>
          </p:nvSpPr>
          <p:spPr>
            <a:xfrm>
              <a:off x="338403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h4042"/>
            <p:cNvSpPr/>
            <p:nvPr/>
          </p:nvSpPr>
          <p:spPr>
            <a:xfrm>
              <a:off x="339347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h4043"/>
            <p:cNvSpPr/>
            <p:nvPr/>
          </p:nvSpPr>
          <p:spPr>
            <a:xfrm>
              <a:off x="340291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h4044"/>
            <p:cNvSpPr/>
            <p:nvPr/>
          </p:nvSpPr>
          <p:spPr>
            <a:xfrm>
              <a:off x="341235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h4045"/>
            <p:cNvSpPr/>
            <p:nvPr/>
          </p:nvSpPr>
          <p:spPr>
            <a:xfrm>
              <a:off x="3431234" y="188667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11" y="896830"/>
                  </a:lnTo>
                  <a:lnTo>
                    <a:pt x="913814" y="902666"/>
                  </a:lnTo>
                  <a:lnTo>
                    <a:pt x="914400" y="912950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h4046"/>
            <p:cNvSpPr/>
            <p:nvPr/>
          </p:nvSpPr>
          <p:spPr>
            <a:xfrm>
              <a:off x="3431234" y="1886675"/>
              <a:ext cx="914451" cy="914400"/>
            </a:xfrm>
            <a:custGeom>
              <a:avLst/>
              <a:pathLst>
                <a:path w="914451" h="914400">
                  <a:moveTo>
                    <a:pt x="914400" y="914400"/>
                  </a:moveTo>
                  <a:lnTo>
                    <a:pt x="914400" y="912950"/>
                  </a:lnTo>
                  <a:lnTo>
                    <a:pt x="914451" y="913862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h4047"/>
            <p:cNvSpPr/>
            <p:nvPr/>
          </p:nvSpPr>
          <p:spPr>
            <a:xfrm>
              <a:off x="2270085" y="1851536"/>
              <a:ext cx="914400" cy="929502"/>
            </a:xfrm>
            <a:custGeom>
              <a:avLst/>
              <a:pathLst>
                <a:path w="914400" h="929502">
                  <a:moveTo>
                    <a:pt x="914400" y="914400"/>
                  </a:moveTo>
                  <a:lnTo>
                    <a:pt x="914400" y="929502"/>
                  </a:lnTo>
                  <a:lnTo>
                    <a:pt x="912770" y="926114"/>
                  </a:lnTo>
                  <a:lnTo>
                    <a:pt x="911606" y="923558"/>
                  </a:lnTo>
                  <a:lnTo>
                    <a:pt x="910449" y="921021"/>
                  </a:lnTo>
                  <a:lnTo>
                    <a:pt x="909291" y="918483"/>
                  </a:lnTo>
                  <a:lnTo>
                    <a:pt x="908133" y="915946"/>
                  </a:lnTo>
                  <a:lnTo>
                    <a:pt x="907427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h4048"/>
            <p:cNvSpPr/>
            <p:nvPr/>
          </p:nvSpPr>
          <p:spPr>
            <a:xfrm>
              <a:off x="227008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586" y="931969"/>
                  </a:lnTo>
                  <a:lnTo>
                    <a:pt x="914400" y="929502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h4049"/>
            <p:cNvSpPr/>
            <p:nvPr/>
          </p:nvSpPr>
          <p:spPr>
            <a:xfrm>
              <a:off x="227952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h4050"/>
            <p:cNvSpPr/>
            <p:nvPr/>
          </p:nvSpPr>
          <p:spPr>
            <a:xfrm>
              <a:off x="228896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h4051"/>
            <p:cNvSpPr/>
            <p:nvPr/>
          </p:nvSpPr>
          <p:spPr>
            <a:xfrm>
              <a:off x="229840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h4052"/>
            <p:cNvSpPr/>
            <p:nvPr/>
          </p:nvSpPr>
          <p:spPr>
            <a:xfrm>
              <a:off x="2307846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h4053"/>
            <p:cNvSpPr/>
            <p:nvPr/>
          </p:nvSpPr>
          <p:spPr>
            <a:xfrm>
              <a:off x="2317286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h4054"/>
            <p:cNvSpPr/>
            <p:nvPr/>
          </p:nvSpPr>
          <p:spPr>
            <a:xfrm>
              <a:off x="2326726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h4055"/>
            <p:cNvSpPr/>
            <p:nvPr/>
          </p:nvSpPr>
          <p:spPr>
            <a:xfrm>
              <a:off x="2336166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h4056"/>
            <p:cNvSpPr/>
            <p:nvPr/>
          </p:nvSpPr>
          <p:spPr>
            <a:xfrm>
              <a:off x="234560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h4057"/>
            <p:cNvSpPr/>
            <p:nvPr/>
          </p:nvSpPr>
          <p:spPr>
            <a:xfrm>
              <a:off x="235504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h4058"/>
            <p:cNvSpPr/>
            <p:nvPr/>
          </p:nvSpPr>
          <p:spPr>
            <a:xfrm>
              <a:off x="236448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h4059"/>
            <p:cNvSpPr/>
            <p:nvPr/>
          </p:nvSpPr>
          <p:spPr>
            <a:xfrm>
              <a:off x="237392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h4060"/>
            <p:cNvSpPr/>
            <p:nvPr/>
          </p:nvSpPr>
          <p:spPr>
            <a:xfrm>
              <a:off x="2383368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h4061"/>
            <p:cNvSpPr/>
            <p:nvPr/>
          </p:nvSpPr>
          <p:spPr>
            <a:xfrm>
              <a:off x="239280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h4062"/>
            <p:cNvSpPr/>
            <p:nvPr/>
          </p:nvSpPr>
          <p:spPr>
            <a:xfrm>
              <a:off x="2402248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h4063"/>
            <p:cNvSpPr/>
            <p:nvPr/>
          </p:nvSpPr>
          <p:spPr>
            <a:xfrm>
              <a:off x="241168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h4064"/>
            <p:cNvSpPr/>
            <p:nvPr/>
          </p:nvSpPr>
          <p:spPr>
            <a:xfrm>
              <a:off x="2421129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h4065"/>
            <p:cNvSpPr/>
            <p:nvPr/>
          </p:nvSpPr>
          <p:spPr>
            <a:xfrm>
              <a:off x="243056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244000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244944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245889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246833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247777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248721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249665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2506091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251553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252497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253441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2543852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2553292" y="1869105"/>
              <a:ext cx="922683" cy="914400"/>
            </a:xfrm>
            <a:custGeom>
              <a:avLst/>
              <a:pathLst>
                <a:path w="922683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430" y="896830"/>
                  </a:lnTo>
                  <a:lnTo>
                    <a:pt x="922683" y="914400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3195228" y="185153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817" y="931969"/>
                  </a:lnTo>
                  <a:lnTo>
                    <a:pt x="910230" y="930757"/>
                  </a:lnTo>
                  <a:lnTo>
                    <a:pt x="911509" y="927412"/>
                  </a:lnTo>
                  <a:lnTo>
                    <a:pt x="911431" y="925423"/>
                  </a:lnTo>
                  <a:lnTo>
                    <a:pt x="911387" y="920411"/>
                  </a:lnTo>
                  <a:lnTo>
                    <a:pt x="910454" y="914964"/>
                  </a:lnTo>
                  <a:lnTo>
                    <a:pt x="910374" y="914400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319522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320466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321410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322354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323298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3242429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325187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326131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327075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328019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328963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329907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330851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331795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332739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333683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334627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335571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336515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337459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338403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339347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340291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341235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3421794" y="1869105"/>
              <a:ext cx="922752" cy="914400"/>
            </a:xfrm>
            <a:custGeom>
              <a:avLst/>
              <a:pathLst>
                <a:path w="92275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834" y="896830"/>
                  </a:lnTo>
                  <a:lnTo>
                    <a:pt x="921022" y="898114"/>
                  </a:lnTo>
                  <a:lnTo>
                    <a:pt x="922297" y="909120"/>
                  </a:lnTo>
                  <a:lnTo>
                    <a:pt x="922752" y="914400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2260644" y="1833966"/>
              <a:ext cx="914400" cy="926568"/>
            </a:xfrm>
            <a:custGeom>
              <a:avLst/>
              <a:pathLst>
                <a:path w="914400" h="926568">
                  <a:moveTo>
                    <a:pt x="914400" y="914400"/>
                  </a:moveTo>
                  <a:lnTo>
                    <a:pt x="914400" y="926568"/>
                  </a:lnTo>
                  <a:lnTo>
                    <a:pt x="914096" y="925904"/>
                  </a:lnTo>
                  <a:lnTo>
                    <a:pt x="912936" y="923367"/>
                  </a:lnTo>
                  <a:lnTo>
                    <a:pt x="911776" y="920830"/>
                  </a:lnTo>
                  <a:lnTo>
                    <a:pt x="910615" y="918294"/>
                  </a:lnTo>
                  <a:lnTo>
                    <a:pt x="909453" y="915757"/>
                  </a:lnTo>
                  <a:lnTo>
                    <a:pt x="908831" y="914400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226064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867" y="931969"/>
                  </a:lnTo>
                  <a:lnTo>
                    <a:pt x="916415" y="930978"/>
                  </a:lnTo>
                  <a:lnTo>
                    <a:pt x="915255" y="928441"/>
                  </a:lnTo>
                  <a:lnTo>
                    <a:pt x="914400" y="92656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227008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227952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228896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229840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230784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231728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232672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233616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234560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235504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236448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237392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2383368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239280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2402248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241168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2421129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243056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244000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244944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245889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246833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247777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248721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249665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2506091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251553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252497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253441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2553292" y="185153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9" y="896830"/>
                  </a:lnTo>
                  <a:lnTo>
                    <a:pt x="914400" y="897756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2553292" y="1851536"/>
              <a:ext cx="918430" cy="914400"/>
            </a:xfrm>
            <a:custGeom>
              <a:avLst/>
              <a:pathLst>
                <a:path w="918430" h="914400">
                  <a:moveTo>
                    <a:pt x="914400" y="914400"/>
                  </a:moveTo>
                  <a:lnTo>
                    <a:pt x="914410" y="897796"/>
                  </a:lnTo>
                  <a:lnTo>
                    <a:pt x="914556" y="898400"/>
                  </a:lnTo>
                  <a:lnTo>
                    <a:pt x="914704" y="899011"/>
                  </a:lnTo>
                  <a:lnTo>
                    <a:pt x="914852" y="899622"/>
                  </a:lnTo>
                  <a:lnTo>
                    <a:pt x="915000" y="900233"/>
                  </a:lnTo>
                  <a:lnTo>
                    <a:pt x="915148" y="900844"/>
                  </a:lnTo>
                  <a:lnTo>
                    <a:pt x="915296" y="901455"/>
                  </a:lnTo>
                  <a:lnTo>
                    <a:pt x="915444" y="902066"/>
                  </a:lnTo>
                  <a:lnTo>
                    <a:pt x="915592" y="902676"/>
                  </a:lnTo>
                  <a:lnTo>
                    <a:pt x="915740" y="903287"/>
                  </a:lnTo>
                  <a:lnTo>
                    <a:pt x="915888" y="903898"/>
                  </a:lnTo>
                  <a:lnTo>
                    <a:pt x="916036" y="904509"/>
                  </a:lnTo>
                  <a:lnTo>
                    <a:pt x="916184" y="905120"/>
                  </a:lnTo>
                  <a:lnTo>
                    <a:pt x="918430" y="914400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3195228" y="183396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374" y="931969"/>
                  </a:lnTo>
                  <a:lnTo>
                    <a:pt x="908962" y="921965"/>
                  </a:lnTo>
                  <a:lnTo>
                    <a:pt x="908117" y="914400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319522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320466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321410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322354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323298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3242429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325187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326131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327075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328019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328963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329907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330851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331795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332739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333683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334627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335571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336515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337459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338403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339347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340291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341235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3421794" y="1851536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022"/>
                  </a:lnTo>
                  <a:lnTo>
                    <a:pt x="921719" y="908110"/>
                  </a:lnTo>
                  <a:lnTo>
                    <a:pt x="920552" y="912474"/>
                  </a:lnTo>
                  <a:lnTo>
                    <a:pt x="920834" y="914400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3431234" y="1833966"/>
              <a:ext cx="914870" cy="916591"/>
            </a:xfrm>
            <a:custGeom>
              <a:avLst/>
              <a:pathLst>
                <a:path w="914870" h="916591">
                  <a:moveTo>
                    <a:pt x="914400" y="914400"/>
                  </a:moveTo>
                  <a:lnTo>
                    <a:pt x="914870" y="914400"/>
                  </a:lnTo>
                  <a:lnTo>
                    <a:pt x="914617" y="915660"/>
                  </a:lnTo>
                  <a:lnTo>
                    <a:pt x="914400" y="916591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2251204" y="1816396"/>
              <a:ext cx="914400" cy="923523"/>
            </a:xfrm>
            <a:custGeom>
              <a:avLst/>
              <a:pathLst>
                <a:path w="914400" h="923523">
                  <a:moveTo>
                    <a:pt x="914400" y="914400"/>
                  </a:moveTo>
                  <a:lnTo>
                    <a:pt x="914400" y="923523"/>
                  </a:lnTo>
                  <a:lnTo>
                    <a:pt x="914243" y="923182"/>
                  </a:lnTo>
                  <a:lnTo>
                    <a:pt x="913071" y="920628"/>
                  </a:lnTo>
                  <a:lnTo>
                    <a:pt x="910361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225120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272" y="931969"/>
                  </a:lnTo>
                  <a:lnTo>
                    <a:pt x="917732" y="930791"/>
                  </a:lnTo>
                  <a:lnTo>
                    <a:pt x="916569" y="928254"/>
                  </a:lnTo>
                  <a:lnTo>
                    <a:pt x="915406" y="925718"/>
                  </a:lnTo>
                  <a:lnTo>
                    <a:pt x="914400" y="923523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226064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227008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227952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228896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229840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230784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231728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232672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233616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234560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235504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236448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237392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2383368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239280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2402248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241168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2421129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243056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244000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244944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245889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246833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247777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248721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249665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2506091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251553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252497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253441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2543852" y="1833966"/>
              <a:ext cx="923599" cy="914400"/>
            </a:xfrm>
            <a:custGeom>
              <a:avLst/>
              <a:pathLst>
                <a:path w="92359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732" y="896830"/>
                  </a:lnTo>
                  <a:lnTo>
                    <a:pt x="921252" y="905359"/>
                  </a:lnTo>
                  <a:lnTo>
                    <a:pt x="923599" y="914400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3195228" y="181639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117" y="931969"/>
                  </a:lnTo>
                  <a:lnTo>
                    <a:pt x="907766" y="928836"/>
                  </a:lnTo>
                  <a:lnTo>
                    <a:pt x="906870" y="918037"/>
                  </a:lnTo>
                  <a:lnTo>
                    <a:pt x="906671" y="914400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319522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320466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321410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322354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323298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3242429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325187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326131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327075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328019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328963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329907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330851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331795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332739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333683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334627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335571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336515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337459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338403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339347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340291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341235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342179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3431234" y="1833966"/>
              <a:ext cx="918134" cy="914400"/>
            </a:xfrm>
            <a:custGeom>
              <a:avLst/>
              <a:pathLst>
                <a:path w="91813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134" y="896830"/>
                  </a:lnTo>
                  <a:lnTo>
                    <a:pt x="916673" y="905429"/>
                  </a:lnTo>
                  <a:lnTo>
                    <a:pt x="914870" y="914400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2241764" y="1798826"/>
              <a:ext cx="914400" cy="918128"/>
            </a:xfrm>
            <a:custGeom>
              <a:avLst/>
              <a:pathLst>
                <a:path w="914400" h="918128">
                  <a:moveTo>
                    <a:pt x="914400" y="914400"/>
                  </a:moveTo>
                  <a:lnTo>
                    <a:pt x="914400" y="918128"/>
                  </a:lnTo>
                  <a:lnTo>
                    <a:pt x="913098" y="914400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224176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1" y="931969"/>
                  </a:lnTo>
                  <a:lnTo>
                    <a:pt x="918785" y="929633"/>
                  </a:lnTo>
                  <a:lnTo>
                    <a:pt x="915304" y="920718"/>
                  </a:lnTo>
                  <a:lnTo>
                    <a:pt x="914400" y="91812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225120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226064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227008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227952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228896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229840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230784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231728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232672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233616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234560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235504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236448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237392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2383368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239280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2402248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241168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2421129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243056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244000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244944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245889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246833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247777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248721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249665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2506091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251553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252497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2543852" y="1816396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637" y="896830"/>
                  </a:lnTo>
                  <a:lnTo>
                    <a:pt x="914399" y="90154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2543852" y="1816396"/>
              <a:ext cx="918732" cy="914400"/>
            </a:xfrm>
            <a:custGeom>
              <a:avLst/>
              <a:pathLst>
                <a:path w="918732" h="914400">
                  <a:moveTo>
                    <a:pt x="914399" y="914400"/>
                  </a:moveTo>
                  <a:lnTo>
                    <a:pt x="914399" y="901540"/>
                  </a:lnTo>
                  <a:lnTo>
                    <a:pt x="915226" y="903748"/>
                  </a:lnTo>
                  <a:lnTo>
                    <a:pt x="918375" y="913191"/>
                  </a:lnTo>
                  <a:lnTo>
                    <a:pt x="918732" y="914400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3195228" y="179882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671" y="931969"/>
                  </a:lnTo>
                  <a:lnTo>
                    <a:pt x="906276" y="924736"/>
                  </a:lnTo>
                  <a:lnTo>
                    <a:pt x="906000" y="914400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319522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320466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321410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322354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323298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3242429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325187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326131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327075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328019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328963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329907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330851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331795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332739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333683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334627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335571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336515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337459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338403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339347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340291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341235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342179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3431234" y="1816396"/>
              <a:ext cx="920490" cy="914400"/>
            </a:xfrm>
            <a:custGeom>
              <a:avLst/>
              <a:pathLst>
                <a:path w="9204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90" y="896830"/>
                  </a:lnTo>
                  <a:lnTo>
                    <a:pt x="919919" y="902010"/>
                  </a:lnTo>
                  <a:lnTo>
                    <a:pt x="918442" y="912583"/>
                  </a:lnTo>
                  <a:lnTo>
                    <a:pt x="918134" y="914400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2241764" y="178125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098" y="931969"/>
                  </a:lnTo>
                  <a:lnTo>
                    <a:pt x="912078" y="929047"/>
                  </a:lnTo>
                  <a:lnTo>
                    <a:pt x="909116" y="919504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224176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225120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226064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227008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227952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228896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229840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230784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231728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232672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233616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234560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235504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236448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237392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2383368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239280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2402248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241168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2421129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243056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244000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244944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245889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246833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247777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248721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249665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2506091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251553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252497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2534411" y="1798826"/>
              <a:ext cx="922078" cy="914400"/>
            </a:xfrm>
            <a:custGeom>
              <a:avLst/>
              <a:pathLst>
                <a:path w="922078" h="914400">
                  <a:moveTo>
                    <a:pt x="914400" y="914400"/>
                  </a:moveTo>
                  <a:lnTo>
                    <a:pt x="914520" y="896830"/>
                  </a:lnTo>
                  <a:lnTo>
                    <a:pt x="917588" y="903424"/>
                  </a:lnTo>
                  <a:lnTo>
                    <a:pt x="921254" y="912197"/>
                  </a:lnTo>
                  <a:lnTo>
                    <a:pt x="922078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3195228" y="178125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000" y="931969"/>
                  </a:lnTo>
                  <a:lnTo>
                    <a:pt x="905985" y="931392"/>
                  </a:lnTo>
                  <a:lnTo>
                    <a:pt x="905998" y="920465"/>
                  </a:lnTo>
                  <a:lnTo>
                    <a:pt x="906175" y="914400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319522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320466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321410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322354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323298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3242429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325187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326131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327075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328019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328963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329907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330851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331795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332739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333683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334627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335571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336515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337459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338403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339347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340291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341235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342179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3431234" y="1798826"/>
              <a:ext cx="922047" cy="914400"/>
            </a:xfrm>
            <a:custGeom>
              <a:avLst/>
              <a:pathLst>
                <a:path w="9220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47" y="896830"/>
                  </a:lnTo>
                  <a:lnTo>
                    <a:pt x="921980" y="898079"/>
                  </a:lnTo>
                  <a:lnTo>
                    <a:pt x="921099" y="908879"/>
                  </a:lnTo>
                  <a:lnTo>
                    <a:pt x="920490" y="914400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2232324" y="1763687"/>
              <a:ext cx="914400" cy="921135"/>
            </a:xfrm>
            <a:custGeom>
              <a:avLst/>
              <a:pathLst>
                <a:path w="914400" h="921135">
                  <a:moveTo>
                    <a:pt x="914400" y="914400"/>
                  </a:moveTo>
                  <a:lnTo>
                    <a:pt x="914400" y="921135"/>
                  </a:lnTo>
                  <a:lnTo>
                    <a:pt x="913971" y="919345"/>
                  </a:lnTo>
                  <a:lnTo>
                    <a:pt x="911812" y="916469"/>
                  </a:lnTo>
                  <a:lnTo>
                    <a:pt x="910418" y="914400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223232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5866" y="927257"/>
                  </a:lnTo>
                  <a:lnTo>
                    <a:pt x="914400" y="921135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224176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225120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226064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227008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227952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228896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229840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230784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231728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232672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233616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234560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235504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236448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237392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2383368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239280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2402248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241168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2421129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243056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244000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244944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245889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246833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247777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248721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249665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2506091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251553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2534411" y="17812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9" y="896830"/>
                  </a:lnTo>
                  <a:lnTo>
                    <a:pt x="905175" y="896996"/>
                  </a:lnTo>
                  <a:lnTo>
                    <a:pt x="909537" y="904585"/>
                  </a:lnTo>
                  <a:lnTo>
                    <a:pt x="913679" y="912592"/>
                  </a:lnTo>
                  <a:lnTo>
                    <a:pt x="914400" y="914141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2534411" y="17812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141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3195228" y="176368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175" y="931969"/>
                  </a:lnTo>
                  <a:lnTo>
                    <a:pt x="906316" y="927124"/>
                  </a:lnTo>
                  <a:lnTo>
                    <a:pt x="906936" y="916258"/>
                  </a:lnTo>
                  <a:lnTo>
                    <a:pt x="907095" y="914400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319522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320466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321410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322354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323298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3242429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325187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326131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327075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328019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328963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329907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330851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331795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332739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333683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334627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335571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336515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337459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338403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339347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340291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341235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342179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3431234" y="1781256"/>
              <a:ext cx="922761" cy="914400"/>
            </a:xfrm>
            <a:custGeom>
              <a:avLst/>
              <a:pathLst>
                <a:path w="9227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761" y="896830"/>
                  </a:lnTo>
                  <a:lnTo>
                    <a:pt x="922559" y="904778"/>
                  </a:lnTo>
                  <a:lnTo>
                    <a:pt x="922047" y="914400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2222884" y="1746117"/>
              <a:ext cx="914400" cy="923493"/>
            </a:xfrm>
            <a:custGeom>
              <a:avLst/>
              <a:pathLst>
                <a:path w="914400" h="923493">
                  <a:moveTo>
                    <a:pt x="914400" y="914400"/>
                  </a:moveTo>
                  <a:lnTo>
                    <a:pt x="914400" y="923493"/>
                  </a:lnTo>
                  <a:lnTo>
                    <a:pt x="912200" y="919861"/>
                  </a:lnTo>
                  <a:lnTo>
                    <a:pt x="909222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222288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58" y="931969"/>
                  </a:lnTo>
                  <a:lnTo>
                    <a:pt x="916627" y="927170"/>
                  </a:lnTo>
                  <a:lnTo>
                    <a:pt x="914400" y="923493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223232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224176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225120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226064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227008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227952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228896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229840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230784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231728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232672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233616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234560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235504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236448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237392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2383368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239280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2402248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241168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2421129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243056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244000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244944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245889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246833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247777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248721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249665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2506091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2524971" y="1763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947" y="896830"/>
                  </a:lnTo>
                  <a:lnTo>
                    <a:pt x="910149" y="905489"/>
                  </a:lnTo>
                  <a:lnTo>
                    <a:pt x="910853" y="908681"/>
                  </a:lnTo>
                  <a:lnTo>
                    <a:pt x="914400" y="91422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2524971" y="1763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22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3195228" y="174611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095" y="931969"/>
                  </a:lnTo>
                  <a:lnTo>
                    <a:pt x="907859" y="923036"/>
                  </a:lnTo>
                  <a:lnTo>
                    <a:pt x="908846" y="914400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319522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320466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321410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322354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323298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3242429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325187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326131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327075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328019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328963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329907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330851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331795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332739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333683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334627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335571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336515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337459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338403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339347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340291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341235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342179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3431234" y="176368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94"/>
                  </a:lnTo>
                  <a:lnTo>
                    <a:pt x="923080" y="904042"/>
                  </a:lnTo>
                  <a:lnTo>
                    <a:pt x="922913" y="904574"/>
                  </a:lnTo>
                  <a:lnTo>
                    <a:pt x="922896" y="906096"/>
                  </a:lnTo>
                  <a:lnTo>
                    <a:pt x="922866" y="908766"/>
                  </a:lnTo>
                  <a:lnTo>
                    <a:pt x="922836" y="911436"/>
                  </a:lnTo>
                  <a:lnTo>
                    <a:pt x="922761" y="914400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3440674" y="1746117"/>
              <a:ext cx="915634" cy="918864"/>
            </a:xfrm>
            <a:custGeom>
              <a:avLst/>
              <a:pathLst>
                <a:path w="915634" h="918864">
                  <a:moveTo>
                    <a:pt x="914400" y="914400"/>
                  </a:moveTo>
                  <a:lnTo>
                    <a:pt x="915634" y="914400"/>
                  </a:lnTo>
                  <a:lnTo>
                    <a:pt x="914400" y="918864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2213443" y="1728547"/>
              <a:ext cx="914400" cy="923542"/>
            </a:xfrm>
            <a:custGeom>
              <a:avLst/>
              <a:pathLst>
                <a:path w="914400" h="923542">
                  <a:moveTo>
                    <a:pt x="914400" y="914400"/>
                  </a:moveTo>
                  <a:lnTo>
                    <a:pt x="914400" y="923542"/>
                  </a:lnTo>
                  <a:lnTo>
                    <a:pt x="913433" y="921573"/>
                  </a:lnTo>
                  <a:lnTo>
                    <a:pt x="910262" y="914400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221344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62" y="931969"/>
                  </a:lnTo>
                  <a:lnTo>
                    <a:pt x="917425" y="929702"/>
                  </a:lnTo>
                  <a:lnTo>
                    <a:pt x="914400" y="923542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222288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223232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224176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225120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226064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227008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227952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228896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229840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230784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231728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232672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233616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234560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235504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236448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237392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69B51">
                <a:alpha val="100000"/>
              </a:srgbClr>
            </a:solidFill>
            <a:ln w="5420" cap="flat">
              <a:solidFill>
                <a:srgbClr val="26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2383368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239280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2402248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241168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2421129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243056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244000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244944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245889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246833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247777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248721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249665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2515531" y="17461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02" y="896830"/>
                  </a:lnTo>
                  <a:lnTo>
                    <a:pt x="914212" y="903274"/>
                  </a:lnTo>
                  <a:lnTo>
                    <a:pt x="914400" y="903922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2515531" y="1746117"/>
              <a:ext cx="917388" cy="914400"/>
            </a:xfrm>
            <a:custGeom>
              <a:avLst/>
              <a:pathLst>
                <a:path w="917388" h="914400">
                  <a:moveTo>
                    <a:pt x="914400" y="914400"/>
                  </a:moveTo>
                  <a:lnTo>
                    <a:pt x="914400" y="903922"/>
                  </a:lnTo>
                  <a:lnTo>
                    <a:pt x="917041" y="913034"/>
                  </a:lnTo>
                  <a:lnTo>
                    <a:pt x="917388" y="914400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3195228" y="172854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846" y="931969"/>
                  </a:lnTo>
                  <a:lnTo>
                    <a:pt x="909080" y="929918"/>
                  </a:lnTo>
                  <a:lnTo>
                    <a:pt x="910598" y="919362"/>
                  </a:lnTo>
                  <a:lnTo>
                    <a:pt x="911461" y="914400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319522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320466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321410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322354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323298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3242429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325187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326131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327075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328019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328963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329907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330851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331795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332739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333683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334627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335571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336515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337459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338403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339347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340291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341235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342179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343123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3440674" y="1746117"/>
              <a:ext cx="919810" cy="914400"/>
            </a:xfrm>
            <a:custGeom>
              <a:avLst/>
              <a:pathLst>
                <a:path w="9198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810" y="896830"/>
                  </a:lnTo>
                  <a:lnTo>
                    <a:pt x="918763" y="901834"/>
                  </a:lnTo>
                  <a:lnTo>
                    <a:pt x="916340" y="911847"/>
                  </a:lnTo>
                  <a:lnTo>
                    <a:pt x="915634" y="914400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2204003" y="1710977"/>
              <a:ext cx="914400" cy="918402"/>
            </a:xfrm>
            <a:custGeom>
              <a:avLst/>
              <a:pathLst>
                <a:path w="914400" h="918402">
                  <a:moveTo>
                    <a:pt x="914400" y="914400"/>
                  </a:moveTo>
                  <a:lnTo>
                    <a:pt x="914400" y="918402"/>
                  </a:lnTo>
                  <a:lnTo>
                    <a:pt x="912978" y="914400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220400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02" y="931969"/>
                  </a:lnTo>
                  <a:lnTo>
                    <a:pt x="919114" y="930638"/>
                  </a:lnTo>
                  <a:lnTo>
                    <a:pt x="915598" y="921779"/>
                  </a:lnTo>
                  <a:lnTo>
                    <a:pt x="914400" y="918402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221344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222288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223232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224176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225120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226064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227008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227952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228896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229840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230784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231728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232672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233616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234560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235504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236448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237392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A50">
                <a:alpha val="100000"/>
              </a:srgbClr>
            </a:solidFill>
            <a:ln w="5420" cap="flat">
              <a:solidFill>
                <a:srgbClr val="209A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2383368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239280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2402248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241168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2421129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243056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244000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244944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245889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246833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247777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248721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249665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2506091" y="1728547"/>
              <a:ext cx="921542" cy="914400"/>
            </a:xfrm>
            <a:custGeom>
              <a:avLst/>
              <a:pathLst>
                <a:path w="92154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4974" y="896830"/>
                  </a:lnTo>
                  <a:lnTo>
                    <a:pt x="917187" y="902219"/>
                  </a:lnTo>
                  <a:lnTo>
                    <a:pt x="920551" y="911373"/>
                  </a:lnTo>
                  <a:lnTo>
                    <a:pt x="921542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3195228" y="172854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461" y="914400"/>
                  </a:lnTo>
                  <a:lnTo>
                    <a:pt x="912407" y="908966"/>
                  </a:lnTo>
                  <a:lnTo>
                    <a:pt x="914400" y="899263"/>
                  </a:lnTo>
                  <a:close/>
                </a:path>
              </a:pathLst>
            </a:custGeom>
            <a:solidFill>
              <a:srgbClr val="DC3D2C">
                <a:alpha val="100000"/>
              </a:srgbClr>
            </a:solidFill>
            <a:ln w="5420" cap="flat">
              <a:solidFill>
                <a:srgbClr val="DC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3204668" y="171097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833"/>
                  </a:lnTo>
                  <a:lnTo>
                    <a:pt x="905063" y="916329"/>
                  </a:lnTo>
                  <a:lnTo>
                    <a:pt x="905185" y="915776"/>
                  </a:lnTo>
                  <a:lnTo>
                    <a:pt x="905309" y="915218"/>
                  </a:lnTo>
                  <a:lnTo>
                    <a:pt x="905433" y="914659"/>
                  </a:lnTo>
                  <a:lnTo>
                    <a:pt x="905490" y="914400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320466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321410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322354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323298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3242429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325187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326131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327075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328019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328963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329907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330851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331795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332739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333683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334627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335571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336515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337459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338403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339347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340291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341235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342179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343123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3440674" y="1728547"/>
              <a:ext cx="923035" cy="914400"/>
            </a:xfrm>
            <a:custGeom>
              <a:avLst/>
              <a:pathLst>
                <a:path w="9230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035" y="896830"/>
                  </a:lnTo>
                  <a:lnTo>
                    <a:pt x="922754" y="898743"/>
                  </a:lnTo>
                  <a:lnTo>
                    <a:pt x="920903" y="909170"/>
                  </a:lnTo>
                  <a:lnTo>
                    <a:pt x="919810" y="914400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2204003" y="169340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978" y="931969"/>
                  </a:lnTo>
                  <a:lnTo>
                    <a:pt x="912336" y="930161"/>
                  </a:lnTo>
                  <a:lnTo>
                    <a:pt x="909337" y="920668"/>
                  </a:lnTo>
                  <a:lnTo>
                    <a:pt x="907586" y="914400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220400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221344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222288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223232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224176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225120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226064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227008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227952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228896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229840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230784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231728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232672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B51">
                <a:alpha val="100000"/>
              </a:srgbClr>
            </a:solidFill>
            <a:ln w="5420" cap="flat">
              <a:solidFill>
                <a:srgbClr val="24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233616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234560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235504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236448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237392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2383368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239280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C51">
                <a:alpha val="100000"/>
              </a:srgbClr>
            </a:solidFill>
            <a:ln w="5420" cap="flat">
              <a:solidFill>
                <a:srgbClr val="2B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2402248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241168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2421129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243056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244000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244944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245889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246833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247777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248721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2506091" y="171097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09" y="896830"/>
                  </a:lnTo>
                  <a:lnTo>
                    <a:pt x="909707" y="902532"/>
                  </a:lnTo>
                  <a:lnTo>
                    <a:pt x="913569" y="910977"/>
                  </a:lnTo>
                  <a:lnTo>
                    <a:pt x="914399" y="912999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2506091" y="1710977"/>
              <a:ext cx="914974" cy="914400"/>
            </a:xfrm>
            <a:custGeom>
              <a:avLst/>
              <a:pathLst>
                <a:path w="914974" h="914400">
                  <a:moveTo>
                    <a:pt x="914399" y="914400"/>
                  </a:moveTo>
                  <a:lnTo>
                    <a:pt x="914399" y="912999"/>
                  </a:lnTo>
                  <a:lnTo>
                    <a:pt x="914974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3195228" y="1693407"/>
              <a:ext cx="914400" cy="921432"/>
            </a:xfrm>
            <a:custGeom>
              <a:avLst/>
              <a:pathLst>
                <a:path w="914400" h="921432">
                  <a:moveTo>
                    <a:pt x="914400" y="914400"/>
                  </a:moveTo>
                  <a:lnTo>
                    <a:pt x="914400" y="921432"/>
                  </a:lnTo>
                  <a:lnTo>
                    <a:pt x="911640" y="919468"/>
                  </a:lnTo>
                  <a:lnTo>
                    <a:pt x="906267" y="915037"/>
                  </a:lnTo>
                  <a:lnTo>
                    <a:pt x="905592" y="914400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319522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30" y="931969"/>
                  </a:lnTo>
                  <a:lnTo>
                    <a:pt x="914997" y="931670"/>
                  </a:lnTo>
                  <a:lnTo>
                    <a:pt x="915120" y="931111"/>
                  </a:lnTo>
                  <a:lnTo>
                    <a:pt x="915244" y="930553"/>
                  </a:lnTo>
                  <a:lnTo>
                    <a:pt x="915368" y="929994"/>
                  </a:lnTo>
                  <a:lnTo>
                    <a:pt x="915492" y="929435"/>
                  </a:lnTo>
                  <a:lnTo>
                    <a:pt x="915616" y="928877"/>
                  </a:lnTo>
                  <a:lnTo>
                    <a:pt x="915740" y="928318"/>
                  </a:lnTo>
                  <a:lnTo>
                    <a:pt x="915863" y="927759"/>
                  </a:lnTo>
                  <a:lnTo>
                    <a:pt x="915987" y="927200"/>
                  </a:lnTo>
                  <a:lnTo>
                    <a:pt x="916111" y="926642"/>
                  </a:lnTo>
                  <a:lnTo>
                    <a:pt x="916235" y="926083"/>
                  </a:lnTo>
                  <a:lnTo>
                    <a:pt x="916359" y="925524"/>
                  </a:lnTo>
                  <a:lnTo>
                    <a:pt x="916483" y="924966"/>
                  </a:lnTo>
                  <a:lnTo>
                    <a:pt x="916607" y="924407"/>
                  </a:lnTo>
                  <a:lnTo>
                    <a:pt x="916731" y="923848"/>
                  </a:lnTo>
                  <a:lnTo>
                    <a:pt x="916876" y="923194"/>
                  </a:lnTo>
                  <a:lnTo>
                    <a:pt x="914400" y="921432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320466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321410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322354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323298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3242429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325187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326131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327075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328019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328963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329907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330851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331795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332739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333683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334627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335571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336515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337459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338403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339347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340291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341235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342179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343123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3440674" y="171097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920"/>
                  </a:lnTo>
                  <a:lnTo>
                    <a:pt x="923035" y="914400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3450115" y="1693407"/>
              <a:ext cx="918988" cy="926490"/>
            </a:xfrm>
            <a:custGeom>
              <a:avLst/>
              <a:pathLst>
                <a:path w="918988" h="926490">
                  <a:moveTo>
                    <a:pt x="914400" y="914400"/>
                  </a:moveTo>
                  <a:lnTo>
                    <a:pt x="918988" y="914400"/>
                  </a:lnTo>
                  <a:lnTo>
                    <a:pt x="918867" y="914670"/>
                  </a:lnTo>
                  <a:lnTo>
                    <a:pt x="914965" y="922475"/>
                  </a:lnTo>
                  <a:lnTo>
                    <a:pt x="914870" y="923289"/>
                  </a:lnTo>
                  <a:lnTo>
                    <a:pt x="914400" y="926490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2194563" y="1675838"/>
              <a:ext cx="914400" cy="921728"/>
            </a:xfrm>
            <a:custGeom>
              <a:avLst/>
              <a:pathLst>
                <a:path w="914400" h="921728">
                  <a:moveTo>
                    <a:pt x="914400" y="914400"/>
                  </a:moveTo>
                  <a:lnTo>
                    <a:pt x="914400" y="921728"/>
                  </a:lnTo>
                  <a:lnTo>
                    <a:pt x="913596" y="918442"/>
                  </a:lnTo>
                  <a:lnTo>
                    <a:pt x="912741" y="91440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219456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026" y="931969"/>
                  </a:lnTo>
                  <a:lnTo>
                    <a:pt x="916047" y="928466"/>
                  </a:lnTo>
                  <a:lnTo>
                    <a:pt x="914400" y="92172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220400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221344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222288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223232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224176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225120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226064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227008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227952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228896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229840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230784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231728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232672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233616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234560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235504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236448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237392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79B51">
                <a:alpha val="100000"/>
              </a:srgbClr>
            </a:solidFill>
            <a:ln w="5420" cap="flat">
              <a:solidFill>
                <a:srgbClr val="27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2383368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239280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E52">
                <a:alpha val="100000"/>
              </a:srgbClr>
            </a:solidFill>
            <a:ln w="5420" cap="flat">
              <a:solidFill>
                <a:srgbClr val="31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2402248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241168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2421129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243056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244000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244944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245889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246833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247777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2496650" y="169340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138" y="896830"/>
                  </a:lnTo>
                  <a:lnTo>
                    <a:pt x="910503" y="898961"/>
                  </a:lnTo>
                  <a:lnTo>
                    <a:pt x="911444" y="905656"/>
                  </a:lnTo>
                  <a:lnTo>
                    <a:pt x="914400" y="91088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2496650" y="1693407"/>
              <a:ext cx="916249" cy="914400"/>
            </a:xfrm>
            <a:custGeom>
              <a:avLst/>
              <a:pathLst>
                <a:path w="916249" h="914400">
                  <a:moveTo>
                    <a:pt x="914400" y="914400"/>
                  </a:moveTo>
                  <a:lnTo>
                    <a:pt x="914400" y="910889"/>
                  </a:lnTo>
                  <a:lnTo>
                    <a:pt x="915052" y="912045"/>
                  </a:lnTo>
                  <a:lnTo>
                    <a:pt x="916249" y="914400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3176348" y="1675838"/>
              <a:ext cx="914400" cy="921729"/>
            </a:xfrm>
            <a:custGeom>
              <a:avLst/>
              <a:pathLst>
                <a:path w="914400" h="921729">
                  <a:moveTo>
                    <a:pt x="914400" y="914400"/>
                  </a:moveTo>
                  <a:lnTo>
                    <a:pt x="914400" y="921729"/>
                  </a:lnTo>
                  <a:lnTo>
                    <a:pt x="909869" y="916291"/>
                  </a:lnTo>
                  <a:lnTo>
                    <a:pt x="908459" y="914400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3176348" y="1675838"/>
              <a:ext cx="923840" cy="931373"/>
            </a:xfrm>
            <a:custGeom>
              <a:avLst/>
              <a:pathLst>
                <a:path w="923840" h="93137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373"/>
                  </a:lnTo>
                  <a:lnTo>
                    <a:pt x="919905" y="927663"/>
                  </a:lnTo>
                  <a:lnTo>
                    <a:pt x="914808" y="922219"/>
                  </a:lnTo>
                  <a:lnTo>
                    <a:pt x="914400" y="92172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3185788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32" y="931969"/>
                  </a:lnTo>
                  <a:lnTo>
                    <a:pt x="914399" y="931373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319522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320466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321410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322354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323298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3242429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325187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326131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327075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328019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328963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329907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330851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331795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332739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333683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334627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335571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336515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337459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338403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339347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340291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341235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342179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343123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344067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3450115" y="169340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313"/>
                  </a:lnTo>
                  <a:lnTo>
                    <a:pt x="922708" y="906121"/>
                  </a:lnTo>
                  <a:lnTo>
                    <a:pt x="918988" y="914400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3459555" y="1675838"/>
              <a:ext cx="916997" cy="920883"/>
            </a:xfrm>
            <a:custGeom>
              <a:avLst/>
              <a:pathLst>
                <a:path w="916997" h="920883">
                  <a:moveTo>
                    <a:pt x="914400" y="914400"/>
                  </a:moveTo>
                  <a:lnTo>
                    <a:pt x="916997" y="914400"/>
                  </a:lnTo>
                  <a:lnTo>
                    <a:pt x="916861" y="914775"/>
                  </a:lnTo>
                  <a:lnTo>
                    <a:pt x="914400" y="920883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2194563" y="165826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41" y="931969"/>
                  </a:lnTo>
                  <a:lnTo>
                    <a:pt x="911429" y="925764"/>
                  </a:lnTo>
                  <a:lnTo>
                    <a:pt x="909552" y="915320"/>
                  </a:lnTo>
                  <a:lnTo>
                    <a:pt x="909415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219456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220400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221344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222288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223232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224176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h4729"/>
            <p:cNvSpPr/>
            <p:nvPr/>
          </p:nvSpPr>
          <p:spPr>
            <a:xfrm>
              <a:off x="225120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h4730"/>
            <p:cNvSpPr/>
            <p:nvPr/>
          </p:nvSpPr>
          <p:spPr>
            <a:xfrm>
              <a:off x="226064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h4731"/>
            <p:cNvSpPr/>
            <p:nvPr/>
          </p:nvSpPr>
          <p:spPr>
            <a:xfrm>
              <a:off x="227008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h4732"/>
            <p:cNvSpPr/>
            <p:nvPr/>
          </p:nvSpPr>
          <p:spPr>
            <a:xfrm>
              <a:off x="227952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h4733"/>
            <p:cNvSpPr/>
            <p:nvPr/>
          </p:nvSpPr>
          <p:spPr>
            <a:xfrm>
              <a:off x="228896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h4734"/>
            <p:cNvSpPr/>
            <p:nvPr/>
          </p:nvSpPr>
          <p:spPr>
            <a:xfrm>
              <a:off x="229840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h4735"/>
            <p:cNvSpPr/>
            <p:nvPr/>
          </p:nvSpPr>
          <p:spPr>
            <a:xfrm>
              <a:off x="230784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h4736"/>
            <p:cNvSpPr/>
            <p:nvPr/>
          </p:nvSpPr>
          <p:spPr>
            <a:xfrm>
              <a:off x="231728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h4737"/>
            <p:cNvSpPr/>
            <p:nvPr/>
          </p:nvSpPr>
          <p:spPr>
            <a:xfrm>
              <a:off x="232672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h4738"/>
            <p:cNvSpPr/>
            <p:nvPr/>
          </p:nvSpPr>
          <p:spPr>
            <a:xfrm>
              <a:off x="233616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h4739"/>
            <p:cNvSpPr/>
            <p:nvPr/>
          </p:nvSpPr>
          <p:spPr>
            <a:xfrm>
              <a:off x="234560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h4740"/>
            <p:cNvSpPr/>
            <p:nvPr/>
          </p:nvSpPr>
          <p:spPr>
            <a:xfrm>
              <a:off x="235504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h4741"/>
            <p:cNvSpPr/>
            <p:nvPr/>
          </p:nvSpPr>
          <p:spPr>
            <a:xfrm>
              <a:off x="236448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h4742"/>
            <p:cNvSpPr/>
            <p:nvPr/>
          </p:nvSpPr>
          <p:spPr>
            <a:xfrm>
              <a:off x="237392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h4743"/>
            <p:cNvSpPr/>
            <p:nvPr/>
          </p:nvSpPr>
          <p:spPr>
            <a:xfrm>
              <a:off x="2383368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h4744"/>
            <p:cNvSpPr/>
            <p:nvPr/>
          </p:nvSpPr>
          <p:spPr>
            <a:xfrm>
              <a:off x="239280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h4745"/>
            <p:cNvSpPr/>
            <p:nvPr/>
          </p:nvSpPr>
          <p:spPr>
            <a:xfrm>
              <a:off x="2402248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h4746"/>
            <p:cNvSpPr/>
            <p:nvPr/>
          </p:nvSpPr>
          <p:spPr>
            <a:xfrm>
              <a:off x="241168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h4747"/>
            <p:cNvSpPr/>
            <p:nvPr/>
          </p:nvSpPr>
          <p:spPr>
            <a:xfrm>
              <a:off x="2421129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h4748"/>
            <p:cNvSpPr/>
            <p:nvPr/>
          </p:nvSpPr>
          <p:spPr>
            <a:xfrm>
              <a:off x="243056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h4749"/>
            <p:cNvSpPr/>
            <p:nvPr/>
          </p:nvSpPr>
          <p:spPr>
            <a:xfrm>
              <a:off x="244000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h4750"/>
            <p:cNvSpPr/>
            <p:nvPr/>
          </p:nvSpPr>
          <p:spPr>
            <a:xfrm>
              <a:off x="244944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h4751"/>
            <p:cNvSpPr/>
            <p:nvPr/>
          </p:nvSpPr>
          <p:spPr>
            <a:xfrm>
              <a:off x="245889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h4752"/>
            <p:cNvSpPr/>
            <p:nvPr/>
          </p:nvSpPr>
          <p:spPr>
            <a:xfrm>
              <a:off x="246833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h4753"/>
            <p:cNvSpPr/>
            <p:nvPr/>
          </p:nvSpPr>
          <p:spPr>
            <a:xfrm>
              <a:off x="247777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h4754"/>
            <p:cNvSpPr/>
            <p:nvPr/>
          </p:nvSpPr>
          <p:spPr>
            <a:xfrm>
              <a:off x="2487210" y="1675838"/>
              <a:ext cx="919578" cy="914400"/>
            </a:xfrm>
            <a:custGeom>
              <a:avLst/>
              <a:pathLst>
                <a:path w="919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278" y="896830"/>
                  </a:lnTo>
                  <a:lnTo>
                    <a:pt x="918127" y="905934"/>
                  </a:lnTo>
                  <a:lnTo>
                    <a:pt x="919578" y="914400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h4755"/>
            <p:cNvSpPr/>
            <p:nvPr/>
          </p:nvSpPr>
          <p:spPr>
            <a:xfrm>
              <a:off x="3166907" y="1658268"/>
              <a:ext cx="914400" cy="927252"/>
            </a:xfrm>
            <a:custGeom>
              <a:avLst/>
              <a:pathLst>
                <a:path w="914400" h="927252">
                  <a:moveTo>
                    <a:pt x="914400" y="914400"/>
                  </a:moveTo>
                  <a:lnTo>
                    <a:pt x="914400" y="927252"/>
                  </a:lnTo>
                  <a:lnTo>
                    <a:pt x="909959" y="920616"/>
                  </a:lnTo>
                  <a:lnTo>
                    <a:pt x="906215" y="914400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h4756"/>
            <p:cNvSpPr/>
            <p:nvPr/>
          </p:nvSpPr>
          <p:spPr>
            <a:xfrm>
              <a:off x="316690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99" y="931969"/>
                  </a:lnTo>
                  <a:lnTo>
                    <a:pt x="914542" y="927464"/>
                  </a:lnTo>
                  <a:lnTo>
                    <a:pt x="914400" y="927252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h4757"/>
            <p:cNvSpPr/>
            <p:nvPr/>
          </p:nvSpPr>
          <p:spPr>
            <a:xfrm>
              <a:off x="317634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h4758"/>
            <p:cNvSpPr/>
            <p:nvPr/>
          </p:nvSpPr>
          <p:spPr>
            <a:xfrm>
              <a:off x="3185788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h4759"/>
            <p:cNvSpPr/>
            <p:nvPr/>
          </p:nvSpPr>
          <p:spPr>
            <a:xfrm>
              <a:off x="319522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h4760"/>
            <p:cNvSpPr/>
            <p:nvPr/>
          </p:nvSpPr>
          <p:spPr>
            <a:xfrm>
              <a:off x="320466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h4761"/>
            <p:cNvSpPr/>
            <p:nvPr/>
          </p:nvSpPr>
          <p:spPr>
            <a:xfrm>
              <a:off x="321410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h4762"/>
            <p:cNvSpPr/>
            <p:nvPr/>
          </p:nvSpPr>
          <p:spPr>
            <a:xfrm>
              <a:off x="322354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h4763"/>
            <p:cNvSpPr/>
            <p:nvPr/>
          </p:nvSpPr>
          <p:spPr>
            <a:xfrm>
              <a:off x="323298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h4764"/>
            <p:cNvSpPr/>
            <p:nvPr/>
          </p:nvSpPr>
          <p:spPr>
            <a:xfrm>
              <a:off x="3242429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h4765"/>
            <p:cNvSpPr/>
            <p:nvPr/>
          </p:nvSpPr>
          <p:spPr>
            <a:xfrm>
              <a:off x="325187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h4766"/>
            <p:cNvSpPr/>
            <p:nvPr/>
          </p:nvSpPr>
          <p:spPr>
            <a:xfrm>
              <a:off x="326131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h4767"/>
            <p:cNvSpPr/>
            <p:nvPr/>
          </p:nvSpPr>
          <p:spPr>
            <a:xfrm>
              <a:off x="327075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h4768"/>
            <p:cNvSpPr/>
            <p:nvPr/>
          </p:nvSpPr>
          <p:spPr>
            <a:xfrm>
              <a:off x="328019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h4769"/>
            <p:cNvSpPr/>
            <p:nvPr/>
          </p:nvSpPr>
          <p:spPr>
            <a:xfrm>
              <a:off x="328963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h4770"/>
            <p:cNvSpPr/>
            <p:nvPr/>
          </p:nvSpPr>
          <p:spPr>
            <a:xfrm>
              <a:off x="329907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h4771"/>
            <p:cNvSpPr/>
            <p:nvPr/>
          </p:nvSpPr>
          <p:spPr>
            <a:xfrm>
              <a:off x="330851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h4772"/>
            <p:cNvSpPr/>
            <p:nvPr/>
          </p:nvSpPr>
          <p:spPr>
            <a:xfrm>
              <a:off x="331795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h4773"/>
            <p:cNvSpPr/>
            <p:nvPr/>
          </p:nvSpPr>
          <p:spPr>
            <a:xfrm>
              <a:off x="332739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h4774"/>
            <p:cNvSpPr/>
            <p:nvPr/>
          </p:nvSpPr>
          <p:spPr>
            <a:xfrm>
              <a:off x="333683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h4775"/>
            <p:cNvSpPr/>
            <p:nvPr/>
          </p:nvSpPr>
          <p:spPr>
            <a:xfrm>
              <a:off x="334627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h4776"/>
            <p:cNvSpPr/>
            <p:nvPr/>
          </p:nvSpPr>
          <p:spPr>
            <a:xfrm>
              <a:off x="335571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h4777"/>
            <p:cNvSpPr/>
            <p:nvPr/>
          </p:nvSpPr>
          <p:spPr>
            <a:xfrm>
              <a:off x="336515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h4778"/>
            <p:cNvSpPr/>
            <p:nvPr/>
          </p:nvSpPr>
          <p:spPr>
            <a:xfrm>
              <a:off x="337459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h4779"/>
            <p:cNvSpPr/>
            <p:nvPr/>
          </p:nvSpPr>
          <p:spPr>
            <a:xfrm>
              <a:off x="338403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h4780"/>
            <p:cNvSpPr/>
            <p:nvPr/>
          </p:nvSpPr>
          <p:spPr>
            <a:xfrm>
              <a:off x="339347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h4781"/>
            <p:cNvSpPr/>
            <p:nvPr/>
          </p:nvSpPr>
          <p:spPr>
            <a:xfrm>
              <a:off x="340291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h4782"/>
            <p:cNvSpPr/>
            <p:nvPr/>
          </p:nvSpPr>
          <p:spPr>
            <a:xfrm>
              <a:off x="341235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h4783"/>
            <p:cNvSpPr/>
            <p:nvPr/>
          </p:nvSpPr>
          <p:spPr>
            <a:xfrm>
              <a:off x="342179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h4784"/>
            <p:cNvSpPr/>
            <p:nvPr/>
          </p:nvSpPr>
          <p:spPr>
            <a:xfrm>
              <a:off x="343123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h4785"/>
            <p:cNvSpPr/>
            <p:nvPr/>
          </p:nvSpPr>
          <p:spPr>
            <a:xfrm>
              <a:off x="344067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h4786"/>
            <p:cNvSpPr/>
            <p:nvPr/>
          </p:nvSpPr>
          <p:spPr>
            <a:xfrm>
              <a:off x="345011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h4787"/>
            <p:cNvSpPr/>
            <p:nvPr/>
          </p:nvSpPr>
          <p:spPr>
            <a:xfrm>
              <a:off x="3459555" y="167583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0519"/>
                  </a:lnTo>
                  <a:lnTo>
                    <a:pt x="922420" y="901269"/>
                  </a:lnTo>
                  <a:lnTo>
                    <a:pt x="921383" y="901817"/>
                  </a:lnTo>
                  <a:lnTo>
                    <a:pt x="920196" y="905519"/>
                  </a:lnTo>
                  <a:lnTo>
                    <a:pt x="916997" y="914400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h4788"/>
            <p:cNvSpPr/>
            <p:nvPr/>
          </p:nvSpPr>
          <p:spPr>
            <a:xfrm>
              <a:off x="3468995" y="1658268"/>
              <a:ext cx="921388" cy="918088"/>
            </a:xfrm>
            <a:custGeom>
              <a:avLst/>
              <a:pathLst>
                <a:path w="921388" h="918088">
                  <a:moveTo>
                    <a:pt x="914400" y="914400"/>
                  </a:moveTo>
                  <a:lnTo>
                    <a:pt x="921388" y="914400"/>
                  </a:lnTo>
                  <a:lnTo>
                    <a:pt x="920163" y="915046"/>
                  </a:lnTo>
                  <a:lnTo>
                    <a:pt x="918726" y="915804"/>
                  </a:lnTo>
                  <a:lnTo>
                    <a:pt x="917289" y="916563"/>
                  </a:lnTo>
                  <a:lnTo>
                    <a:pt x="915852" y="917321"/>
                  </a:lnTo>
                  <a:lnTo>
                    <a:pt x="914400" y="91808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h4789"/>
            <p:cNvSpPr/>
            <p:nvPr/>
          </p:nvSpPr>
          <p:spPr>
            <a:xfrm>
              <a:off x="2194563" y="164069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415" y="931969"/>
                  </a:lnTo>
                  <a:lnTo>
                    <a:pt x="907972" y="922277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h4790"/>
            <p:cNvSpPr/>
            <p:nvPr/>
          </p:nvSpPr>
          <p:spPr>
            <a:xfrm>
              <a:off x="219456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h4791"/>
            <p:cNvSpPr/>
            <p:nvPr/>
          </p:nvSpPr>
          <p:spPr>
            <a:xfrm>
              <a:off x="220400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h4792"/>
            <p:cNvSpPr/>
            <p:nvPr/>
          </p:nvSpPr>
          <p:spPr>
            <a:xfrm>
              <a:off x="221344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h4793"/>
            <p:cNvSpPr/>
            <p:nvPr/>
          </p:nvSpPr>
          <p:spPr>
            <a:xfrm>
              <a:off x="222288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h4794"/>
            <p:cNvSpPr/>
            <p:nvPr/>
          </p:nvSpPr>
          <p:spPr>
            <a:xfrm>
              <a:off x="223232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h4795"/>
            <p:cNvSpPr/>
            <p:nvPr/>
          </p:nvSpPr>
          <p:spPr>
            <a:xfrm>
              <a:off x="224176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h4796"/>
            <p:cNvSpPr/>
            <p:nvPr/>
          </p:nvSpPr>
          <p:spPr>
            <a:xfrm>
              <a:off x="225120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h4797"/>
            <p:cNvSpPr/>
            <p:nvPr/>
          </p:nvSpPr>
          <p:spPr>
            <a:xfrm>
              <a:off x="226064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h4798"/>
            <p:cNvSpPr/>
            <p:nvPr/>
          </p:nvSpPr>
          <p:spPr>
            <a:xfrm>
              <a:off x="227008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h4799"/>
            <p:cNvSpPr/>
            <p:nvPr/>
          </p:nvSpPr>
          <p:spPr>
            <a:xfrm>
              <a:off x="227952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h4800"/>
            <p:cNvSpPr/>
            <p:nvPr/>
          </p:nvSpPr>
          <p:spPr>
            <a:xfrm>
              <a:off x="228896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h4801"/>
            <p:cNvSpPr/>
            <p:nvPr/>
          </p:nvSpPr>
          <p:spPr>
            <a:xfrm>
              <a:off x="229840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h4802"/>
            <p:cNvSpPr/>
            <p:nvPr/>
          </p:nvSpPr>
          <p:spPr>
            <a:xfrm>
              <a:off x="230784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h4803"/>
            <p:cNvSpPr/>
            <p:nvPr/>
          </p:nvSpPr>
          <p:spPr>
            <a:xfrm>
              <a:off x="231728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h4804"/>
            <p:cNvSpPr/>
            <p:nvPr/>
          </p:nvSpPr>
          <p:spPr>
            <a:xfrm>
              <a:off x="232672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h4805"/>
            <p:cNvSpPr/>
            <p:nvPr/>
          </p:nvSpPr>
          <p:spPr>
            <a:xfrm>
              <a:off x="233616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h4806"/>
            <p:cNvSpPr/>
            <p:nvPr/>
          </p:nvSpPr>
          <p:spPr>
            <a:xfrm>
              <a:off x="234560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h4807"/>
            <p:cNvSpPr/>
            <p:nvPr/>
          </p:nvSpPr>
          <p:spPr>
            <a:xfrm>
              <a:off x="235504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h4808"/>
            <p:cNvSpPr/>
            <p:nvPr/>
          </p:nvSpPr>
          <p:spPr>
            <a:xfrm>
              <a:off x="236448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h4809"/>
            <p:cNvSpPr/>
            <p:nvPr/>
          </p:nvSpPr>
          <p:spPr>
            <a:xfrm>
              <a:off x="237392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h4810"/>
            <p:cNvSpPr/>
            <p:nvPr/>
          </p:nvSpPr>
          <p:spPr>
            <a:xfrm>
              <a:off x="2383368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h4811"/>
            <p:cNvSpPr/>
            <p:nvPr/>
          </p:nvSpPr>
          <p:spPr>
            <a:xfrm>
              <a:off x="239280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h4812"/>
            <p:cNvSpPr/>
            <p:nvPr/>
          </p:nvSpPr>
          <p:spPr>
            <a:xfrm>
              <a:off x="2402248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h4813"/>
            <p:cNvSpPr/>
            <p:nvPr/>
          </p:nvSpPr>
          <p:spPr>
            <a:xfrm>
              <a:off x="241168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h4814"/>
            <p:cNvSpPr/>
            <p:nvPr/>
          </p:nvSpPr>
          <p:spPr>
            <a:xfrm>
              <a:off x="2421129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h4815"/>
            <p:cNvSpPr/>
            <p:nvPr/>
          </p:nvSpPr>
          <p:spPr>
            <a:xfrm>
              <a:off x="243056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h4816"/>
            <p:cNvSpPr/>
            <p:nvPr/>
          </p:nvSpPr>
          <p:spPr>
            <a:xfrm>
              <a:off x="244000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h4817"/>
            <p:cNvSpPr/>
            <p:nvPr/>
          </p:nvSpPr>
          <p:spPr>
            <a:xfrm>
              <a:off x="244944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h4818"/>
            <p:cNvSpPr/>
            <p:nvPr/>
          </p:nvSpPr>
          <p:spPr>
            <a:xfrm>
              <a:off x="245889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h4819"/>
            <p:cNvSpPr/>
            <p:nvPr/>
          </p:nvSpPr>
          <p:spPr>
            <a:xfrm>
              <a:off x="246833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h4820"/>
            <p:cNvSpPr/>
            <p:nvPr/>
          </p:nvSpPr>
          <p:spPr>
            <a:xfrm>
              <a:off x="2487210" y="165826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959" y="896830"/>
                  </a:lnTo>
                  <a:lnTo>
                    <a:pt x="913608" y="902919"/>
                  </a:lnTo>
                  <a:lnTo>
                    <a:pt x="914400" y="906267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h4821"/>
            <p:cNvSpPr/>
            <p:nvPr/>
          </p:nvSpPr>
          <p:spPr>
            <a:xfrm>
              <a:off x="2487210" y="1658268"/>
              <a:ext cx="916278" cy="914400"/>
            </a:xfrm>
            <a:custGeom>
              <a:avLst/>
              <a:pathLst>
                <a:path w="916278" h="914400">
                  <a:moveTo>
                    <a:pt x="914400" y="914400"/>
                  </a:moveTo>
                  <a:lnTo>
                    <a:pt x="914400" y="906267"/>
                  </a:lnTo>
                  <a:lnTo>
                    <a:pt x="916014" y="913100"/>
                  </a:lnTo>
                  <a:lnTo>
                    <a:pt x="916278" y="914400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h4822"/>
            <p:cNvSpPr/>
            <p:nvPr/>
          </p:nvSpPr>
          <p:spPr>
            <a:xfrm>
              <a:off x="3157467" y="1640698"/>
              <a:ext cx="914400" cy="929772"/>
            </a:xfrm>
            <a:custGeom>
              <a:avLst/>
              <a:pathLst>
                <a:path w="914400" h="929772">
                  <a:moveTo>
                    <a:pt x="914400" y="914400"/>
                  </a:moveTo>
                  <a:lnTo>
                    <a:pt x="914400" y="929772"/>
                  </a:lnTo>
                  <a:lnTo>
                    <a:pt x="910837" y="923210"/>
                  </a:lnTo>
                  <a:lnTo>
                    <a:pt x="906880" y="915122"/>
                  </a:lnTo>
                  <a:lnTo>
                    <a:pt x="906562" y="914400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h4823"/>
            <p:cNvSpPr/>
            <p:nvPr/>
          </p:nvSpPr>
          <p:spPr>
            <a:xfrm>
              <a:off x="315746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5" y="931969"/>
                  </a:lnTo>
                  <a:lnTo>
                    <a:pt x="915014" y="930904"/>
                  </a:lnTo>
                  <a:lnTo>
                    <a:pt x="914400" y="929772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h4824"/>
            <p:cNvSpPr/>
            <p:nvPr/>
          </p:nvSpPr>
          <p:spPr>
            <a:xfrm>
              <a:off x="316690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h4825"/>
            <p:cNvSpPr/>
            <p:nvPr/>
          </p:nvSpPr>
          <p:spPr>
            <a:xfrm>
              <a:off x="317634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h4826"/>
            <p:cNvSpPr/>
            <p:nvPr/>
          </p:nvSpPr>
          <p:spPr>
            <a:xfrm>
              <a:off x="3185788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h4827"/>
            <p:cNvSpPr/>
            <p:nvPr/>
          </p:nvSpPr>
          <p:spPr>
            <a:xfrm>
              <a:off x="319522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h4828"/>
            <p:cNvSpPr/>
            <p:nvPr/>
          </p:nvSpPr>
          <p:spPr>
            <a:xfrm>
              <a:off x="320466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h4829"/>
            <p:cNvSpPr/>
            <p:nvPr/>
          </p:nvSpPr>
          <p:spPr>
            <a:xfrm>
              <a:off x="321410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h4830"/>
            <p:cNvSpPr/>
            <p:nvPr/>
          </p:nvSpPr>
          <p:spPr>
            <a:xfrm>
              <a:off x="322354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h4831"/>
            <p:cNvSpPr/>
            <p:nvPr/>
          </p:nvSpPr>
          <p:spPr>
            <a:xfrm>
              <a:off x="323298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h4832"/>
            <p:cNvSpPr/>
            <p:nvPr/>
          </p:nvSpPr>
          <p:spPr>
            <a:xfrm>
              <a:off x="3242429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h4833"/>
            <p:cNvSpPr/>
            <p:nvPr/>
          </p:nvSpPr>
          <p:spPr>
            <a:xfrm>
              <a:off x="325187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h4834"/>
            <p:cNvSpPr/>
            <p:nvPr/>
          </p:nvSpPr>
          <p:spPr>
            <a:xfrm>
              <a:off x="326131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h4835"/>
            <p:cNvSpPr/>
            <p:nvPr/>
          </p:nvSpPr>
          <p:spPr>
            <a:xfrm>
              <a:off x="327075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h4836"/>
            <p:cNvSpPr/>
            <p:nvPr/>
          </p:nvSpPr>
          <p:spPr>
            <a:xfrm>
              <a:off x="328019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h4837"/>
            <p:cNvSpPr/>
            <p:nvPr/>
          </p:nvSpPr>
          <p:spPr>
            <a:xfrm>
              <a:off x="328963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h4838"/>
            <p:cNvSpPr/>
            <p:nvPr/>
          </p:nvSpPr>
          <p:spPr>
            <a:xfrm>
              <a:off x="329907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h4839"/>
            <p:cNvSpPr/>
            <p:nvPr/>
          </p:nvSpPr>
          <p:spPr>
            <a:xfrm>
              <a:off x="330851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h4840"/>
            <p:cNvSpPr/>
            <p:nvPr/>
          </p:nvSpPr>
          <p:spPr>
            <a:xfrm>
              <a:off x="331795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h4841"/>
            <p:cNvSpPr/>
            <p:nvPr/>
          </p:nvSpPr>
          <p:spPr>
            <a:xfrm>
              <a:off x="332739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h4842"/>
            <p:cNvSpPr/>
            <p:nvPr/>
          </p:nvSpPr>
          <p:spPr>
            <a:xfrm>
              <a:off x="333683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h4843"/>
            <p:cNvSpPr/>
            <p:nvPr/>
          </p:nvSpPr>
          <p:spPr>
            <a:xfrm>
              <a:off x="334627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h4844"/>
            <p:cNvSpPr/>
            <p:nvPr/>
          </p:nvSpPr>
          <p:spPr>
            <a:xfrm>
              <a:off x="335571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h4845"/>
            <p:cNvSpPr/>
            <p:nvPr/>
          </p:nvSpPr>
          <p:spPr>
            <a:xfrm>
              <a:off x="336515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h4846"/>
            <p:cNvSpPr/>
            <p:nvPr/>
          </p:nvSpPr>
          <p:spPr>
            <a:xfrm>
              <a:off x="337459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h4847"/>
            <p:cNvSpPr/>
            <p:nvPr/>
          </p:nvSpPr>
          <p:spPr>
            <a:xfrm>
              <a:off x="338403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h4848"/>
            <p:cNvSpPr/>
            <p:nvPr/>
          </p:nvSpPr>
          <p:spPr>
            <a:xfrm>
              <a:off x="339347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h4849"/>
            <p:cNvSpPr/>
            <p:nvPr/>
          </p:nvSpPr>
          <p:spPr>
            <a:xfrm>
              <a:off x="340291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h4850"/>
            <p:cNvSpPr/>
            <p:nvPr/>
          </p:nvSpPr>
          <p:spPr>
            <a:xfrm>
              <a:off x="341235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h4851"/>
            <p:cNvSpPr/>
            <p:nvPr/>
          </p:nvSpPr>
          <p:spPr>
            <a:xfrm>
              <a:off x="342179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h4852"/>
            <p:cNvSpPr/>
            <p:nvPr/>
          </p:nvSpPr>
          <p:spPr>
            <a:xfrm>
              <a:off x="343123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h4853"/>
            <p:cNvSpPr/>
            <p:nvPr/>
          </p:nvSpPr>
          <p:spPr>
            <a:xfrm>
              <a:off x="344067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h4854"/>
            <p:cNvSpPr/>
            <p:nvPr/>
          </p:nvSpPr>
          <p:spPr>
            <a:xfrm>
              <a:off x="345011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h4855"/>
            <p:cNvSpPr/>
            <p:nvPr/>
          </p:nvSpPr>
          <p:spPr>
            <a:xfrm>
              <a:off x="345955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h4856"/>
            <p:cNvSpPr/>
            <p:nvPr/>
          </p:nvSpPr>
          <p:spPr>
            <a:xfrm>
              <a:off x="3468995" y="165826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107"/>
                  </a:lnTo>
                  <a:lnTo>
                    <a:pt x="923037" y="913530"/>
                  </a:lnTo>
                  <a:lnTo>
                    <a:pt x="921600" y="914288"/>
                  </a:lnTo>
                  <a:lnTo>
                    <a:pt x="921388" y="914400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h4857"/>
            <p:cNvSpPr/>
            <p:nvPr/>
          </p:nvSpPr>
          <p:spPr>
            <a:xfrm>
              <a:off x="3478435" y="1640698"/>
              <a:ext cx="923840" cy="930677"/>
            </a:xfrm>
            <a:custGeom>
              <a:avLst/>
              <a:pathLst>
                <a:path w="923840" h="9306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5127"/>
                  </a:lnTo>
                  <a:lnTo>
                    <a:pt x="921816" y="926502"/>
                  </a:lnTo>
                  <a:lnTo>
                    <a:pt x="916477" y="929582"/>
                  </a:lnTo>
                  <a:lnTo>
                    <a:pt x="915035" y="930342"/>
                  </a:lnTo>
                  <a:lnTo>
                    <a:pt x="914400" y="930677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h4858"/>
            <p:cNvSpPr/>
            <p:nvPr/>
          </p:nvSpPr>
          <p:spPr>
            <a:xfrm>
              <a:off x="3487876" y="1640698"/>
              <a:ext cx="923840" cy="925127"/>
            </a:xfrm>
            <a:custGeom>
              <a:avLst/>
              <a:pathLst>
                <a:path w="923840" h="92512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938"/>
                  </a:lnTo>
                  <a:lnTo>
                    <a:pt x="922775" y="918892"/>
                  </a:lnTo>
                  <a:lnTo>
                    <a:pt x="917625" y="922936"/>
                  </a:lnTo>
                  <a:lnTo>
                    <a:pt x="914400" y="925127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h4859"/>
            <p:cNvSpPr/>
            <p:nvPr/>
          </p:nvSpPr>
          <p:spPr>
            <a:xfrm>
              <a:off x="3497316" y="1640698"/>
              <a:ext cx="918350" cy="917938"/>
            </a:xfrm>
            <a:custGeom>
              <a:avLst/>
              <a:pathLst>
                <a:path w="918350" h="917938">
                  <a:moveTo>
                    <a:pt x="914400" y="914400"/>
                  </a:moveTo>
                  <a:lnTo>
                    <a:pt x="918350" y="914400"/>
                  </a:lnTo>
                  <a:lnTo>
                    <a:pt x="914400" y="9179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h4860"/>
            <p:cNvSpPr/>
            <p:nvPr/>
          </p:nvSpPr>
          <p:spPr>
            <a:xfrm>
              <a:off x="2194563" y="162312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033" y="931969"/>
                  </a:lnTo>
                  <a:lnTo>
                    <a:pt x="906691" y="929095"/>
                  </a:lnTo>
                  <a:lnTo>
                    <a:pt x="905713" y="918233"/>
                  </a:lnTo>
                  <a:lnTo>
                    <a:pt x="905478" y="914400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h4861"/>
            <p:cNvSpPr/>
            <p:nvPr/>
          </p:nvSpPr>
          <p:spPr>
            <a:xfrm>
              <a:off x="219456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h4862"/>
            <p:cNvSpPr/>
            <p:nvPr/>
          </p:nvSpPr>
          <p:spPr>
            <a:xfrm>
              <a:off x="220400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h4863"/>
            <p:cNvSpPr/>
            <p:nvPr/>
          </p:nvSpPr>
          <p:spPr>
            <a:xfrm>
              <a:off x="221344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h4864"/>
            <p:cNvSpPr/>
            <p:nvPr/>
          </p:nvSpPr>
          <p:spPr>
            <a:xfrm>
              <a:off x="222288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h4865"/>
            <p:cNvSpPr/>
            <p:nvPr/>
          </p:nvSpPr>
          <p:spPr>
            <a:xfrm>
              <a:off x="223232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h4866"/>
            <p:cNvSpPr/>
            <p:nvPr/>
          </p:nvSpPr>
          <p:spPr>
            <a:xfrm>
              <a:off x="224176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h4867"/>
            <p:cNvSpPr/>
            <p:nvPr/>
          </p:nvSpPr>
          <p:spPr>
            <a:xfrm>
              <a:off x="225120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h4868"/>
            <p:cNvSpPr/>
            <p:nvPr/>
          </p:nvSpPr>
          <p:spPr>
            <a:xfrm>
              <a:off x="226064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h4869"/>
            <p:cNvSpPr/>
            <p:nvPr/>
          </p:nvSpPr>
          <p:spPr>
            <a:xfrm>
              <a:off x="227008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h4870"/>
            <p:cNvSpPr/>
            <p:nvPr/>
          </p:nvSpPr>
          <p:spPr>
            <a:xfrm>
              <a:off x="227952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h4871"/>
            <p:cNvSpPr/>
            <p:nvPr/>
          </p:nvSpPr>
          <p:spPr>
            <a:xfrm>
              <a:off x="228896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h4872"/>
            <p:cNvSpPr/>
            <p:nvPr/>
          </p:nvSpPr>
          <p:spPr>
            <a:xfrm>
              <a:off x="229840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h4873"/>
            <p:cNvSpPr/>
            <p:nvPr/>
          </p:nvSpPr>
          <p:spPr>
            <a:xfrm>
              <a:off x="230784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h4874"/>
            <p:cNvSpPr/>
            <p:nvPr/>
          </p:nvSpPr>
          <p:spPr>
            <a:xfrm>
              <a:off x="231728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h4875"/>
            <p:cNvSpPr/>
            <p:nvPr/>
          </p:nvSpPr>
          <p:spPr>
            <a:xfrm>
              <a:off x="232672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h4876"/>
            <p:cNvSpPr/>
            <p:nvPr/>
          </p:nvSpPr>
          <p:spPr>
            <a:xfrm>
              <a:off x="233616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h4877"/>
            <p:cNvSpPr/>
            <p:nvPr/>
          </p:nvSpPr>
          <p:spPr>
            <a:xfrm>
              <a:off x="234560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h4878"/>
            <p:cNvSpPr/>
            <p:nvPr/>
          </p:nvSpPr>
          <p:spPr>
            <a:xfrm>
              <a:off x="235504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h4879"/>
            <p:cNvSpPr/>
            <p:nvPr/>
          </p:nvSpPr>
          <p:spPr>
            <a:xfrm>
              <a:off x="236448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h4880"/>
            <p:cNvSpPr/>
            <p:nvPr/>
          </p:nvSpPr>
          <p:spPr>
            <a:xfrm>
              <a:off x="237392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h4881"/>
            <p:cNvSpPr/>
            <p:nvPr/>
          </p:nvSpPr>
          <p:spPr>
            <a:xfrm>
              <a:off x="2383368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h4882"/>
            <p:cNvSpPr/>
            <p:nvPr/>
          </p:nvSpPr>
          <p:spPr>
            <a:xfrm>
              <a:off x="239280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h4883"/>
            <p:cNvSpPr/>
            <p:nvPr/>
          </p:nvSpPr>
          <p:spPr>
            <a:xfrm>
              <a:off x="2402248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h4884"/>
            <p:cNvSpPr/>
            <p:nvPr/>
          </p:nvSpPr>
          <p:spPr>
            <a:xfrm>
              <a:off x="241168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h4885"/>
            <p:cNvSpPr/>
            <p:nvPr/>
          </p:nvSpPr>
          <p:spPr>
            <a:xfrm>
              <a:off x="2421129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h4886"/>
            <p:cNvSpPr/>
            <p:nvPr/>
          </p:nvSpPr>
          <p:spPr>
            <a:xfrm>
              <a:off x="243056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h4887"/>
            <p:cNvSpPr/>
            <p:nvPr/>
          </p:nvSpPr>
          <p:spPr>
            <a:xfrm>
              <a:off x="244000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h4888"/>
            <p:cNvSpPr/>
            <p:nvPr/>
          </p:nvSpPr>
          <p:spPr>
            <a:xfrm>
              <a:off x="244944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h4889"/>
            <p:cNvSpPr/>
            <p:nvPr/>
          </p:nvSpPr>
          <p:spPr>
            <a:xfrm>
              <a:off x="245889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h4890"/>
            <p:cNvSpPr/>
            <p:nvPr/>
          </p:nvSpPr>
          <p:spPr>
            <a:xfrm>
              <a:off x="246833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h4891"/>
            <p:cNvSpPr/>
            <p:nvPr/>
          </p:nvSpPr>
          <p:spPr>
            <a:xfrm>
              <a:off x="2477770" y="1640698"/>
              <a:ext cx="921399" cy="914400"/>
            </a:xfrm>
            <a:custGeom>
              <a:avLst/>
              <a:pathLst>
                <a:path w="92139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980" y="896830"/>
                  </a:lnTo>
                  <a:lnTo>
                    <a:pt x="917390" y="900903"/>
                  </a:lnTo>
                  <a:lnTo>
                    <a:pt x="920358" y="910557"/>
                  </a:lnTo>
                  <a:lnTo>
                    <a:pt x="921399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h4892"/>
            <p:cNvSpPr/>
            <p:nvPr/>
          </p:nvSpPr>
          <p:spPr>
            <a:xfrm>
              <a:off x="3148027" y="1623128"/>
              <a:ext cx="914400" cy="928330"/>
            </a:xfrm>
            <a:custGeom>
              <a:avLst/>
              <a:pathLst>
                <a:path w="914400" h="928330">
                  <a:moveTo>
                    <a:pt x="914400" y="914400"/>
                  </a:moveTo>
                  <a:lnTo>
                    <a:pt x="914400" y="928330"/>
                  </a:lnTo>
                  <a:lnTo>
                    <a:pt x="912595" y="924233"/>
                  </a:lnTo>
                  <a:lnTo>
                    <a:pt x="909109" y="915426"/>
                  </a:lnTo>
                  <a:lnTo>
                    <a:pt x="908746" y="914400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h4893"/>
            <p:cNvSpPr/>
            <p:nvPr/>
          </p:nvSpPr>
          <p:spPr>
            <a:xfrm>
              <a:off x="314802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03" y="931969"/>
                  </a:lnTo>
                  <a:lnTo>
                    <a:pt x="914400" y="928330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h4894"/>
            <p:cNvSpPr/>
            <p:nvPr/>
          </p:nvSpPr>
          <p:spPr>
            <a:xfrm>
              <a:off x="315746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h4895"/>
            <p:cNvSpPr/>
            <p:nvPr/>
          </p:nvSpPr>
          <p:spPr>
            <a:xfrm>
              <a:off x="316690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h4896"/>
            <p:cNvSpPr/>
            <p:nvPr/>
          </p:nvSpPr>
          <p:spPr>
            <a:xfrm>
              <a:off x="317634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h4897"/>
            <p:cNvSpPr/>
            <p:nvPr/>
          </p:nvSpPr>
          <p:spPr>
            <a:xfrm>
              <a:off x="3185788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h4898"/>
            <p:cNvSpPr/>
            <p:nvPr/>
          </p:nvSpPr>
          <p:spPr>
            <a:xfrm>
              <a:off x="319522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h4899"/>
            <p:cNvSpPr/>
            <p:nvPr/>
          </p:nvSpPr>
          <p:spPr>
            <a:xfrm>
              <a:off x="320466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h4900"/>
            <p:cNvSpPr/>
            <p:nvPr/>
          </p:nvSpPr>
          <p:spPr>
            <a:xfrm>
              <a:off x="321410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h4901"/>
            <p:cNvSpPr/>
            <p:nvPr/>
          </p:nvSpPr>
          <p:spPr>
            <a:xfrm>
              <a:off x="322354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h4902"/>
            <p:cNvSpPr/>
            <p:nvPr/>
          </p:nvSpPr>
          <p:spPr>
            <a:xfrm>
              <a:off x="323298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h4903"/>
            <p:cNvSpPr/>
            <p:nvPr/>
          </p:nvSpPr>
          <p:spPr>
            <a:xfrm>
              <a:off x="3242429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h4904"/>
            <p:cNvSpPr/>
            <p:nvPr/>
          </p:nvSpPr>
          <p:spPr>
            <a:xfrm>
              <a:off x="325187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h4905"/>
            <p:cNvSpPr/>
            <p:nvPr/>
          </p:nvSpPr>
          <p:spPr>
            <a:xfrm>
              <a:off x="326131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D2C">
                <a:alpha val="100000"/>
              </a:srgbClr>
            </a:solidFill>
            <a:ln w="5420" cap="flat">
              <a:solidFill>
                <a:srgbClr val="DC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h4906"/>
            <p:cNvSpPr/>
            <p:nvPr/>
          </p:nvSpPr>
          <p:spPr>
            <a:xfrm>
              <a:off x="327075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h4907"/>
            <p:cNvSpPr/>
            <p:nvPr/>
          </p:nvSpPr>
          <p:spPr>
            <a:xfrm>
              <a:off x="328019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h4908"/>
            <p:cNvSpPr/>
            <p:nvPr/>
          </p:nvSpPr>
          <p:spPr>
            <a:xfrm>
              <a:off x="328963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h4909"/>
            <p:cNvSpPr/>
            <p:nvPr/>
          </p:nvSpPr>
          <p:spPr>
            <a:xfrm>
              <a:off x="329907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h4910"/>
            <p:cNvSpPr/>
            <p:nvPr/>
          </p:nvSpPr>
          <p:spPr>
            <a:xfrm>
              <a:off x="330851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h4911"/>
            <p:cNvSpPr/>
            <p:nvPr/>
          </p:nvSpPr>
          <p:spPr>
            <a:xfrm>
              <a:off x="331795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h4912"/>
            <p:cNvSpPr/>
            <p:nvPr/>
          </p:nvSpPr>
          <p:spPr>
            <a:xfrm>
              <a:off x="332739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h4913"/>
            <p:cNvSpPr/>
            <p:nvPr/>
          </p:nvSpPr>
          <p:spPr>
            <a:xfrm>
              <a:off x="333683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h4914"/>
            <p:cNvSpPr/>
            <p:nvPr/>
          </p:nvSpPr>
          <p:spPr>
            <a:xfrm>
              <a:off x="334627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h4915"/>
            <p:cNvSpPr/>
            <p:nvPr/>
          </p:nvSpPr>
          <p:spPr>
            <a:xfrm>
              <a:off x="335571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h4916"/>
            <p:cNvSpPr/>
            <p:nvPr/>
          </p:nvSpPr>
          <p:spPr>
            <a:xfrm>
              <a:off x="336515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h4917"/>
            <p:cNvSpPr/>
            <p:nvPr/>
          </p:nvSpPr>
          <p:spPr>
            <a:xfrm>
              <a:off x="337459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h4918"/>
            <p:cNvSpPr/>
            <p:nvPr/>
          </p:nvSpPr>
          <p:spPr>
            <a:xfrm>
              <a:off x="338403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h4919"/>
            <p:cNvSpPr/>
            <p:nvPr/>
          </p:nvSpPr>
          <p:spPr>
            <a:xfrm>
              <a:off x="339347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h4920"/>
            <p:cNvSpPr/>
            <p:nvPr/>
          </p:nvSpPr>
          <p:spPr>
            <a:xfrm>
              <a:off x="340291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h4921"/>
            <p:cNvSpPr/>
            <p:nvPr/>
          </p:nvSpPr>
          <p:spPr>
            <a:xfrm>
              <a:off x="341235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h4922"/>
            <p:cNvSpPr/>
            <p:nvPr/>
          </p:nvSpPr>
          <p:spPr>
            <a:xfrm>
              <a:off x="342179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h4923"/>
            <p:cNvSpPr/>
            <p:nvPr/>
          </p:nvSpPr>
          <p:spPr>
            <a:xfrm>
              <a:off x="343123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h4924"/>
            <p:cNvSpPr/>
            <p:nvPr/>
          </p:nvSpPr>
          <p:spPr>
            <a:xfrm>
              <a:off x="344067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h4925"/>
            <p:cNvSpPr/>
            <p:nvPr/>
          </p:nvSpPr>
          <p:spPr>
            <a:xfrm>
              <a:off x="345011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h4926"/>
            <p:cNvSpPr/>
            <p:nvPr/>
          </p:nvSpPr>
          <p:spPr>
            <a:xfrm>
              <a:off x="345955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h4927"/>
            <p:cNvSpPr/>
            <p:nvPr/>
          </p:nvSpPr>
          <p:spPr>
            <a:xfrm>
              <a:off x="346899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h4928"/>
            <p:cNvSpPr/>
            <p:nvPr/>
          </p:nvSpPr>
          <p:spPr>
            <a:xfrm>
              <a:off x="347843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h4929"/>
            <p:cNvSpPr/>
            <p:nvPr/>
          </p:nvSpPr>
          <p:spPr>
            <a:xfrm>
              <a:off x="348787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h4930"/>
            <p:cNvSpPr/>
            <p:nvPr/>
          </p:nvSpPr>
          <p:spPr>
            <a:xfrm>
              <a:off x="3497316" y="164069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779"/>
                  </a:lnTo>
                  <a:lnTo>
                    <a:pt x="923281" y="909413"/>
                  </a:lnTo>
                  <a:lnTo>
                    <a:pt x="918350" y="914400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h4931"/>
            <p:cNvSpPr/>
            <p:nvPr/>
          </p:nvSpPr>
          <p:spPr>
            <a:xfrm>
              <a:off x="3506756" y="1623128"/>
              <a:ext cx="923840" cy="926348"/>
            </a:xfrm>
            <a:custGeom>
              <a:avLst/>
              <a:pathLst>
                <a:path w="923840" h="92634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21"/>
                  </a:lnTo>
                  <a:lnTo>
                    <a:pt x="923236" y="915726"/>
                  </a:lnTo>
                  <a:lnTo>
                    <a:pt x="918613" y="921570"/>
                  </a:lnTo>
                  <a:lnTo>
                    <a:pt x="914400" y="92634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h4932"/>
            <p:cNvSpPr/>
            <p:nvPr/>
          </p:nvSpPr>
          <p:spPr>
            <a:xfrm>
              <a:off x="3516196" y="1623128"/>
              <a:ext cx="914791" cy="914921"/>
            </a:xfrm>
            <a:custGeom>
              <a:avLst/>
              <a:pathLst>
                <a:path w="914791" h="914921">
                  <a:moveTo>
                    <a:pt x="914400" y="914400"/>
                  </a:moveTo>
                  <a:lnTo>
                    <a:pt x="914791" y="914400"/>
                  </a:lnTo>
                  <a:lnTo>
                    <a:pt x="914400" y="914921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h4933"/>
            <p:cNvSpPr/>
            <p:nvPr/>
          </p:nvSpPr>
          <p:spPr>
            <a:xfrm>
              <a:off x="2185123" y="1605559"/>
              <a:ext cx="914400" cy="922371"/>
            </a:xfrm>
            <a:custGeom>
              <a:avLst/>
              <a:pathLst>
                <a:path w="914400" h="922371">
                  <a:moveTo>
                    <a:pt x="914400" y="914400"/>
                  </a:moveTo>
                  <a:lnTo>
                    <a:pt x="914400" y="922371"/>
                  </a:lnTo>
                  <a:lnTo>
                    <a:pt x="914136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h4934"/>
            <p:cNvSpPr/>
            <p:nvPr/>
          </p:nvSpPr>
          <p:spPr>
            <a:xfrm>
              <a:off x="218512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18" y="931969"/>
                  </a:lnTo>
                  <a:lnTo>
                    <a:pt x="914482" y="924861"/>
                  </a:lnTo>
                  <a:lnTo>
                    <a:pt x="914400" y="922371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h4935"/>
            <p:cNvSpPr/>
            <p:nvPr/>
          </p:nvSpPr>
          <p:spPr>
            <a:xfrm>
              <a:off x="219456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h4936"/>
            <p:cNvSpPr/>
            <p:nvPr/>
          </p:nvSpPr>
          <p:spPr>
            <a:xfrm>
              <a:off x="220400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h4937"/>
            <p:cNvSpPr/>
            <p:nvPr/>
          </p:nvSpPr>
          <p:spPr>
            <a:xfrm>
              <a:off x="221344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h4938"/>
            <p:cNvSpPr/>
            <p:nvPr/>
          </p:nvSpPr>
          <p:spPr>
            <a:xfrm>
              <a:off x="222288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h4939"/>
            <p:cNvSpPr/>
            <p:nvPr/>
          </p:nvSpPr>
          <p:spPr>
            <a:xfrm>
              <a:off x="223232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h4940"/>
            <p:cNvSpPr/>
            <p:nvPr/>
          </p:nvSpPr>
          <p:spPr>
            <a:xfrm>
              <a:off x="224176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h4941"/>
            <p:cNvSpPr/>
            <p:nvPr/>
          </p:nvSpPr>
          <p:spPr>
            <a:xfrm>
              <a:off x="225120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h4942"/>
            <p:cNvSpPr/>
            <p:nvPr/>
          </p:nvSpPr>
          <p:spPr>
            <a:xfrm>
              <a:off x="226064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h4943"/>
            <p:cNvSpPr/>
            <p:nvPr/>
          </p:nvSpPr>
          <p:spPr>
            <a:xfrm>
              <a:off x="227008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h4944"/>
            <p:cNvSpPr/>
            <p:nvPr/>
          </p:nvSpPr>
          <p:spPr>
            <a:xfrm>
              <a:off x="227952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h4945"/>
            <p:cNvSpPr/>
            <p:nvPr/>
          </p:nvSpPr>
          <p:spPr>
            <a:xfrm>
              <a:off x="228896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h4946"/>
            <p:cNvSpPr/>
            <p:nvPr/>
          </p:nvSpPr>
          <p:spPr>
            <a:xfrm>
              <a:off x="229840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h4947"/>
            <p:cNvSpPr/>
            <p:nvPr/>
          </p:nvSpPr>
          <p:spPr>
            <a:xfrm>
              <a:off x="230784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h4948"/>
            <p:cNvSpPr/>
            <p:nvPr/>
          </p:nvSpPr>
          <p:spPr>
            <a:xfrm>
              <a:off x="231728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h4949"/>
            <p:cNvSpPr/>
            <p:nvPr/>
          </p:nvSpPr>
          <p:spPr>
            <a:xfrm>
              <a:off x="232672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h4950"/>
            <p:cNvSpPr/>
            <p:nvPr/>
          </p:nvSpPr>
          <p:spPr>
            <a:xfrm>
              <a:off x="233616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h4951"/>
            <p:cNvSpPr/>
            <p:nvPr/>
          </p:nvSpPr>
          <p:spPr>
            <a:xfrm>
              <a:off x="234560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h4952"/>
            <p:cNvSpPr/>
            <p:nvPr/>
          </p:nvSpPr>
          <p:spPr>
            <a:xfrm>
              <a:off x="235504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h4953"/>
            <p:cNvSpPr/>
            <p:nvPr/>
          </p:nvSpPr>
          <p:spPr>
            <a:xfrm>
              <a:off x="236448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h4954"/>
            <p:cNvSpPr/>
            <p:nvPr/>
          </p:nvSpPr>
          <p:spPr>
            <a:xfrm>
              <a:off x="237392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h4955"/>
            <p:cNvSpPr/>
            <p:nvPr/>
          </p:nvSpPr>
          <p:spPr>
            <a:xfrm>
              <a:off x="2383368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h4956"/>
            <p:cNvSpPr/>
            <p:nvPr/>
          </p:nvSpPr>
          <p:spPr>
            <a:xfrm>
              <a:off x="239280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h4957"/>
            <p:cNvSpPr/>
            <p:nvPr/>
          </p:nvSpPr>
          <p:spPr>
            <a:xfrm>
              <a:off x="2402248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h4958"/>
            <p:cNvSpPr/>
            <p:nvPr/>
          </p:nvSpPr>
          <p:spPr>
            <a:xfrm>
              <a:off x="241168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h4959"/>
            <p:cNvSpPr/>
            <p:nvPr/>
          </p:nvSpPr>
          <p:spPr>
            <a:xfrm>
              <a:off x="2421129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h4960"/>
            <p:cNvSpPr/>
            <p:nvPr/>
          </p:nvSpPr>
          <p:spPr>
            <a:xfrm>
              <a:off x="243056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h4961"/>
            <p:cNvSpPr/>
            <p:nvPr/>
          </p:nvSpPr>
          <p:spPr>
            <a:xfrm>
              <a:off x="244000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h4962"/>
            <p:cNvSpPr/>
            <p:nvPr/>
          </p:nvSpPr>
          <p:spPr>
            <a:xfrm>
              <a:off x="244944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h4963"/>
            <p:cNvSpPr/>
            <p:nvPr/>
          </p:nvSpPr>
          <p:spPr>
            <a:xfrm>
              <a:off x="245889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h4964"/>
            <p:cNvSpPr/>
            <p:nvPr/>
          </p:nvSpPr>
          <p:spPr>
            <a:xfrm>
              <a:off x="2477770" y="162312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37" y="896830"/>
                  </a:lnTo>
                  <a:lnTo>
                    <a:pt x="910655" y="900106"/>
                  </a:lnTo>
                  <a:lnTo>
                    <a:pt x="914153" y="909124"/>
                  </a:lnTo>
                  <a:lnTo>
                    <a:pt x="914400" y="909837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h4965"/>
            <p:cNvSpPr/>
            <p:nvPr/>
          </p:nvSpPr>
          <p:spPr>
            <a:xfrm>
              <a:off x="2477770" y="1623128"/>
              <a:ext cx="915980" cy="914400"/>
            </a:xfrm>
            <a:custGeom>
              <a:avLst/>
              <a:pathLst>
                <a:path w="915980" h="914400">
                  <a:moveTo>
                    <a:pt x="914400" y="914400"/>
                  </a:moveTo>
                  <a:lnTo>
                    <a:pt x="914400" y="909837"/>
                  </a:lnTo>
                  <a:lnTo>
                    <a:pt x="915980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h4966"/>
            <p:cNvSpPr/>
            <p:nvPr/>
          </p:nvSpPr>
          <p:spPr>
            <a:xfrm>
              <a:off x="3138587" y="1605559"/>
              <a:ext cx="914400" cy="920965"/>
            </a:xfrm>
            <a:custGeom>
              <a:avLst/>
              <a:pathLst>
                <a:path w="914400" h="920965">
                  <a:moveTo>
                    <a:pt x="914400" y="914400"/>
                  </a:moveTo>
                  <a:lnTo>
                    <a:pt x="914400" y="920965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h4967"/>
            <p:cNvSpPr/>
            <p:nvPr/>
          </p:nvSpPr>
          <p:spPr>
            <a:xfrm>
              <a:off x="313858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186" y="931969"/>
                  </a:lnTo>
                  <a:lnTo>
                    <a:pt x="915314" y="923864"/>
                  </a:lnTo>
                  <a:lnTo>
                    <a:pt x="914400" y="920965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h4968"/>
            <p:cNvSpPr/>
            <p:nvPr/>
          </p:nvSpPr>
          <p:spPr>
            <a:xfrm>
              <a:off x="314802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h4969"/>
            <p:cNvSpPr/>
            <p:nvPr/>
          </p:nvSpPr>
          <p:spPr>
            <a:xfrm>
              <a:off x="315746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h4970"/>
            <p:cNvSpPr/>
            <p:nvPr/>
          </p:nvSpPr>
          <p:spPr>
            <a:xfrm>
              <a:off x="316690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h4971"/>
            <p:cNvSpPr/>
            <p:nvPr/>
          </p:nvSpPr>
          <p:spPr>
            <a:xfrm>
              <a:off x="317634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h4972"/>
            <p:cNvSpPr/>
            <p:nvPr/>
          </p:nvSpPr>
          <p:spPr>
            <a:xfrm>
              <a:off x="3185788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h4973"/>
            <p:cNvSpPr/>
            <p:nvPr/>
          </p:nvSpPr>
          <p:spPr>
            <a:xfrm>
              <a:off x="319522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h4974"/>
            <p:cNvSpPr/>
            <p:nvPr/>
          </p:nvSpPr>
          <p:spPr>
            <a:xfrm>
              <a:off x="320466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h4975"/>
            <p:cNvSpPr/>
            <p:nvPr/>
          </p:nvSpPr>
          <p:spPr>
            <a:xfrm>
              <a:off x="321410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h4976"/>
            <p:cNvSpPr/>
            <p:nvPr/>
          </p:nvSpPr>
          <p:spPr>
            <a:xfrm>
              <a:off x="322354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h4977"/>
            <p:cNvSpPr/>
            <p:nvPr/>
          </p:nvSpPr>
          <p:spPr>
            <a:xfrm>
              <a:off x="323298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h4978"/>
            <p:cNvSpPr/>
            <p:nvPr/>
          </p:nvSpPr>
          <p:spPr>
            <a:xfrm>
              <a:off x="3242429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h4979"/>
            <p:cNvSpPr/>
            <p:nvPr/>
          </p:nvSpPr>
          <p:spPr>
            <a:xfrm>
              <a:off x="325187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h4980"/>
            <p:cNvSpPr/>
            <p:nvPr/>
          </p:nvSpPr>
          <p:spPr>
            <a:xfrm>
              <a:off x="326131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h4981"/>
            <p:cNvSpPr/>
            <p:nvPr/>
          </p:nvSpPr>
          <p:spPr>
            <a:xfrm>
              <a:off x="327075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h4982"/>
            <p:cNvSpPr/>
            <p:nvPr/>
          </p:nvSpPr>
          <p:spPr>
            <a:xfrm>
              <a:off x="328019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h4983"/>
            <p:cNvSpPr/>
            <p:nvPr/>
          </p:nvSpPr>
          <p:spPr>
            <a:xfrm>
              <a:off x="328963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h4984"/>
            <p:cNvSpPr/>
            <p:nvPr/>
          </p:nvSpPr>
          <p:spPr>
            <a:xfrm>
              <a:off x="329907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D2C">
                <a:alpha val="100000"/>
              </a:srgbClr>
            </a:solidFill>
            <a:ln w="5420" cap="flat">
              <a:solidFill>
                <a:srgbClr val="DC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h4985"/>
            <p:cNvSpPr/>
            <p:nvPr/>
          </p:nvSpPr>
          <p:spPr>
            <a:xfrm>
              <a:off x="330851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h4986"/>
            <p:cNvSpPr/>
            <p:nvPr/>
          </p:nvSpPr>
          <p:spPr>
            <a:xfrm>
              <a:off x="331795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h4987"/>
            <p:cNvSpPr/>
            <p:nvPr/>
          </p:nvSpPr>
          <p:spPr>
            <a:xfrm>
              <a:off x="332739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h4988"/>
            <p:cNvSpPr/>
            <p:nvPr/>
          </p:nvSpPr>
          <p:spPr>
            <a:xfrm>
              <a:off x="333683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h4989"/>
            <p:cNvSpPr/>
            <p:nvPr/>
          </p:nvSpPr>
          <p:spPr>
            <a:xfrm>
              <a:off x="334627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h4990"/>
            <p:cNvSpPr/>
            <p:nvPr/>
          </p:nvSpPr>
          <p:spPr>
            <a:xfrm>
              <a:off x="335571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h4991"/>
            <p:cNvSpPr/>
            <p:nvPr/>
          </p:nvSpPr>
          <p:spPr>
            <a:xfrm>
              <a:off x="336515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h4992"/>
            <p:cNvSpPr/>
            <p:nvPr/>
          </p:nvSpPr>
          <p:spPr>
            <a:xfrm>
              <a:off x="337459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h4993"/>
            <p:cNvSpPr/>
            <p:nvPr/>
          </p:nvSpPr>
          <p:spPr>
            <a:xfrm>
              <a:off x="338403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h4994"/>
            <p:cNvSpPr/>
            <p:nvPr/>
          </p:nvSpPr>
          <p:spPr>
            <a:xfrm>
              <a:off x="339347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h4995"/>
            <p:cNvSpPr/>
            <p:nvPr/>
          </p:nvSpPr>
          <p:spPr>
            <a:xfrm>
              <a:off x="340291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h4996"/>
            <p:cNvSpPr/>
            <p:nvPr/>
          </p:nvSpPr>
          <p:spPr>
            <a:xfrm>
              <a:off x="341235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h4997"/>
            <p:cNvSpPr/>
            <p:nvPr/>
          </p:nvSpPr>
          <p:spPr>
            <a:xfrm>
              <a:off x="342179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h4998"/>
            <p:cNvSpPr/>
            <p:nvPr/>
          </p:nvSpPr>
          <p:spPr>
            <a:xfrm>
              <a:off x="343123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h4999"/>
            <p:cNvSpPr/>
            <p:nvPr/>
          </p:nvSpPr>
          <p:spPr>
            <a:xfrm>
              <a:off x="344067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h5000"/>
            <p:cNvSpPr/>
            <p:nvPr/>
          </p:nvSpPr>
          <p:spPr>
            <a:xfrm>
              <a:off x="345011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h5001"/>
            <p:cNvSpPr/>
            <p:nvPr/>
          </p:nvSpPr>
          <p:spPr>
            <a:xfrm>
              <a:off x="345955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h5002"/>
            <p:cNvSpPr/>
            <p:nvPr/>
          </p:nvSpPr>
          <p:spPr>
            <a:xfrm>
              <a:off x="346899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h5003"/>
            <p:cNvSpPr/>
            <p:nvPr/>
          </p:nvSpPr>
          <p:spPr>
            <a:xfrm>
              <a:off x="347843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h5004"/>
            <p:cNvSpPr/>
            <p:nvPr/>
          </p:nvSpPr>
          <p:spPr>
            <a:xfrm>
              <a:off x="348787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h5005"/>
            <p:cNvSpPr/>
            <p:nvPr/>
          </p:nvSpPr>
          <p:spPr>
            <a:xfrm>
              <a:off x="349731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h5006"/>
            <p:cNvSpPr/>
            <p:nvPr/>
          </p:nvSpPr>
          <p:spPr>
            <a:xfrm>
              <a:off x="350675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h5007"/>
            <p:cNvSpPr/>
            <p:nvPr/>
          </p:nvSpPr>
          <p:spPr>
            <a:xfrm>
              <a:off x="3516196" y="162312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78"/>
                  </a:lnTo>
                  <a:lnTo>
                    <a:pt x="923212" y="907695"/>
                  </a:lnTo>
                  <a:lnTo>
                    <a:pt x="921963" y="908325"/>
                  </a:lnTo>
                  <a:lnTo>
                    <a:pt x="920715" y="908956"/>
                  </a:lnTo>
                  <a:lnTo>
                    <a:pt x="919467" y="909586"/>
                  </a:lnTo>
                  <a:lnTo>
                    <a:pt x="918219" y="910217"/>
                  </a:lnTo>
                  <a:lnTo>
                    <a:pt x="917756" y="910451"/>
                  </a:lnTo>
                  <a:lnTo>
                    <a:pt x="917612" y="910643"/>
                  </a:lnTo>
                  <a:lnTo>
                    <a:pt x="916342" y="912334"/>
                  </a:lnTo>
                  <a:lnTo>
                    <a:pt x="915073" y="914025"/>
                  </a:lnTo>
                  <a:lnTo>
                    <a:pt x="914791" y="914400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h5008"/>
            <p:cNvSpPr/>
            <p:nvPr/>
          </p:nvSpPr>
          <p:spPr>
            <a:xfrm>
              <a:off x="3525637" y="1605559"/>
              <a:ext cx="923840" cy="924948"/>
            </a:xfrm>
            <a:custGeom>
              <a:avLst/>
              <a:pathLst>
                <a:path w="923840" h="924948">
                  <a:moveTo>
                    <a:pt x="914400" y="914400"/>
                  </a:moveTo>
                  <a:lnTo>
                    <a:pt x="923840" y="914400"/>
                  </a:lnTo>
                  <a:lnTo>
                    <a:pt x="923764" y="920227"/>
                  </a:lnTo>
                  <a:lnTo>
                    <a:pt x="922514" y="920856"/>
                  </a:lnTo>
                  <a:lnTo>
                    <a:pt x="921265" y="921485"/>
                  </a:lnTo>
                  <a:lnTo>
                    <a:pt x="920016" y="922115"/>
                  </a:lnTo>
                  <a:lnTo>
                    <a:pt x="918767" y="922745"/>
                  </a:lnTo>
                  <a:lnTo>
                    <a:pt x="917518" y="923375"/>
                  </a:lnTo>
                  <a:lnTo>
                    <a:pt x="916269" y="924005"/>
                  </a:lnTo>
                  <a:lnTo>
                    <a:pt x="915020" y="924635"/>
                  </a:lnTo>
                  <a:lnTo>
                    <a:pt x="914400" y="92494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h5009"/>
            <p:cNvSpPr/>
            <p:nvPr/>
          </p:nvSpPr>
          <p:spPr>
            <a:xfrm>
              <a:off x="3535077" y="1605559"/>
              <a:ext cx="923840" cy="920188"/>
            </a:xfrm>
            <a:custGeom>
              <a:avLst/>
              <a:pathLst>
                <a:path w="923840" h="92018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201"/>
                  </a:lnTo>
                  <a:lnTo>
                    <a:pt x="919327" y="917708"/>
                  </a:lnTo>
                  <a:lnTo>
                    <a:pt x="918073" y="918339"/>
                  </a:lnTo>
                  <a:lnTo>
                    <a:pt x="916823" y="918968"/>
                  </a:lnTo>
                  <a:lnTo>
                    <a:pt x="915573" y="919597"/>
                  </a:lnTo>
                  <a:lnTo>
                    <a:pt x="914400" y="92018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h5010"/>
            <p:cNvSpPr/>
            <p:nvPr/>
          </p:nvSpPr>
          <p:spPr>
            <a:xfrm>
              <a:off x="3544517" y="1605559"/>
              <a:ext cx="915793" cy="915201"/>
            </a:xfrm>
            <a:custGeom>
              <a:avLst/>
              <a:pathLst>
                <a:path w="915793" h="915201">
                  <a:moveTo>
                    <a:pt x="914400" y="914400"/>
                  </a:moveTo>
                  <a:lnTo>
                    <a:pt x="915793" y="914400"/>
                  </a:lnTo>
                  <a:lnTo>
                    <a:pt x="915535" y="914571"/>
                  </a:lnTo>
                  <a:lnTo>
                    <a:pt x="914400" y="915201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h5011"/>
            <p:cNvSpPr/>
            <p:nvPr/>
          </p:nvSpPr>
          <p:spPr>
            <a:xfrm>
              <a:off x="2185123" y="158798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136" y="931969"/>
                  </a:lnTo>
                  <a:lnTo>
                    <a:pt x="914118" y="931438"/>
                  </a:lnTo>
                  <a:lnTo>
                    <a:pt x="914064" y="920426"/>
                  </a:lnTo>
                  <a:lnTo>
                    <a:pt x="914203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h5012"/>
            <p:cNvSpPr/>
            <p:nvPr/>
          </p:nvSpPr>
          <p:spPr>
            <a:xfrm>
              <a:off x="218512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h5013"/>
            <p:cNvSpPr/>
            <p:nvPr/>
          </p:nvSpPr>
          <p:spPr>
            <a:xfrm>
              <a:off x="219456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h5014"/>
            <p:cNvSpPr/>
            <p:nvPr/>
          </p:nvSpPr>
          <p:spPr>
            <a:xfrm>
              <a:off x="220400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h5015"/>
            <p:cNvSpPr/>
            <p:nvPr/>
          </p:nvSpPr>
          <p:spPr>
            <a:xfrm>
              <a:off x="221344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h5016"/>
            <p:cNvSpPr/>
            <p:nvPr/>
          </p:nvSpPr>
          <p:spPr>
            <a:xfrm>
              <a:off x="222288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h5017"/>
            <p:cNvSpPr/>
            <p:nvPr/>
          </p:nvSpPr>
          <p:spPr>
            <a:xfrm>
              <a:off x="223232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h5018"/>
            <p:cNvSpPr/>
            <p:nvPr/>
          </p:nvSpPr>
          <p:spPr>
            <a:xfrm>
              <a:off x="224176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h5019"/>
            <p:cNvSpPr/>
            <p:nvPr/>
          </p:nvSpPr>
          <p:spPr>
            <a:xfrm>
              <a:off x="225120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h5020"/>
            <p:cNvSpPr/>
            <p:nvPr/>
          </p:nvSpPr>
          <p:spPr>
            <a:xfrm>
              <a:off x="226064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h5021"/>
            <p:cNvSpPr/>
            <p:nvPr/>
          </p:nvSpPr>
          <p:spPr>
            <a:xfrm>
              <a:off x="227008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h5022"/>
            <p:cNvSpPr/>
            <p:nvPr/>
          </p:nvSpPr>
          <p:spPr>
            <a:xfrm>
              <a:off x="227952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h5023"/>
            <p:cNvSpPr/>
            <p:nvPr/>
          </p:nvSpPr>
          <p:spPr>
            <a:xfrm>
              <a:off x="228896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h5024"/>
            <p:cNvSpPr/>
            <p:nvPr/>
          </p:nvSpPr>
          <p:spPr>
            <a:xfrm>
              <a:off x="229840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h5025"/>
            <p:cNvSpPr/>
            <p:nvPr/>
          </p:nvSpPr>
          <p:spPr>
            <a:xfrm>
              <a:off x="230784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h5026"/>
            <p:cNvSpPr/>
            <p:nvPr/>
          </p:nvSpPr>
          <p:spPr>
            <a:xfrm>
              <a:off x="231728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h5027"/>
            <p:cNvSpPr/>
            <p:nvPr/>
          </p:nvSpPr>
          <p:spPr>
            <a:xfrm>
              <a:off x="232672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h5028"/>
            <p:cNvSpPr/>
            <p:nvPr/>
          </p:nvSpPr>
          <p:spPr>
            <a:xfrm>
              <a:off x="233616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h5029"/>
            <p:cNvSpPr/>
            <p:nvPr/>
          </p:nvSpPr>
          <p:spPr>
            <a:xfrm>
              <a:off x="234560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h5030"/>
            <p:cNvSpPr/>
            <p:nvPr/>
          </p:nvSpPr>
          <p:spPr>
            <a:xfrm>
              <a:off x="235504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h5031"/>
            <p:cNvSpPr/>
            <p:nvPr/>
          </p:nvSpPr>
          <p:spPr>
            <a:xfrm>
              <a:off x="236448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h5032"/>
            <p:cNvSpPr/>
            <p:nvPr/>
          </p:nvSpPr>
          <p:spPr>
            <a:xfrm>
              <a:off x="237392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h5033"/>
            <p:cNvSpPr/>
            <p:nvPr/>
          </p:nvSpPr>
          <p:spPr>
            <a:xfrm>
              <a:off x="2383368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h5034"/>
            <p:cNvSpPr/>
            <p:nvPr/>
          </p:nvSpPr>
          <p:spPr>
            <a:xfrm>
              <a:off x="239280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h5035"/>
            <p:cNvSpPr/>
            <p:nvPr/>
          </p:nvSpPr>
          <p:spPr>
            <a:xfrm>
              <a:off x="2402248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h5036"/>
            <p:cNvSpPr/>
            <p:nvPr/>
          </p:nvSpPr>
          <p:spPr>
            <a:xfrm>
              <a:off x="241168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h5037"/>
            <p:cNvSpPr/>
            <p:nvPr/>
          </p:nvSpPr>
          <p:spPr>
            <a:xfrm>
              <a:off x="2421129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h5038"/>
            <p:cNvSpPr/>
            <p:nvPr/>
          </p:nvSpPr>
          <p:spPr>
            <a:xfrm>
              <a:off x="243056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h5039"/>
            <p:cNvSpPr/>
            <p:nvPr/>
          </p:nvSpPr>
          <p:spPr>
            <a:xfrm>
              <a:off x="244000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h5040"/>
            <p:cNvSpPr/>
            <p:nvPr/>
          </p:nvSpPr>
          <p:spPr>
            <a:xfrm>
              <a:off x="244944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h5041"/>
            <p:cNvSpPr/>
            <p:nvPr/>
          </p:nvSpPr>
          <p:spPr>
            <a:xfrm>
              <a:off x="2468330" y="160555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269" y="896830"/>
                  </a:lnTo>
                  <a:lnTo>
                    <a:pt x="912358" y="900731"/>
                  </a:lnTo>
                  <a:lnTo>
                    <a:pt x="914400" y="904971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h5042"/>
            <p:cNvSpPr/>
            <p:nvPr/>
          </p:nvSpPr>
          <p:spPr>
            <a:xfrm>
              <a:off x="2468330" y="1605559"/>
              <a:ext cx="918677" cy="914400"/>
            </a:xfrm>
            <a:custGeom>
              <a:avLst/>
              <a:pathLst>
                <a:path w="918677" h="914400">
                  <a:moveTo>
                    <a:pt x="914400" y="914400"/>
                  </a:moveTo>
                  <a:lnTo>
                    <a:pt x="914400" y="904971"/>
                  </a:lnTo>
                  <a:lnTo>
                    <a:pt x="916346" y="909014"/>
                  </a:lnTo>
                  <a:lnTo>
                    <a:pt x="918677" y="914400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h5043"/>
            <p:cNvSpPr/>
            <p:nvPr/>
          </p:nvSpPr>
          <p:spPr>
            <a:xfrm>
              <a:off x="3138587" y="158798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29" y="931969"/>
                  </a:lnTo>
                  <a:lnTo>
                    <a:pt x="909628" y="922297"/>
                  </a:lnTo>
                  <a:lnTo>
                    <a:pt x="907696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h5044"/>
            <p:cNvSpPr/>
            <p:nvPr/>
          </p:nvSpPr>
          <p:spPr>
            <a:xfrm>
              <a:off x="313858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h5045"/>
            <p:cNvSpPr/>
            <p:nvPr/>
          </p:nvSpPr>
          <p:spPr>
            <a:xfrm>
              <a:off x="314802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h5046"/>
            <p:cNvSpPr/>
            <p:nvPr/>
          </p:nvSpPr>
          <p:spPr>
            <a:xfrm>
              <a:off x="315746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h5047"/>
            <p:cNvSpPr/>
            <p:nvPr/>
          </p:nvSpPr>
          <p:spPr>
            <a:xfrm>
              <a:off x="316690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h5048"/>
            <p:cNvSpPr/>
            <p:nvPr/>
          </p:nvSpPr>
          <p:spPr>
            <a:xfrm>
              <a:off x="317634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h5049"/>
            <p:cNvSpPr/>
            <p:nvPr/>
          </p:nvSpPr>
          <p:spPr>
            <a:xfrm>
              <a:off x="3185788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h5050"/>
            <p:cNvSpPr/>
            <p:nvPr/>
          </p:nvSpPr>
          <p:spPr>
            <a:xfrm>
              <a:off x="319522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h5051"/>
            <p:cNvSpPr/>
            <p:nvPr/>
          </p:nvSpPr>
          <p:spPr>
            <a:xfrm>
              <a:off x="320466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h5052"/>
            <p:cNvSpPr/>
            <p:nvPr/>
          </p:nvSpPr>
          <p:spPr>
            <a:xfrm>
              <a:off x="321410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h5053"/>
            <p:cNvSpPr/>
            <p:nvPr/>
          </p:nvSpPr>
          <p:spPr>
            <a:xfrm>
              <a:off x="322354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h5054"/>
            <p:cNvSpPr/>
            <p:nvPr/>
          </p:nvSpPr>
          <p:spPr>
            <a:xfrm>
              <a:off x="323298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h5055"/>
            <p:cNvSpPr/>
            <p:nvPr/>
          </p:nvSpPr>
          <p:spPr>
            <a:xfrm>
              <a:off x="3242429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h5056"/>
            <p:cNvSpPr/>
            <p:nvPr/>
          </p:nvSpPr>
          <p:spPr>
            <a:xfrm>
              <a:off x="325187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h5057"/>
            <p:cNvSpPr/>
            <p:nvPr/>
          </p:nvSpPr>
          <p:spPr>
            <a:xfrm>
              <a:off x="326131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h5058"/>
            <p:cNvSpPr/>
            <p:nvPr/>
          </p:nvSpPr>
          <p:spPr>
            <a:xfrm>
              <a:off x="327075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h5059"/>
            <p:cNvSpPr/>
            <p:nvPr/>
          </p:nvSpPr>
          <p:spPr>
            <a:xfrm>
              <a:off x="328019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h5060"/>
            <p:cNvSpPr/>
            <p:nvPr/>
          </p:nvSpPr>
          <p:spPr>
            <a:xfrm>
              <a:off x="328963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h5061"/>
            <p:cNvSpPr/>
            <p:nvPr/>
          </p:nvSpPr>
          <p:spPr>
            <a:xfrm>
              <a:off x="329907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h5062"/>
            <p:cNvSpPr/>
            <p:nvPr/>
          </p:nvSpPr>
          <p:spPr>
            <a:xfrm>
              <a:off x="330851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h5063"/>
            <p:cNvSpPr/>
            <p:nvPr/>
          </p:nvSpPr>
          <p:spPr>
            <a:xfrm>
              <a:off x="331795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h5064"/>
            <p:cNvSpPr/>
            <p:nvPr/>
          </p:nvSpPr>
          <p:spPr>
            <a:xfrm>
              <a:off x="332739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h5065"/>
            <p:cNvSpPr/>
            <p:nvPr/>
          </p:nvSpPr>
          <p:spPr>
            <a:xfrm>
              <a:off x="333683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h5066"/>
            <p:cNvSpPr/>
            <p:nvPr/>
          </p:nvSpPr>
          <p:spPr>
            <a:xfrm>
              <a:off x="334627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h5067"/>
            <p:cNvSpPr/>
            <p:nvPr/>
          </p:nvSpPr>
          <p:spPr>
            <a:xfrm>
              <a:off x="335571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h5068"/>
            <p:cNvSpPr/>
            <p:nvPr/>
          </p:nvSpPr>
          <p:spPr>
            <a:xfrm>
              <a:off x="336515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h5069"/>
            <p:cNvSpPr/>
            <p:nvPr/>
          </p:nvSpPr>
          <p:spPr>
            <a:xfrm>
              <a:off x="337459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h5070"/>
            <p:cNvSpPr/>
            <p:nvPr/>
          </p:nvSpPr>
          <p:spPr>
            <a:xfrm>
              <a:off x="338403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h5071"/>
            <p:cNvSpPr/>
            <p:nvPr/>
          </p:nvSpPr>
          <p:spPr>
            <a:xfrm>
              <a:off x="339347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h5072"/>
            <p:cNvSpPr/>
            <p:nvPr/>
          </p:nvSpPr>
          <p:spPr>
            <a:xfrm>
              <a:off x="340291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h5073"/>
            <p:cNvSpPr/>
            <p:nvPr/>
          </p:nvSpPr>
          <p:spPr>
            <a:xfrm>
              <a:off x="341235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h5074"/>
            <p:cNvSpPr/>
            <p:nvPr/>
          </p:nvSpPr>
          <p:spPr>
            <a:xfrm>
              <a:off x="342179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h5075"/>
            <p:cNvSpPr/>
            <p:nvPr/>
          </p:nvSpPr>
          <p:spPr>
            <a:xfrm>
              <a:off x="343123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h5076"/>
            <p:cNvSpPr/>
            <p:nvPr/>
          </p:nvSpPr>
          <p:spPr>
            <a:xfrm>
              <a:off x="344067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h5077"/>
            <p:cNvSpPr/>
            <p:nvPr/>
          </p:nvSpPr>
          <p:spPr>
            <a:xfrm>
              <a:off x="345011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h5078"/>
            <p:cNvSpPr/>
            <p:nvPr/>
          </p:nvSpPr>
          <p:spPr>
            <a:xfrm>
              <a:off x="345955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h5079"/>
            <p:cNvSpPr/>
            <p:nvPr/>
          </p:nvSpPr>
          <p:spPr>
            <a:xfrm>
              <a:off x="346899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h5080"/>
            <p:cNvSpPr/>
            <p:nvPr/>
          </p:nvSpPr>
          <p:spPr>
            <a:xfrm>
              <a:off x="347843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h5081"/>
            <p:cNvSpPr/>
            <p:nvPr/>
          </p:nvSpPr>
          <p:spPr>
            <a:xfrm>
              <a:off x="348787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h5082"/>
            <p:cNvSpPr/>
            <p:nvPr/>
          </p:nvSpPr>
          <p:spPr>
            <a:xfrm>
              <a:off x="349731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h5083"/>
            <p:cNvSpPr/>
            <p:nvPr/>
          </p:nvSpPr>
          <p:spPr>
            <a:xfrm>
              <a:off x="350675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h5084"/>
            <p:cNvSpPr/>
            <p:nvPr/>
          </p:nvSpPr>
          <p:spPr>
            <a:xfrm>
              <a:off x="351619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h5085"/>
            <p:cNvSpPr/>
            <p:nvPr/>
          </p:nvSpPr>
          <p:spPr>
            <a:xfrm>
              <a:off x="352563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h5086"/>
            <p:cNvSpPr/>
            <p:nvPr/>
          </p:nvSpPr>
          <p:spPr>
            <a:xfrm>
              <a:off x="353507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h5087"/>
            <p:cNvSpPr/>
            <p:nvPr/>
          </p:nvSpPr>
          <p:spPr>
            <a:xfrm>
              <a:off x="3544517" y="160555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984"/>
                  </a:lnTo>
                  <a:lnTo>
                    <a:pt x="922292" y="910365"/>
                  </a:lnTo>
                  <a:lnTo>
                    <a:pt x="921644" y="910460"/>
                  </a:lnTo>
                  <a:lnTo>
                    <a:pt x="921088" y="910891"/>
                  </a:lnTo>
                  <a:lnTo>
                    <a:pt x="915793" y="914400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h5088"/>
            <p:cNvSpPr/>
            <p:nvPr/>
          </p:nvSpPr>
          <p:spPr>
            <a:xfrm>
              <a:off x="3553957" y="1587989"/>
              <a:ext cx="923840" cy="927553"/>
            </a:xfrm>
            <a:custGeom>
              <a:avLst/>
              <a:pathLst>
                <a:path w="923840" h="9275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715"/>
                  </a:lnTo>
                  <a:lnTo>
                    <a:pt x="918875" y="926449"/>
                  </a:lnTo>
                  <a:lnTo>
                    <a:pt x="914400" y="927553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h5089"/>
            <p:cNvSpPr/>
            <p:nvPr/>
          </p:nvSpPr>
          <p:spPr>
            <a:xfrm>
              <a:off x="3563398" y="1587989"/>
              <a:ext cx="923840" cy="924715"/>
            </a:xfrm>
            <a:custGeom>
              <a:avLst/>
              <a:pathLst>
                <a:path w="923840" h="9247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265"/>
                  </a:lnTo>
                  <a:lnTo>
                    <a:pt x="921309" y="921685"/>
                  </a:lnTo>
                  <a:lnTo>
                    <a:pt x="915406" y="924363"/>
                  </a:lnTo>
                  <a:lnTo>
                    <a:pt x="914400" y="924715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h5090"/>
            <p:cNvSpPr/>
            <p:nvPr/>
          </p:nvSpPr>
          <p:spPr>
            <a:xfrm>
              <a:off x="3572838" y="1587989"/>
              <a:ext cx="923840" cy="920265"/>
            </a:xfrm>
            <a:custGeom>
              <a:avLst/>
              <a:pathLst>
                <a:path w="923840" h="92026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633"/>
                  </a:lnTo>
                  <a:lnTo>
                    <a:pt x="922803" y="915270"/>
                  </a:lnTo>
                  <a:lnTo>
                    <a:pt x="921099" y="916319"/>
                  </a:lnTo>
                  <a:lnTo>
                    <a:pt x="919395" y="917368"/>
                  </a:lnTo>
                  <a:lnTo>
                    <a:pt x="917686" y="918421"/>
                  </a:lnTo>
                  <a:lnTo>
                    <a:pt x="914400" y="920265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h5091"/>
            <p:cNvSpPr/>
            <p:nvPr/>
          </p:nvSpPr>
          <p:spPr>
            <a:xfrm>
              <a:off x="3582278" y="1587989"/>
              <a:ext cx="914779" cy="914633"/>
            </a:xfrm>
            <a:custGeom>
              <a:avLst/>
              <a:pathLst>
                <a:path w="914779" h="914633">
                  <a:moveTo>
                    <a:pt x="914400" y="914400"/>
                  </a:moveTo>
                  <a:lnTo>
                    <a:pt x="914779" y="914400"/>
                  </a:lnTo>
                  <a:lnTo>
                    <a:pt x="914400" y="914633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h5092"/>
            <p:cNvSpPr/>
            <p:nvPr/>
          </p:nvSpPr>
          <p:spPr>
            <a:xfrm>
              <a:off x="2185123" y="158798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203" y="914400"/>
                  </a:lnTo>
                  <a:lnTo>
                    <a:pt x="914318" y="909423"/>
                  </a:lnTo>
                  <a:lnTo>
                    <a:pt x="914340" y="908820"/>
                  </a:lnTo>
                  <a:lnTo>
                    <a:pt x="914363" y="908215"/>
                  </a:lnTo>
                  <a:lnTo>
                    <a:pt x="914385" y="907611"/>
                  </a:lnTo>
                  <a:lnTo>
                    <a:pt x="914400" y="907231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h5093"/>
            <p:cNvSpPr/>
            <p:nvPr/>
          </p:nvSpPr>
          <p:spPr>
            <a:xfrm>
              <a:off x="2194563" y="157041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01"/>
                  </a:lnTo>
                  <a:lnTo>
                    <a:pt x="904968" y="924576"/>
                  </a:lnTo>
                  <a:lnTo>
                    <a:pt x="904990" y="923971"/>
                  </a:lnTo>
                  <a:lnTo>
                    <a:pt x="905013" y="923367"/>
                  </a:lnTo>
                  <a:lnTo>
                    <a:pt x="905035" y="922762"/>
                  </a:lnTo>
                  <a:lnTo>
                    <a:pt x="905058" y="922157"/>
                  </a:lnTo>
                  <a:lnTo>
                    <a:pt x="905080" y="921553"/>
                  </a:lnTo>
                  <a:lnTo>
                    <a:pt x="905103" y="920948"/>
                  </a:lnTo>
                  <a:lnTo>
                    <a:pt x="905125" y="920343"/>
                  </a:lnTo>
                  <a:lnTo>
                    <a:pt x="905148" y="919739"/>
                  </a:lnTo>
                  <a:lnTo>
                    <a:pt x="905170" y="919134"/>
                  </a:lnTo>
                  <a:lnTo>
                    <a:pt x="905193" y="918530"/>
                  </a:lnTo>
                  <a:lnTo>
                    <a:pt x="905215" y="917925"/>
                  </a:lnTo>
                  <a:lnTo>
                    <a:pt x="905238" y="917320"/>
                  </a:lnTo>
                  <a:lnTo>
                    <a:pt x="905260" y="916716"/>
                  </a:lnTo>
                  <a:lnTo>
                    <a:pt x="905283" y="916111"/>
                  </a:lnTo>
                  <a:lnTo>
                    <a:pt x="905305" y="915506"/>
                  </a:lnTo>
                  <a:lnTo>
                    <a:pt x="905328" y="914902"/>
                  </a:lnTo>
                  <a:lnTo>
                    <a:pt x="905347" y="91439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h5094"/>
            <p:cNvSpPr/>
            <p:nvPr/>
          </p:nvSpPr>
          <p:spPr>
            <a:xfrm>
              <a:off x="219456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h5095"/>
            <p:cNvSpPr/>
            <p:nvPr/>
          </p:nvSpPr>
          <p:spPr>
            <a:xfrm>
              <a:off x="220400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h5096"/>
            <p:cNvSpPr/>
            <p:nvPr/>
          </p:nvSpPr>
          <p:spPr>
            <a:xfrm>
              <a:off x="221344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h5097"/>
            <p:cNvSpPr/>
            <p:nvPr/>
          </p:nvSpPr>
          <p:spPr>
            <a:xfrm>
              <a:off x="222288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h5098"/>
            <p:cNvSpPr/>
            <p:nvPr/>
          </p:nvSpPr>
          <p:spPr>
            <a:xfrm>
              <a:off x="223232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h5099"/>
            <p:cNvSpPr/>
            <p:nvPr/>
          </p:nvSpPr>
          <p:spPr>
            <a:xfrm>
              <a:off x="224176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h5100"/>
            <p:cNvSpPr/>
            <p:nvPr/>
          </p:nvSpPr>
          <p:spPr>
            <a:xfrm>
              <a:off x="225120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h5101"/>
            <p:cNvSpPr/>
            <p:nvPr/>
          </p:nvSpPr>
          <p:spPr>
            <a:xfrm>
              <a:off x="226064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h5102"/>
            <p:cNvSpPr/>
            <p:nvPr/>
          </p:nvSpPr>
          <p:spPr>
            <a:xfrm>
              <a:off x="227008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h5103"/>
            <p:cNvSpPr/>
            <p:nvPr/>
          </p:nvSpPr>
          <p:spPr>
            <a:xfrm>
              <a:off x="227952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h5104"/>
            <p:cNvSpPr/>
            <p:nvPr/>
          </p:nvSpPr>
          <p:spPr>
            <a:xfrm>
              <a:off x="228896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h5105"/>
            <p:cNvSpPr/>
            <p:nvPr/>
          </p:nvSpPr>
          <p:spPr>
            <a:xfrm>
              <a:off x="229840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h5106"/>
            <p:cNvSpPr/>
            <p:nvPr/>
          </p:nvSpPr>
          <p:spPr>
            <a:xfrm>
              <a:off x="230784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h5107"/>
            <p:cNvSpPr/>
            <p:nvPr/>
          </p:nvSpPr>
          <p:spPr>
            <a:xfrm>
              <a:off x="231728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h5108"/>
            <p:cNvSpPr/>
            <p:nvPr/>
          </p:nvSpPr>
          <p:spPr>
            <a:xfrm>
              <a:off x="232672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h5109"/>
            <p:cNvSpPr/>
            <p:nvPr/>
          </p:nvSpPr>
          <p:spPr>
            <a:xfrm>
              <a:off x="233616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h5110"/>
            <p:cNvSpPr/>
            <p:nvPr/>
          </p:nvSpPr>
          <p:spPr>
            <a:xfrm>
              <a:off x="234560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h5111"/>
            <p:cNvSpPr/>
            <p:nvPr/>
          </p:nvSpPr>
          <p:spPr>
            <a:xfrm>
              <a:off x="235504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h5112"/>
            <p:cNvSpPr/>
            <p:nvPr/>
          </p:nvSpPr>
          <p:spPr>
            <a:xfrm>
              <a:off x="236448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h5113"/>
            <p:cNvSpPr/>
            <p:nvPr/>
          </p:nvSpPr>
          <p:spPr>
            <a:xfrm>
              <a:off x="237392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h5114"/>
            <p:cNvSpPr/>
            <p:nvPr/>
          </p:nvSpPr>
          <p:spPr>
            <a:xfrm>
              <a:off x="2383368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h5115"/>
            <p:cNvSpPr/>
            <p:nvPr/>
          </p:nvSpPr>
          <p:spPr>
            <a:xfrm>
              <a:off x="239280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h5116"/>
            <p:cNvSpPr/>
            <p:nvPr/>
          </p:nvSpPr>
          <p:spPr>
            <a:xfrm>
              <a:off x="2402248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h5117"/>
            <p:cNvSpPr/>
            <p:nvPr/>
          </p:nvSpPr>
          <p:spPr>
            <a:xfrm>
              <a:off x="241168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h5118"/>
            <p:cNvSpPr/>
            <p:nvPr/>
          </p:nvSpPr>
          <p:spPr>
            <a:xfrm>
              <a:off x="2421129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h5119"/>
            <p:cNvSpPr/>
            <p:nvPr/>
          </p:nvSpPr>
          <p:spPr>
            <a:xfrm>
              <a:off x="243056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h5120"/>
            <p:cNvSpPr/>
            <p:nvPr/>
          </p:nvSpPr>
          <p:spPr>
            <a:xfrm>
              <a:off x="244000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h5121"/>
            <p:cNvSpPr/>
            <p:nvPr/>
          </p:nvSpPr>
          <p:spPr>
            <a:xfrm>
              <a:off x="2458890" y="158798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81" y="896830"/>
                  </a:lnTo>
                  <a:lnTo>
                    <a:pt x="913145" y="902967"/>
                  </a:lnTo>
                  <a:lnTo>
                    <a:pt x="914400" y="905076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h5122"/>
            <p:cNvSpPr/>
            <p:nvPr/>
          </p:nvSpPr>
          <p:spPr>
            <a:xfrm>
              <a:off x="2458890" y="1587989"/>
              <a:ext cx="919709" cy="914400"/>
            </a:xfrm>
            <a:custGeom>
              <a:avLst/>
              <a:pathLst>
                <a:path w="919709" h="914400">
                  <a:moveTo>
                    <a:pt x="914400" y="914400"/>
                  </a:moveTo>
                  <a:lnTo>
                    <a:pt x="914400" y="905076"/>
                  </a:lnTo>
                  <a:lnTo>
                    <a:pt x="917580" y="910422"/>
                  </a:lnTo>
                  <a:lnTo>
                    <a:pt x="919709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h5123"/>
            <p:cNvSpPr/>
            <p:nvPr/>
          </p:nvSpPr>
          <p:spPr>
            <a:xfrm>
              <a:off x="3129147" y="1570419"/>
              <a:ext cx="914400" cy="919298"/>
            </a:xfrm>
            <a:custGeom>
              <a:avLst/>
              <a:pathLst>
                <a:path w="914400" h="919298">
                  <a:moveTo>
                    <a:pt x="914400" y="914399"/>
                  </a:moveTo>
                  <a:lnTo>
                    <a:pt x="914400" y="919298"/>
                  </a:lnTo>
                  <a:lnTo>
                    <a:pt x="913517" y="91439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h5124"/>
            <p:cNvSpPr/>
            <p:nvPr/>
          </p:nvSpPr>
          <p:spPr>
            <a:xfrm>
              <a:off x="312914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137" y="931969"/>
                  </a:lnTo>
                  <a:lnTo>
                    <a:pt x="916633" y="929912"/>
                  </a:lnTo>
                  <a:lnTo>
                    <a:pt x="914478" y="919736"/>
                  </a:lnTo>
                  <a:lnTo>
                    <a:pt x="914400" y="91929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h5125"/>
            <p:cNvSpPr/>
            <p:nvPr/>
          </p:nvSpPr>
          <p:spPr>
            <a:xfrm>
              <a:off x="313858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h5126"/>
            <p:cNvSpPr/>
            <p:nvPr/>
          </p:nvSpPr>
          <p:spPr>
            <a:xfrm>
              <a:off x="314802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h5127"/>
            <p:cNvSpPr/>
            <p:nvPr/>
          </p:nvSpPr>
          <p:spPr>
            <a:xfrm>
              <a:off x="315746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h5128"/>
            <p:cNvSpPr/>
            <p:nvPr/>
          </p:nvSpPr>
          <p:spPr>
            <a:xfrm>
              <a:off x="316690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h5129"/>
            <p:cNvSpPr/>
            <p:nvPr/>
          </p:nvSpPr>
          <p:spPr>
            <a:xfrm>
              <a:off x="317634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h5130"/>
            <p:cNvSpPr/>
            <p:nvPr/>
          </p:nvSpPr>
          <p:spPr>
            <a:xfrm>
              <a:off x="3185788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h5131"/>
            <p:cNvSpPr/>
            <p:nvPr/>
          </p:nvSpPr>
          <p:spPr>
            <a:xfrm>
              <a:off x="319522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h5132"/>
            <p:cNvSpPr/>
            <p:nvPr/>
          </p:nvSpPr>
          <p:spPr>
            <a:xfrm>
              <a:off x="320466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h5133"/>
            <p:cNvSpPr/>
            <p:nvPr/>
          </p:nvSpPr>
          <p:spPr>
            <a:xfrm>
              <a:off x="321410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h5134"/>
            <p:cNvSpPr/>
            <p:nvPr/>
          </p:nvSpPr>
          <p:spPr>
            <a:xfrm>
              <a:off x="322354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h5135"/>
            <p:cNvSpPr/>
            <p:nvPr/>
          </p:nvSpPr>
          <p:spPr>
            <a:xfrm>
              <a:off x="323298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h5136"/>
            <p:cNvSpPr/>
            <p:nvPr/>
          </p:nvSpPr>
          <p:spPr>
            <a:xfrm>
              <a:off x="3242429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h5137"/>
            <p:cNvSpPr/>
            <p:nvPr/>
          </p:nvSpPr>
          <p:spPr>
            <a:xfrm>
              <a:off x="325187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h5138"/>
            <p:cNvSpPr/>
            <p:nvPr/>
          </p:nvSpPr>
          <p:spPr>
            <a:xfrm>
              <a:off x="326131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h5139"/>
            <p:cNvSpPr/>
            <p:nvPr/>
          </p:nvSpPr>
          <p:spPr>
            <a:xfrm>
              <a:off x="327075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h5140"/>
            <p:cNvSpPr/>
            <p:nvPr/>
          </p:nvSpPr>
          <p:spPr>
            <a:xfrm>
              <a:off x="328019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h5141"/>
            <p:cNvSpPr/>
            <p:nvPr/>
          </p:nvSpPr>
          <p:spPr>
            <a:xfrm>
              <a:off x="328963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h5142"/>
            <p:cNvSpPr/>
            <p:nvPr/>
          </p:nvSpPr>
          <p:spPr>
            <a:xfrm>
              <a:off x="329907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h5143"/>
            <p:cNvSpPr/>
            <p:nvPr/>
          </p:nvSpPr>
          <p:spPr>
            <a:xfrm>
              <a:off x="330851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h5144"/>
            <p:cNvSpPr/>
            <p:nvPr/>
          </p:nvSpPr>
          <p:spPr>
            <a:xfrm>
              <a:off x="331795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h5145"/>
            <p:cNvSpPr/>
            <p:nvPr/>
          </p:nvSpPr>
          <p:spPr>
            <a:xfrm>
              <a:off x="332739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h5146"/>
            <p:cNvSpPr/>
            <p:nvPr/>
          </p:nvSpPr>
          <p:spPr>
            <a:xfrm>
              <a:off x="333683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h5147"/>
            <p:cNvSpPr/>
            <p:nvPr/>
          </p:nvSpPr>
          <p:spPr>
            <a:xfrm>
              <a:off x="334627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h5148"/>
            <p:cNvSpPr/>
            <p:nvPr/>
          </p:nvSpPr>
          <p:spPr>
            <a:xfrm>
              <a:off x="335571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h5149"/>
            <p:cNvSpPr/>
            <p:nvPr/>
          </p:nvSpPr>
          <p:spPr>
            <a:xfrm>
              <a:off x="336515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h5150"/>
            <p:cNvSpPr/>
            <p:nvPr/>
          </p:nvSpPr>
          <p:spPr>
            <a:xfrm>
              <a:off x="337459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h5151"/>
            <p:cNvSpPr/>
            <p:nvPr/>
          </p:nvSpPr>
          <p:spPr>
            <a:xfrm>
              <a:off x="338403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h5152"/>
            <p:cNvSpPr/>
            <p:nvPr/>
          </p:nvSpPr>
          <p:spPr>
            <a:xfrm>
              <a:off x="339347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h5153"/>
            <p:cNvSpPr/>
            <p:nvPr/>
          </p:nvSpPr>
          <p:spPr>
            <a:xfrm>
              <a:off x="340291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h5154"/>
            <p:cNvSpPr/>
            <p:nvPr/>
          </p:nvSpPr>
          <p:spPr>
            <a:xfrm>
              <a:off x="341235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h5155"/>
            <p:cNvSpPr/>
            <p:nvPr/>
          </p:nvSpPr>
          <p:spPr>
            <a:xfrm>
              <a:off x="342179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h5156"/>
            <p:cNvSpPr/>
            <p:nvPr/>
          </p:nvSpPr>
          <p:spPr>
            <a:xfrm>
              <a:off x="343123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h5157"/>
            <p:cNvSpPr/>
            <p:nvPr/>
          </p:nvSpPr>
          <p:spPr>
            <a:xfrm>
              <a:off x="344067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h5158"/>
            <p:cNvSpPr/>
            <p:nvPr/>
          </p:nvSpPr>
          <p:spPr>
            <a:xfrm>
              <a:off x="345011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h5159"/>
            <p:cNvSpPr/>
            <p:nvPr/>
          </p:nvSpPr>
          <p:spPr>
            <a:xfrm>
              <a:off x="345955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h5160"/>
            <p:cNvSpPr/>
            <p:nvPr/>
          </p:nvSpPr>
          <p:spPr>
            <a:xfrm>
              <a:off x="346899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h5161"/>
            <p:cNvSpPr/>
            <p:nvPr/>
          </p:nvSpPr>
          <p:spPr>
            <a:xfrm>
              <a:off x="347843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h5162"/>
            <p:cNvSpPr/>
            <p:nvPr/>
          </p:nvSpPr>
          <p:spPr>
            <a:xfrm>
              <a:off x="348787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h5163"/>
            <p:cNvSpPr/>
            <p:nvPr/>
          </p:nvSpPr>
          <p:spPr>
            <a:xfrm>
              <a:off x="349731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h5164"/>
            <p:cNvSpPr/>
            <p:nvPr/>
          </p:nvSpPr>
          <p:spPr>
            <a:xfrm>
              <a:off x="350675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h5165"/>
            <p:cNvSpPr/>
            <p:nvPr/>
          </p:nvSpPr>
          <p:spPr>
            <a:xfrm>
              <a:off x="351619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h5166"/>
            <p:cNvSpPr/>
            <p:nvPr/>
          </p:nvSpPr>
          <p:spPr>
            <a:xfrm>
              <a:off x="352563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h5167"/>
            <p:cNvSpPr/>
            <p:nvPr/>
          </p:nvSpPr>
          <p:spPr>
            <a:xfrm>
              <a:off x="353507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h5168"/>
            <p:cNvSpPr/>
            <p:nvPr/>
          </p:nvSpPr>
          <p:spPr>
            <a:xfrm>
              <a:off x="354451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h5169"/>
            <p:cNvSpPr/>
            <p:nvPr/>
          </p:nvSpPr>
          <p:spPr>
            <a:xfrm>
              <a:off x="355395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h5170"/>
            <p:cNvSpPr/>
            <p:nvPr/>
          </p:nvSpPr>
          <p:spPr>
            <a:xfrm>
              <a:off x="356339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h5171"/>
            <p:cNvSpPr/>
            <p:nvPr/>
          </p:nvSpPr>
          <p:spPr>
            <a:xfrm>
              <a:off x="357283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h5172"/>
            <p:cNvSpPr/>
            <p:nvPr/>
          </p:nvSpPr>
          <p:spPr>
            <a:xfrm>
              <a:off x="3582278" y="158798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831"/>
                  </a:lnTo>
                  <a:lnTo>
                    <a:pt x="923594" y="908982"/>
                  </a:lnTo>
                  <a:lnTo>
                    <a:pt x="921889" y="910029"/>
                  </a:lnTo>
                  <a:lnTo>
                    <a:pt x="920183" y="911077"/>
                  </a:lnTo>
                  <a:lnTo>
                    <a:pt x="918478" y="912125"/>
                  </a:lnTo>
                  <a:lnTo>
                    <a:pt x="916772" y="913173"/>
                  </a:lnTo>
                  <a:lnTo>
                    <a:pt x="915068" y="914222"/>
                  </a:lnTo>
                  <a:lnTo>
                    <a:pt x="914779" y="914400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h5173"/>
            <p:cNvSpPr/>
            <p:nvPr/>
          </p:nvSpPr>
          <p:spPr>
            <a:xfrm>
              <a:off x="3591718" y="1570419"/>
              <a:ext cx="923840" cy="926401"/>
            </a:xfrm>
            <a:custGeom>
              <a:avLst/>
              <a:pathLst>
                <a:path w="923840" h="92640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612"/>
                  </a:lnTo>
                  <a:lnTo>
                    <a:pt x="922688" y="921317"/>
                  </a:lnTo>
                  <a:lnTo>
                    <a:pt x="920981" y="922364"/>
                  </a:lnTo>
                  <a:lnTo>
                    <a:pt x="919274" y="923410"/>
                  </a:lnTo>
                  <a:lnTo>
                    <a:pt x="917567" y="924457"/>
                  </a:lnTo>
                  <a:lnTo>
                    <a:pt x="915860" y="925504"/>
                  </a:lnTo>
                  <a:lnTo>
                    <a:pt x="914400" y="926401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h5174"/>
            <p:cNvSpPr/>
            <p:nvPr/>
          </p:nvSpPr>
          <p:spPr>
            <a:xfrm>
              <a:off x="3601159" y="1570419"/>
              <a:ext cx="923669" cy="920612"/>
            </a:xfrm>
            <a:custGeom>
              <a:avLst/>
              <a:pathLst>
                <a:path w="923669" h="920612">
                  <a:moveTo>
                    <a:pt x="914400" y="914399"/>
                  </a:moveTo>
                  <a:lnTo>
                    <a:pt x="923669" y="914399"/>
                  </a:lnTo>
                  <a:lnTo>
                    <a:pt x="921408" y="916102"/>
                  </a:lnTo>
                  <a:lnTo>
                    <a:pt x="916670" y="919222"/>
                  </a:lnTo>
                  <a:lnTo>
                    <a:pt x="914956" y="920271"/>
                  </a:lnTo>
                  <a:lnTo>
                    <a:pt x="914400" y="920612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h5175"/>
            <p:cNvSpPr/>
            <p:nvPr/>
          </p:nvSpPr>
          <p:spPr>
            <a:xfrm>
              <a:off x="2194563" y="155284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50" y="931867"/>
                  </a:lnTo>
                  <a:lnTo>
                    <a:pt x="905373" y="931262"/>
                  </a:lnTo>
                  <a:lnTo>
                    <a:pt x="905395" y="930658"/>
                  </a:lnTo>
                  <a:lnTo>
                    <a:pt x="905418" y="930053"/>
                  </a:lnTo>
                  <a:lnTo>
                    <a:pt x="905441" y="929448"/>
                  </a:lnTo>
                  <a:lnTo>
                    <a:pt x="905463" y="928844"/>
                  </a:lnTo>
                  <a:lnTo>
                    <a:pt x="905486" y="928239"/>
                  </a:lnTo>
                  <a:lnTo>
                    <a:pt x="905508" y="927635"/>
                  </a:lnTo>
                  <a:lnTo>
                    <a:pt x="905531" y="927030"/>
                  </a:lnTo>
                  <a:lnTo>
                    <a:pt x="905553" y="926425"/>
                  </a:lnTo>
                  <a:lnTo>
                    <a:pt x="905576" y="925821"/>
                  </a:lnTo>
                  <a:lnTo>
                    <a:pt x="905598" y="925216"/>
                  </a:lnTo>
                  <a:lnTo>
                    <a:pt x="905832" y="920589"/>
                  </a:lnTo>
                  <a:lnTo>
                    <a:pt x="905813" y="920436"/>
                  </a:lnTo>
                  <a:lnTo>
                    <a:pt x="905532" y="918209"/>
                  </a:lnTo>
                  <a:lnTo>
                    <a:pt x="905252" y="915983"/>
                  </a:lnTo>
                  <a:lnTo>
                    <a:pt x="905052" y="91439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h5176"/>
            <p:cNvSpPr/>
            <p:nvPr/>
          </p:nvSpPr>
          <p:spPr>
            <a:xfrm>
              <a:off x="219456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h5177"/>
            <p:cNvSpPr/>
            <p:nvPr/>
          </p:nvSpPr>
          <p:spPr>
            <a:xfrm>
              <a:off x="220400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h5178"/>
            <p:cNvSpPr/>
            <p:nvPr/>
          </p:nvSpPr>
          <p:spPr>
            <a:xfrm>
              <a:off x="221344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h5179"/>
            <p:cNvSpPr/>
            <p:nvPr/>
          </p:nvSpPr>
          <p:spPr>
            <a:xfrm>
              <a:off x="222288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h5180"/>
            <p:cNvSpPr/>
            <p:nvPr/>
          </p:nvSpPr>
          <p:spPr>
            <a:xfrm>
              <a:off x="223232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h5181"/>
            <p:cNvSpPr/>
            <p:nvPr/>
          </p:nvSpPr>
          <p:spPr>
            <a:xfrm>
              <a:off x="224176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h5182"/>
            <p:cNvSpPr/>
            <p:nvPr/>
          </p:nvSpPr>
          <p:spPr>
            <a:xfrm>
              <a:off x="225120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h5183"/>
            <p:cNvSpPr/>
            <p:nvPr/>
          </p:nvSpPr>
          <p:spPr>
            <a:xfrm>
              <a:off x="226064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h5184"/>
            <p:cNvSpPr/>
            <p:nvPr/>
          </p:nvSpPr>
          <p:spPr>
            <a:xfrm>
              <a:off x="227008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h5185"/>
            <p:cNvSpPr/>
            <p:nvPr/>
          </p:nvSpPr>
          <p:spPr>
            <a:xfrm>
              <a:off x="227952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h5186"/>
            <p:cNvSpPr/>
            <p:nvPr/>
          </p:nvSpPr>
          <p:spPr>
            <a:xfrm>
              <a:off x="228896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h5187"/>
            <p:cNvSpPr/>
            <p:nvPr/>
          </p:nvSpPr>
          <p:spPr>
            <a:xfrm>
              <a:off x="229840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h5188"/>
            <p:cNvSpPr/>
            <p:nvPr/>
          </p:nvSpPr>
          <p:spPr>
            <a:xfrm>
              <a:off x="230784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h5189"/>
            <p:cNvSpPr/>
            <p:nvPr/>
          </p:nvSpPr>
          <p:spPr>
            <a:xfrm>
              <a:off x="231728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h5190"/>
            <p:cNvSpPr/>
            <p:nvPr/>
          </p:nvSpPr>
          <p:spPr>
            <a:xfrm>
              <a:off x="232672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h5191"/>
            <p:cNvSpPr/>
            <p:nvPr/>
          </p:nvSpPr>
          <p:spPr>
            <a:xfrm>
              <a:off x="233616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h5192"/>
            <p:cNvSpPr/>
            <p:nvPr/>
          </p:nvSpPr>
          <p:spPr>
            <a:xfrm>
              <a:off x="234560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h5193"/>
            <p:cNvSpPr/>
            <p:nvPr/>
          </p:nvSpPr>
          <p:spPr>
            <a:xfrm>
              <a:off x="235504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h5194"/>
            <p:cNvSpPr/>
            <p:nvPr/>
          </p:nvSpPr>
          <p:spPr>
            <a:xfrm>
              <a:off x="236448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h5195"/>
            <p:cNvSpPr/>
            <p:nvPr/>
          </p:nvSpPr>
          <p:spPr>
            <a:xfrm>
              <a:off x="237392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h5196"/>
            <p:cNvSpPr/>
            <p:nvPr/>
          </p:nvSpPr>
          <p:spPr>
            <a:xfrm>
              <a:off x="2383368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h5197"/>
            <p:cNvSpPr/>
            <p:nvPr/>
          </p:nvSpPr>
          <p:spPr>
            <a:xfrm>
              <a:off x="239280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h5198"/>
            <p:cNvSpPr/>
            <p:nvPr/>
          </p:nvSpPr>
          <p:spPr>
            <a:xfrm>
              <a:off x="2402248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h5199"/>
            <p:cNvSpPr/>
            <p:nvPr/>
          </p:nvSpPr>
          <p:spPr>
            <a:xfrm>
              <a:off x="241168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h5200"/>
            <p:cNvSpPr/>
            <p:nvPr/>
          </p:nvSpPr>
          <p:spPr>
            <a:xfrm>
              <a:off x="2421129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h5201"/>
            <p:cNvSpPr/>
            <p:nvPr/>
          </p:nvSpPr>
          <p:spPr>
            <a:xfrm>
              <a:off x="243056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h5202"/>
            <p:cNvSpPr/>
            <p:nvPr/>
          </p:nvSpPr>
          <p:spPr>
            <a:xfrm>
              <a:off x="2449449" y="157041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6937" y="896830"/>
                  </a:lnTo>
                  <a:lnTo>
                    <a:pt x="907436" y="900211"/>
                  </a:lnTo>
                  <a:lnTo>
                    <a:pt x="908101" y="900925"/>
                  </a:lnTo>
                  <a:lnTo>
                    <a:pt x="913112" y="906985"/>
                  </a:lnTo>
                  <a:lnTo>
                    <a:pt x="914400" y="90872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h5203"/>
            <p:cNvSpPr/>
            <p:nvPr/>
          </p:nvSpPr>
          <p:spPr>
            <a:xfrm>
              <a:off x="2449449" y="1570419"/>
              <a:ext cx="918521" cy="914399"/>
            </a:xfrm>
            <a:custGeom>
              <a:avLst/>
              <a:pathLst>
                <a:path w="918521" h="914399">
                  <a:moveTo>
                    <a:pt x="914400" y="914399"/>
                  </a:moveTo>
                  <a:lnTo>
                    <a:pt x="914400" y="908728"/>
                  </a:lnTo>
                  <a:lnTo>
                    <a:pt x="917945" y="913529"/>
                  </a:lnTo>
                  <a:lnTo>
                    <a:pt x="918521" y="91439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h5204"/>
            <p:cNvSpPr/>
            <p:nvPr/>
          </p:nvSpPr>
          <p:spPr>
            <a:xfrm>
              <a:off x="3129147" y="155284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3517" y="931969"/>
                  </a:lnTo>
                  <a:lnTo>
                    <a:pt x="912610" y="926935"/>
                  </a:lnTo>
                  <a:lnTo>
                    <a:pt x="911033" y="916398"/>
                  </a:lnTo>
                  <a:lnTo>
                    <a:pt x="910793" y="91439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h5205"/>
            <p:cNvSpPr/>
            <p:nvPr/>
          </p:nvSpPr>
          <p:spPr>
            <a:xfrm>
              <a:off x="312914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h5206"/>
            <p:cNvSpPr/>
            <p:nvPr/>
          </p:nvSpPr>
          <p:spPr>
            <a:xfrm>
              <a:off x="313858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h5207"/>
            <p:cNvSpPr/>
            <p:nvPr/>
          </p:nvSpPr>
          <p:spPr>
            <a:xfrm>
              <a:off x="314802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h5208"/>
            <p:cNvSpPr/>
            <p:nvPr/>
          </p:nvSpPr>
          <p:spPr>
            <a:xfrm>
              <a:off x="315746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h5209"/>
            <p:cNvSpPr/>
            <p:nvPr/>
          </p:nvSpPr>
          <p:spPr>
            <a:xfrm>
              <a:off x="316690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h5210"/>
            <p:cNvSpPr/>
            <p:nvPr/>
          </p:nvSpPr>
          <p:spPr>
            <a:xfrm>
              <a:off x="317634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h5211"/>
            <p:cNvSpPr/>
            <p:nvPr/>
          </p:nvSpPr>
          <p:spPr>
            <a:xfrm>
              <a:off x="3185788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h5212"/>
            <p:cNvSpPr/>
            <p:nvPr/>
          </p:nvSpPr>
          <p:spPr>
            <a:xfrm>
              <a:off x="319522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h5213"/>
            <p:cNvSpPr/>
            <p:nvPr/>
          </p:nvSpPr>
          <p:spPr>
            <a:xfrm>
              <a:off x="320466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h5214"/>
            <p:cNvSpPr/>
            <p:nvPr/>
          </p:nvSpPr>
          <p:spPr>
            <a:xfrm>
              <a:off x="321410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h5215"/>
            <p:cNvSpPr/>
            <p:nvPr/>
          </p:nvSpPr>
          <p:spPr>
            <a:xfrm>
              <a:off x="322354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h5216"/>
            <p:cNvSpPr/>
            <p:nvPr/>
          </p:nvSpPr>
          <p:spPr>
            <a:xfrm>
              <a:off x="323298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h5217"/>
            <p:cNvSpPr/>
            <p:nvPr/>
          </p:nvSpPr>
          <p:spPr>
            <a:xfrm>
              <a:off x="3242429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h5218"/>
            <p:cNvSpPr/>
            <p:nvPr/>
          </p:nvSpPr>
          <p:spPr>
            <a:xfrm>
              <a:off x="325187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h5219"/>
            <p:cNvSpPr/>
            <p:nvPr/>
          </p:nvSpPr>
          <p:spPr>
            <a:xfrm>
              <a:off x="326131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h5220"/>
            <p:cNvSpPr/>
            <p:nvPr/>
          </p:nvSpPr>
          <p:spPr>
            <a:xfrm>
              <a:off x="327075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h5221"/>
            <p:cNvSpPr/>
            <p:nvPr/>
          </p:nvSpPr>
          <p:spPr>
            <a:xfrm>
              <a:off x="328019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h5222"/>
            <p:cNvSpPr/>
            <p:nvPr/>
          </p:nvSpPr>
          <p:spPr>
            <a:xfrm>
              <a:off x="328963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h5223"/>
            <p:cNvSpPr/>
            <p:nvPr/>
          </p:nvSpPr>
          <p:spPr>
            <a:xfrm>
              <a:off x="329907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h5224"/>
            <p:cNvSpPr/>
            <p:nvPr/>
          </p:nvSpPr>
          <p:spPr>
            <a:xfrm>
              <a:off x="330851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h5225"/>
            <p:cNvSpPr/>
            <p:nvPr/>
          </p:nvSpPr>
          <p:spPr>
            <a:xfrm>
              <a:off x="331795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h5226"/>
            <p:cNvSpPr/>
            <p:nvPr/>
          </p:nvSpPr>
          <p:spPr>
            <a:xfrm>
              <a:off x="332739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h5227"/>
            <p:cNvSpPr/>
            <p:nvPr/>
          </p:nvSpPr>
          <p:spPr>
            <a:xfrm>
              <a:off x="333683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h5228"/>
            <p:cNvSpPr/>
            <p:nvPr/>
          </p:nvSpPr>
          <p:spPr>
            <a:xfrm>
              <a:off x="334627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h5229"/>
            <p:cNvSpPr/>
            <p:nvPr/>
          </p:nvSpPr>
          <p:spPr>
            <a:xfrm>
              <a:off x="335571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h5230"/>
            <p:cNvSpPr/>
            <p:nvPr/>
          </p:nvSpPr>
          <p:spPr>
            <a:xfrm>
              <a:off x="336515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h5231"/>
            <p:cNvSpPr/>
            <p:nvPr/>
          </p:nvSpPr>
          <p:spPr>
            <a:xfrm>
              <a:off x="337459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h5232"/>
            <p:cNvSpPr/>
            <p:nvPr/>
          </p:nvSpPr>
          <p:spPr>
            <a:xfrm>
              <a:off x="338403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h5233"/>
            <p:cNvSpPr/>
            <p:nvPr/>
          </p:nvSpPr>
          <p:spPr>
            <a:xfrm>
              <a:off x="339347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h5234"/>
            <p:cNvSpPr/>
            <p:nvPr/>
          </p:nvSpPr>
          <p:spPr>
            <a:xfrm>
              <a:off x="340291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h5235"/>
            <p:cNvSpPr/>
            <p:nvPr/>
          </p:nvSpPr>
          <p:spPr>
            <a:xfrm>
              <a:off x="341235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h5236"/>
            <p:cNvSpPr/>
            <p:nvPr/>
          </p:nvSpPr>
          <p:spPr>
            <a:xfrm>
              <a:off x="342179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h5237"/>
            <p:cNvSpPr/>
            <p:nvPr/>
          </p:nvSpPr>
          <p:spPr>
            <a:xfrm>
              <a:off x="343123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h5238"/>
            <p:cNvSpPr/>
            <p:nvPr/>
          </p:nvSpPr>
          <p:spPr>
            <a:xfrm>
              <a:off x="344067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h5239"/>
            <p:cNvSpPr/>
            <p:nvPr/>
          </p:nvSpPr>
          <p:spPr>
            <a:xfrm>
              <a:off x="345011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h5240"/>
            <p:cNvSpPr/>
            <p:nvPr/>
          </p:nvSpPr>
          <p:spPr>
            <a:xfrm>
              <a:off x="345955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h5241"/>
            <p:cNvSpPr/>
            <p:nvPr/>
          </p:nvSpPr>
          <p:spPr>
            <a:xfrm>
              <a:off x="346899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h5242"/>
            <p:cNvSpPr/>
            <p:nvPr/>
          </p:nvSpPr>
          <p:spPr>
            <a:xfrm>
              <a:off x="347843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h5243"/>
            <p:cNvSpPr/>
            <p:nvPr/>
          </p:nvSpPr>
          <p:spPr>
            <a:xfrm>
              <a:off x="348787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h5244"/>
            <p:cNvSpPr/>
            <p:nvPr/>
          </p:nvSpPr>
          <p:spPr>
            <a:xfrm>
              <a:off x="349731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h5245"/>
            <p:cNvSpPr/>
            <p:nvPr/>
          </p:nvSpPr>
          <p:spPr>
            <a:xfrm>
              <a:off x="350675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h5246"/>
            <p:cNvSpPr/>
            <p:nvPr/>
          </p:nvSpPr>
          <p:spPr>
            <a:xfrm>
              <a:off x="351619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h5247"/>
            <p:cNvSpPr/>
            <p:nvPr/>
          </p:nvSpPr>
          <p:spPr>
            <a:xfrm>
              <a:off x="352563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h5248"/>
            <p:cNvSpPr/>
            <p:nvPr/>
          </p:nvSpPr>
          <p:spPr>
            <a:xfrm>
              <a:off x="353507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h5249"/>
            <p:cNvSpPr/>
            <p:nvPr/>
          </p:nvSpPr>
          <p:spPr>
            <a:xfrm>
              <a:off x="354451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h5250"/>
            <p:cNvSpPr/>
            <p:nvPr/>
          </p:nvSpPr>
          <p:spPr>
            <a:xfrm>
              <a:off x="355395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h5251"/>
            <p:cNvSpPr/>
            <p:nvPr/>
          </p:nvSpPr>
          <p:spPr>
            <a:xfrm>
              <a:off x="356339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h5252"/>
            <p:cNvSpPr/>
            <p:nvPr/>
          </p:nvSpPr>
          <p:spPr>
            <a:xfrm>
              <a:off x="357283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h5253"/>
            <p:cNvSpPr/>
            <p:nvPr/>
          </p:nvSpPr>
          <p:spPr>
            <a:xfrm>
              <a:off x="358227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h5254"/>
            <p:cNvSpPr/>
            <p:nvPr/>
          </p:nvSpPr>
          <p:spPr>
            <a:xfrm>
              <a:off x="359171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h5255"/>
            <p:cNvSpPr/>
            <p:nvPr/>
          </p:nvSpPr>
          <p:spPr>
            <a:xfrm>
              <a:off x="3601159" y="157041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71"/>
                  </a:lnTo>
                  <a:lnTo>
                    <a:pt x="923669" y="91439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h5256"/>
            <p:cNvSpPr/>
            <p:nvPr/>
          </p:nvSpPr>
          <p:spPr>
            <a:xfrm>
              <a:off x="3610599" y="1552849"/>
              <a:ext cx="923840" cy="931841"/>
            </a:xfrm>
            <a:custGeom>
              <a:avLst/>
              <a:pathLst>
                <a:path w="923840" h="93184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3894"/>
                  </a:lnTo>
                  <a:lnTo>
                    <a:pt x="922645" y="924970"/>
                  </a:lnTo>
                  <a:lnTo>
                    <a:pt x="921196" y="926276"/>
                  </a:lnTo>
                  <a:lnTo>
                    <a:pt x="916626" y="930164"/>
                  </a:lnTo>
                  <a:lnTo>
                    <a:pt x="914400" y="931841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h5257"/>
            <p:cNvSpPr/>
            <p:nvPr/>
          </p:nvSpPr>
          <p:spPr>
            <a:xfrm>
              <a:off x="3620039" y="1552849"/>
              <a:ext cx="923840" cy="923894"/>
            </a:xfrm>
            <a:custGeom>
              <a:avLst/>
              <a:pathLst>
                <a:path w="923840" h="92389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399"/>
                  </a:lnTo>
                  <a:lnTo>
                    <a:pt x="923306" y="915879"/>
                  </a:lnTo>
                  <a:lnTo>
                    <a:pt x="921862" y="917177"/>
                  </a:lnTo>
                  <a:lnTo>
                    <a:pt x="920418" y="918476"/>
                  </a:lnTo>
                  <a:lnTo>
                    <a:pt x="918975" y="919774"/>
                  </a:lnTo>
                  <a:lnTo>
                    <a:pt x="917532" y="921073"/>
                  </a:lnTo>
                  <a:lnTo>
                    <a:pt x="916089" y="922372"/>
                  </a:lnTo>
                  <a:lnTo>
                    <a:pt x="914647" y="923671"/>
                  </a:lnTo>
                  <a:lnTo>
                    <a:pt x="914400" y="923894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h5258"/>
            <p:cNvSpPr/>
            <p:nvPr/>
          </p:nvSpPr>
          <p:spPr>
            <a:xfrm>
              <a:off x="3629479" y="1552849"/>
              <a:ext cx="915873" cy="915399"/>
            </a:xfrm>
            <a:custGeom>
              <a:avLst/>
              <a:pathLst>
                <a:path w="915873" h="915399">
                  <a:moveTo>
                    <a:pt x="914400" y="914399"/>
                  </a:moveTo>
                  <a:lnTo>
                    <a:pt x="915873" y="914399"/>
                  </a:lnTo>
                  <a:lnTo>
                    <a:pt x="915119" y="914753"/>
                  </a:lnTo>
                  <a:lnTo>
                    <a:pt x="914400" y="91539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h5259"/>
            <p:cNvSpPr/>
            <p:nvPr/>
          </p:nvSpPr>
          <p:spPr>
            <a:xfrm>
              <a:off x="2185123" y="1535279"/>
              <a:ext cx="914400" cy="931229"/>
            </a:xfrm>
            <a:custGeom>
              <a:avLst/>
              <a:pathLst>
                <a:path w="914400" h="931229">
                  <a:moveTo>
                    <a:pt x="914400" y="914400"/>
                  </a:moveTo>
                  <a:lnTo>
                    <a:pt x="914400" y="931229"/>
                  </a:lnTo>
                  <a:lnTo>
                    <a:pt x="914131" y="929099"/>
                  </a:lnTo>
                  <a:lnTo>
                    <a:pt x="913850" y="926873"/>
                  </a:lnTo>
                  <a:lnTo>
                    <a:pt x="913570" y="924646"/>
                  </a:lnTo>
                  <a:lnTo>
                    <a:pt x="913289" y="922420"/>
                  </a:lnTo>
                  <a:lnTo>
                    <a:pt x="913008" y="920193"/>
                  </a:lnTo>
                  <a:lnTo>
                    <a:pt x="912726" y="917967"/>
                  </a:lnTo>
                  <a:lnTo>
                    <a:pt x="912444" y="915732"/>
                  </a:lnTo>
                  <a:lnTo>
                    <a:pt x="912294" y="914400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h5260"/>
            <p:cNvSpPr/>
            <p:nvPr/>
          </p:nvSpPr>
          <p:spPr>
            <a:xfrm>
              <a:off x="218512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93" y="931969"/>
                  </a:lnTo>
                  <a:lnTo>
                    <a:pt x="914400" y="93122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h5261"/>
            <p:cNvSpPr/>
            <p:nvPr/>
          </p:nvSpPr>
          <p:spPr>
            <a:xfrm>
              <a:off x="219456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h5262"/>
            <p:cNvSpPr/>
            <p:nvPr/>
          </p:nvSpPr>
          <p:spPr>
            <a:xfrm>
              <a:off x="220400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h5263"/>
            <p:cNvSpPr/>
            <p:nvPr/>
          </p:nvSpPr>
          <p:spPr>
            <a:xfrm>
              <a:off x="221344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h5264"/>
            <p:cNvSpPr/>
            <p:nvPr/>
          </p:nvSpPr>
          <p:spPr>
            <a:xfrm>
              <a:off x="222288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h5265"/>
            <p:cNvSpPr/>
            <p:nvPr/>
          </p:nvSpPr>
          <p:spPr>
            <a:xfrm>
              <a:off x="223232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h5266"/>
            <p:cNvSpPr/>
            <p:nvPr/>
          </p:nvSpPr>
          <p:spPr>
            <a:xfrm>
              <a:off x="224176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h5267"/>
            <p:cNvSpPr/>
            <p:nvPr/>
          </p:nvSpPr>
          <p:spPr>
            <a:xfrm>
              <a:off x="225120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h5268"/>
            <p:cNvSpPr/>
            <p:nvPr/>
          </p:nvSpPr>
          <p:spPr>
            <a:xfrm>
              <a:off x="226064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h5269"/>
            <p:cNvSpPr/>
            <p:nvPr/>
          </p:nvSpPr>
          <p:spPr>
            <a:xfrm>
              <a:off x="227008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h5270"/>
            <p:cNvSpPr/>
            <p:nvPr/>
          </p:nvSpPr>
          <p:spPr>
            <a:xfrm>
              <a:off x="227952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h5271"/>
            <p:cNvSpPr/>
            <p:nvPr/>
          </p:nvSpPr>
          <p:spPr>
            <a:xfrm>
              <a:off x="228896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h5272"/>
            <p:cNvSpPr/>
            <p:nvPr/>
          </p:nvSpPr>
          <p:spPr>
            <a:xfrm>
              <a:off x="229840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h5273"/>
            <p:cNvSpPr/>
            <p:nvPr/>
          </p:nvSpPr>
          <p:spPr>
            <a:xfrm>
              <a:off x="230784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h5274"/>
            <p:cNvSpPr/>
            <p:nvPr/>
          </p:nvSpPr>
          <p:spPr>
            <a:xfrm>
              <a:off x="231728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h5275"/>
            <p:cNvSpPr/>
            <p:nvPr/>
          </p:nvSpPr>
          <p:spPr>
            <a:xfrm>
              <a:off x="232672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h5276"/>
            <p:cNvSpPr/>
            <p:nvPr/>
          </p:nvSpPr>
          <p:spPr>
            <a:xfrm>
              <a:off x="233616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h5277"/>
            <p:cNvSpPr/>
            <p:nvPr/>
          </p:nvSpPr>
          <p:spPr>
            <a:xfrm>
              <a:off x="234560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h5278"/>
            <p:cNvSpPr/>
            <p:nvPr/>
          </p:nvSpPr>
          <p:spPr>
            <a:xfrm>
              <a:off x="235504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h5279"/>
            <p:cNvSpPr/>
            <p:nvPr/>
          </p:nvSpPr>
          <p:spPr>
            <a:xfrm>
              <a:off x="236448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h5280"/>
            <p:cNvSpPr/>
            <p:nvPr/>
          </p:nvSpPr>
          <p:spPr>
            <a:xfrm>
              <a:off x="237392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h5281"/>
            <p:cNvSpPr/>
            <p:nvPr/>
          </p:nvSpPr>
          <p:spPr>
            <a:xfrm>
              <a:off x="2383368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h5282"/>
            <p:cNvSpPr/>
            <p:nvPr/>
          </p:nvSpPr>
          <p:spPr>
            <a:xfrm>
              <a:off x="239280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h5283"/>
            <p:cNvSpPr/>
            <p:nvPr/>
          </p:nvSpPr>
          <p:spPr>
            <a:xfrm>
              <a:off x="2402248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h5284"/>
            <p:cNvSpPr/>
            <p:nvPr/>
          </p:nvSpPr>
          <p:spPr>
            <a:xfrm>
              <a:off x="241168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h5285"/>
            <p:cNvSpPr/>
            <p:nvPr/>
          </p:nvSpPr>
          <p:spPr>
            <a:xfrm>
              <a:off x="2421129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h5286"/>
            <p:cNvSpPr/>
            <p:nvPr/>
          </p:nvSpPr>
          <p:spPr>
            <a:xfrm>
              <a:off x="2440009" y="155284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07" y="896830"/>
                  </a:lnTo>
                  <a:lnTo>
                    <a:pt x="913575" y="897626"/>
                  </a:lnTo>
                  <a:lnTo>
                    <a:pt x="914400" y="902244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h5287"/>
            <p:cNvSpPr/>
            <p:nvPr/>
          </p:nvSpPr>
          <p:spPr>
            <a:xfrm>
              <a:off x="2440009" y="1552849"/>
              <a:ext cx="916377" cy="914399"/>
            </a:xfrm>
            <a:custGeom>
              <a:avLst/>
              <a:pathLst>
                <a:path w="916377" h="914399">
                  <a:moveTo>
                    <a:pt x="914400" y="914399"/>
                  </a:moveTo>
                  <a:lnTo>
                    <a:pt x="914400" y="902244"/>
                  </a:lnTo>
                  <a:lnTo>
                    <a:pt x="915461" y="908190"/>
                  </a:lnTo>
                  <a:lnTo>
                    <a:pt x="916377" y="91439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h5288"/>
            <p:cNvSpPr/>
            <p:nvPr/>
          </p:nvSpPr>
          <p:spPr>
            <a:xfrm>
              <a:off x="3129147" y="153527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93" y="931969"/>
                  </a:lnTo>
                  <a:lnTo>
                    <a:pt x="909752" y="923293"/>
                  </a:lnTo>
                  <a:lnTo>
                    <a:pt x="908942" y="914400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h5289"/>
            <p:cNvSpPr/>
            <p:nvPr/>
          </p:nvSpPr>
          <p:spPr>
            <a:xfrm>
              <a:off x="312914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h5290"/>
            <p:cNvSpPr/>
            <p:nvPr/>
          </p:nvSpPr>
          <p:spPr>
            <a:xfrm>
              <a:off x="313858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h5291"/>
            <p:cNvSpPr/>
            <p:nvPr/>
          </p:nvSpPr>
          <p:spPr>
            <a:xfrm>
              <a:off x="314802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h5292"/>
            <p:cNvSpPr/>
            <p:nvPr/>
          </p:nvSpPr>
          <p:spPr>
            <a:xfrm>
              <a:off x="315746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h5293"/>
            <p:cNvSpPr/>
            <p:nvPr/>
          </p:nvSpPr>
          <p:spPr>
            <a:xfrm>
              <a:off x="316690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h5294"/>
            <p:cNvSpPr/>
            <p:nvPr/>
          </p:nvSpPr>
          <p:spPr>
            <a:xfrm>
              <a:off x="317634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h5295"/>
            <p:cNvSpPr/>
            <p:nvPr/>
          </p:nvSpPr>
          <p:spPr>
            <a:xfrm>
              <a:off x="3185788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h5296"/>
            <p:cNvSpPr/>
            <p:nvPr/>
          </p:nvSpPr>
          <p:spPr>
            <a:xfrm>
              <a:off x="319522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h5297"/>
            <p:cNvSpPr/>
            <p:nvPr/>
          </p:nvSpPr>
          <p:spPr>
            <a:xfrm>
              <a:off x="320466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h5298"/>
            <p:cNvSpPr/>
            <p:nvPr/>
          </p:nvSpPr>
          <p:spPr>
            <a:xfrm>
              <a:off x="321410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h5299"/>
            <p:cNvSpPr/>
            <p:nvPr/>
          </p:nvSpPr>
          <p:spPr>
            <a:xfrm>
              <a:off x="322354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h5300"/>
            <p:cNvSpPr/>
            <p:nvPr/>
          </p:nvSpPr>
          <p:spPr>
            <a:xfrm>
              <a:off x="323298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h5301"/>
            <p:cNvSpPr/>
            <p:nvPr/>
          </p:nvSpPr>
          <p:spPr>
            <a:xfrm>
              <a:off x="3242429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h5302"/>
            <p:cNvSpPr/>
            <p:nvPr/>
          </p:nvSpPr>
          <p:spPr>
            <a:xfrm>
              <a:off x="325187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h5303"/>
            <p:cNvSpPr/>
            <p:nvPr/>
          </p:nvSpPr>
          <p:spPr>
            <a:xfrm>
              <a:off x="326131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h5304"/>
            <p:cNvSpPr/>
            <p:nvPr/>
          </p:nvSpPr>
          <p:spPr>
            <a:xfrm>
              <a:off x="327075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h5305"/>
            <p:cNvSpPr/>
            <p:nvPr/>
          </p:nvSpPr>
          <p:spPr>
            <a:xfrm>
              <a:off x="328019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h5306"/>
            <p:cNvSpPr/>
            <p:nvPr/>
          </p:nvSpPr>
          <p:spPr>
            <a:xfrm>
              <a:off x="328963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h5307"/>
            <p:cNvSpPr/>
            <p:nvPr/>
          </p:nvSpPr>
          <p:spPr>
            <a:xfrm>
              <a:off x="329907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h5308"/>
            <p:cNvSpPr/>
            <p:nvPr/>
          </p:nvSpPr>
          <p:spPr>
            <a:xfrm>
              <a:off x="330851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h5309"/>
            <p:cNvSpPr/>
            <p:nvPr/>
          </p:nvSpPr>
          <p:spPr>
            <a:xfrm>
              <a:off x="331795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h5310"/>
            <p:cNvSpPr/>
            <p:nvPr/>
          </p:nvSpPr>
          <p:spPr>
            <a:xfrm>
              <a:off x="332739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h5311"/>
            <p:cNvSpPr/>
            <p:nvPr/>
          </p:nvSpPr>
          <p:spPr>
            <a:xfrm>
              <a:off x="333683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h5312"/>
            <p:cNvSpPr/>
            <p:nvPr/>
          </p:nvSpPr>
          <p:spPr>
            <a:xfrm>
              <a:off x="334627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h5313"/>
            <p:cNvSpPr/>
            <p:nvPr/>
          </p:nvSpPr>
          <p:spPr>
            <a:xfrm>
              <a:off x="335571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h5314"/>
            <p:cNvSpPr/>
            <p:nvPr/>
          </p:nvSpPr>
          <p:spPr>
            <a:xfrm>
              <a:off x="336515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h5315"/>
            <p:cNvSpPr/>
            <p:nvPr/>
          </p:nvSpPr>
          <p:spPr>
            <a:xfrm>
              <a:off x="337459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h5316"/>
            <p:cNvSpPr/>
            <p:nvPr/>
          </p:nvSpPr>
          <p:spPr>
            <a:xfrm>
              <a:off x="338403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h5317"/>
            <p:cNvSpPr/>
            <p:nvPr/>
          </p:nvSpPr>
          <p:spPr>
            <a:xfrm>
              <a:off x="339347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h5318"/>
            <p:cNvSpPr/>
            <p:nvPr/>
          </p:nvSpPr>
          <p:spPr>
            <a:xfrm>
              <a:off x="340291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h5319"/>
            <p:cNvSpPr/>
            <p:nvPr/>
          </p:nvSpPr>
          <p:spPr>
            <a:xfrm>
              <a:off x="341235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h5320"/>
            <p:cNvSpPr/>
            <p:nvPr/>
          </p:nvSpPr>
          <p:spPr>
            <a:xfrm>
              <a:off x="342179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h5321"/>
            <p:cNvSpPr/>
            <p:nvPr/>
          </p:nvSpPr>
          <p:spPr>
            <a:xfrm>
              <a:off x="343123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h5322"/>
            <p:cNvSpPr/>
            <p:nvPr/>
          </p:nvSpPr>
          <p:spPr>
            <a:xfrm>
              <a:off x="344067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h5323"/>
            <p:cNvSpPr/>
            <p:nvPr/>
          </p:nvSpPr>
          <p:spPr>
            <a:xfrm>
              <a:off x="345011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h5324"/>
            <p:cNvSpPr/>
            <p:nvPr/>
          </p:nvSpPr>
          <p:spPr>
            <a:xfrm>
              <a:off x="345955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h5325"/>
            <p:cNvSpPr/>
            <p:nvPr/>
          </p:nvSpPr>
          <p:spPr>
            <a:xfrm>
              <a:off x="346899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h5326"/>
            <p:cNvSpPr/>
            <p:nvPr/>
          </p:nvSpPr>
          <p:spPr>
            <a:xfrm>
              <a:off x="347843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h5327"/>
            <p:cNvSpPr/>
            <p:nvPr/>
          </p:nvSpPr>
          <p:spPr>
            <a:xfrm>
              <a:off x="348787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h5328"/>
            <p:cNvSpPr/>
            <p:nvPr/>
          </p:nvSpPr>
          <p:spPr>
            <a:xfrm>
              <a:off x="349731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h5329"/>
            <p:cNvSpPr/>
            <p:nvPr/>
          </p:nvSpPr>
          <p:spPr>
            <a:xfrm>
              <a:off x="350675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h5330"/>
            <p:cNvSpPr/>
            <p:nvPr/>
          </p:nvSpPr>
          <p:spPr>
            <a:xfrm>
              <a:off x="351619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h5331"/>
            <p:cNvSpPr/>
            <p:nvPr/>
          </p:nvSpPr>
          <p:spPr>
            <a:xfrm>
              <a:off x="352563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h5332"/>
            <p:cNvSpPr/>
            <p:nvPr/>
          </p:nvSpPr>
          <p:spPr>
            <a:xfrm>
              <a:off x="353507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h5333"/>
            <p:cNvSpPr/>
            <p:nvPr/>
          </p:nvSpPr>
          <p:spPr>
            <a:xfrm>
              <a:off x="354451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h5334"/>
            <p:cNvSpPr/>
            <p:nvPr/>
          </p:nvSpPr>
          <p:spPr>
            <a:xfrm>
              <a:off x="355395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h5335"/>
            <p:cNvSpPr/>
            <p:nvPr/>
          </p:nvSpPr>
          <p:spPr>
            <a:xfrm>
              <a:off x="356339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h5336"/>
            <p:cNvSpPr/>
            <p:nvPr/>
          </p:nvSpPr>
          <p:spPr>
            <a:xfrm>
              <a:off x="357283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h5337"/>
            <p:cNvSpPr/>
            <p:nvPr/>
          </p:nvSpPr>
          <p:spPr>
            <a:xfrm>
              <a:off x="358227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h5338"/>
            <p:cNvSpPr/>
            <p:nvPr/>
          </p:nvSpPr>
          <p:spPr>
            <a:xfrm>
              <a:off x="359171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h5339"/>
            <p:cNvSpPr/>
            <p:nvPr/>
          </p:nvSpPr>
          <p:spPr>
            <a:xfrm>
              <a:off x="360115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h5340"/>
            <p:cNvSpPr/>
            <p:nvPr/>
          </p:nvSpPr>
          <p:spPr>
            <a:xfrm>
              <a:off x="361059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h5341"/>
            <p:cNvSpPr/>
            <p:nvPr/>
          </p:nvSpPr>
          <p:spPr>
            <a:xfrm>
              <a:off x="362003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h5342"/>
            <p:cNvSpPr/>
            <p:nvPr/>
          </p:nvSpPr>
          <p:spPr>
            <a:xfrm>
              <a:off x="3629479" y="155284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48" y="910713"/>
                  </a:lnTo>
                  <a:lnTo>
                    <a:pt x="922650" y="911226"/>
                  </a:lnTo>
                  <a:lnTo>
                    <a:pt x="921552" y="911740"/>
                  </a:lnTo>
                  <a:lnTo>
                    <a:pt x="920455" y="912254"/>
                  </a:lnTo>
                  <a:lnTo>
                    <a:pt x="919357" y="912768"/>
                  </a:lnTo>
                  <a:lnTo>
                    <a:pt x="918260" y="913281"/>
                  </a:lnTo>
                  <a:lnTo>
                    <a:pt x="917162" y="913795"/>
                  </a:lnTo>
                  <a:lnTo>
                    <a:pt x="916065" y="914310"/>
                  </a:lnTo>
                  <a:lnTo>
                    <a:pt x="915873" y="91439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h5343"/>
            <p:cNvSpPr/>
            <p:nvPr/>
          </p:nvSpPr>
          <p:spPr>
            <a:xfrm>
              <a:off x="3638919" y="1535279"/>
              <a:ext cx="923840" cy="928240"/>
            </a:xfrm>
            <a:custGeom>
              <a:avLst/>
              <a:pathLst>
                <a:path w="923840" h="92824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829"/>
                  </a:lnTo>
                  <a:lnTo>
                    <a:pt x="923093" y="924178"/>
                  </a:lnTo>
                  <a:lnTo>
                    <a:pt x="921995" y="924691"/>
                  </a:lnTo>
                  <a:lnTo>
                    <a:pt x="920896" y="925203"/>
                  </a:lnTo>
                  <a:lnTo>
                    <a:pt x="919798" y="925716"/>
                  </a:lnTo>
                  <a:lnTo>
                    <a:pt x="918700" y="926229"/>
                  </a:lnTo>
                  <a:lnTo>
                    <a:pt x="917601" y="926743"/>
                  </a:lnTo>
                  <a:lnTo>
                    <a:pt x="916503" y="927256"/>
                  </a:lnTo>
                  <a:lnTo>
                    <a:pt x="915405" y="927769"/>
                  </a:lnTo>
                  <a:lnTo>
                    <a:pt x="914400" y="928240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h5344"/>
            <p:cNvSpPr/>
            <p:nvPr/>
          </p:nvSpPr>
          <p:spPr>
            <a:xfrm>
              <a:off x="3648360" y="1535279"/>
              <a:ext cx="923840" cy="923829"/>
            </a:xfrm>
            <a:custGeom>
              <a:avLst/>
              <a:pathLst>
                <a:path w="923840" h="9238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242"/>
                  </a:lnTo>
                  <a:lnTo>
                    <a:pt x="920250" y="921101"/>
                  </a:lnTo>
                  <a:lnTo>
                    <a:pt x="919147" y="921615"/>
                  </a:lnTo>
                  <a:lnTo>
                    <a:pt x="918048" y="922127"/>
                  </a:lnTo>
                  <a:lnTo>
                    <a:pt x="916949" y="922640"/>
                  </a:lnTo>
                  <a:lnTo>
                    <a:pt x="915851" y="923152"/>
                  </a:lnTo>
                  <a:lnTo>
                    <a:pt x="914752" y="923665"/>
                  </a:lnTo>
                  <a:lnTo>
                    <a:pt x="914400" y="92382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h5345"/>
            <p:cNvSpPr/>
            <p:nvPr/>
          </p:nvSpPr>
          <p:spPr>
            <a:xfrm>
              <a:off x="3657800" y="1535279"/>
              <a:ext cx="922453" cy="919242"/>
            </a:xfrm>
            <a:custGeom>
              <a:avLst/>
              <a:pathLst>
                <a:path w="922453" h="919242">
                  <a:moveTo>
                    <a:pt x="914400" y="914400"/>
                  </a:moveTo>
                  <a:lnTo>
                    <a:pt x="922453" y="914400"/>
                  </a:lnTo>
                  <a:lnTo>
                    <a:pt x="922098" y="914660"/>
                  </a:lnTo>
                  <a:lnTo>
                    <a:pt x="916499" y="918154"/>
                  </a:lnTo>
                  <a:lnTo>
                    <a:pt x="914400" y="919242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h5346"/>
            <p:cNvSpPr/>
            <p:nvPr/>
          </p:nvSpPr>
          <p:spPr>
            <a:xfrm>
              <a:off x="2185123" y="151771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294" y="931969"/>
                  </a:lnTo>
                  <a:lnTo>
                    <a:pt x="911312" y="923249"/>
                  </a:lnTo>
                  <a:lnTo>
                    <a:pt x="910556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h5347"/>
            <p:cNvSpPr/>
            <p:nvPr/>
          </p:nvSpPr>
          <p:spPr>
            <a:xfrm>
              <a:off x="218512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h5348"/>
            <p:cNvSpPr/>
            <p:nvPr/>
          </p:nvSpPr>
          <p:spPr>
            <a:xfrm>
              <a:off x="219456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h5349"/>
            <p:cNvSpPr/>
            <p:nvPr/>
          </p:nvSpPr>
          <p:spPr>
            <a:xfrm>
              <a:off x="220400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h5350"/>
            <p:cNvSpPr/>
            <p:nvPr/>
          </p:nvSpPr>
          <p:spPr>
            <a:xfrm>
              <a:off x="221344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h5351"/>
            <p:cNvSpPr/>
            <p:nvPr/>
          </p:nvSpPr>
          <p:spPr>
            <a:xfrm>
              <a:off x="222288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h5352"/>
            <p:cNvSpPr/>
            <p:nvPr/>
          </p:nvSpPr>
          <p:spPr>
            <a:xfrm>
              <a:off x="223232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h5353"/>
            <p:cNvSpPr/>
            <p:nvPr/>
          </p:nvSpPr>
          <p:spPr>
            <a:xfrm>
              <a:off x="224176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h5354"/>
            <p:cNvSpPr/>
            <p:nvPr/>
          </p:nvSpPr>
          <p:spPr>
            <a:xfrm>
              <a:off x="225120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h5355"/>
            <p:cNvSpPr/>
            <p:nvPr/>
          </p:nvSpPr>
          <p:spPr>
            <a:xfrm>
              <a:off x="226064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h5356"/>
            <p:cNvSpPr/>
            <p:nvPr/>
          </p:nvSpPr>
          <p:spPr>
            <a:xfrm>
              <a:off x="227008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h5357"/>
            <p:cNvSpPr/>
            <p:nvPr/>
          </p:nvSpPr>
          <p:spPr>
            <a:xfrm>
              <a:off x="227952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h5358"/>
            <p:cNvSpPr/>
            <p:nvPr/>
          </p:nvSpPr>
          <p:spPr>
            <a:xfrm>
              <a:off x="228896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h5359"/>
            <p:cNvSpPr/>
            <p:nvPr/>
          </p:nvSpPr>
          <p:spPr>
            <a:xfrm>
              <a:off x="229840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h5360"/>
            <p:cNvSpPr/>
            <p:nvPr/>
          </p:nvSpPr>
          <p:spPr>
            <a:xfrm>
              <a:off x="230784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h5361"/>
            <p:cNvSpPr/>
            <p:nvPr/>
          </p:nvSpPr>
          <p:spPr>
            <a:xfrm>
              <a:off x="231728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h5362"/>
            <p:cNvSpPr/>
            <p:nvPr/>
          </p:nvSpPr>
          <p:spPr>
            <a:xfrm>
              <a:off x="232672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h5363"/>
            <p:cNvSpPr/>
            <p:nvPr/>
          </p:nvSpPr>
          <p:spPr>
            <a:xfrm>
              <a:off x="233616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h5364"/>
            <p:cNvSpPr/>
            <p:nvPr/>
          </p:nvSpPr>
          <p:spPr>
            <a:xfrm>
              <a:off x="234560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h5365"/>
            <p:cNvSpPr/>
            <p:nvPr/>
          </p:nvSpPr>
          <p:spPr>
            <a:xfrm>
              <a:off x="235504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h5366"/>
            <p:cNvSpPr/>
            <p:nvPr/>
          </p:nvSpPr>
          <p:spPr>
            <a:xfrm>
              <a:off x="236448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h5367"/>
            <p:cNvSpPr/>
            <p:nvPr/>
          </p:nvSpPr>
          <p:spPr>
            <a:xfrm>
              <a:off x="237392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h5368"/>
            <p:cNvSpPr/>
            <p:nvPr/>
          </p:nvSpPr>
          <p:spPr>
            <a:xfrm>
              <a:off x="2383368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h5369"/>
            <p:cNvSpPr/>
            <p:nvPr/>
          </p:nvSpPr>
          <p:spPr>
            <a:xfrm>
              <a:off x="239280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h5370"/>
            <p:cNvSpPr/>
            <p:nvPr/>
          </p:nvSpPr>
          <p:spPr>
            <a:xfrm>
              <a:off x="2402248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h5371"/>
            <p:cNvSpPr/>
            <p:nvPr/>
          </p:nvSpPr>
          <p:spPr>
            <a:xfrm>
              <a:off x="241168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h5372"/>
            <p:cNvSpPr/>
            <p:nvPr/>
          </p:nvSpPr>
          <p:spPr>
            <a:xfrm>
              <a:off x="2421129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h5373"/>
            <p:cNvSpPr/>
            <p:nvPr/>
          </p:nvSpPr>
          <p:spPr>
            <a:xfrm>
              <a:off x="2430569" y="1535279"/>
              <a:ext cx="922848" cy="914400"/>
            </a:xfrm>
            <a:custGeom>
              <a:avLst/>
              <a:pathLst>
                <a:path w="9228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79" y="896830"/>
                  </a:lnTo>
                  <a:lnTo>
                    <a:pt x="920832" y="904832"/>
                  </a:lnTo>
                  <a:lnTo>
                    <a:pt x="922848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h5374"/>
            <p:cNvSpPr/>
            <p:nvPr/>
          </p:nvSpPr>
          <p:spPr>
            <a:xfrm>
              <a:off x="3129147" y="151771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42" y="931969"/>
                  </a:lnTo>
                  <a:lnTo>
                    <a:pt x="908770" y="930078"/>
                  </a:lnTo>
                  <a:lnTo>
                    <a:pt x="908090" y="919214"/>
                  </a:lnTo>
                  <a:lnTo>
                    <a:pt x="907924" y="914400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h5375"/>
            <p:cNvSpPr/>
            <p:nvPr/>
          </p:nvSpPr>
          <p:spPr>
            <a:xfrm>
              <a:off x="312914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h5376"/>
            <p:cNvSpPr/>
            <p:nvPr/>
          </p:nvSpPr>
          <p:spPr>
            <a:xfrm>
              <a:off x="313858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h5377"/>
            <p:cNvSpPr/>
            <p:nvPr/>
          </p:nvSpPr>
          <p:spPr>
            <a:xfrm>
              <a:off x="314802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h5378"/>
            <p:cNvSpPr/>
            <p:nvPr/>
          </p:nvSpPr>
          <p:spPr>
            <a:xfrm>
              <a:off x="315746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h5379"/>
            <p:cNvSpPr/>
            <p:nvPr/>
          </p:nvSpPr>
          <p:spPr>
            <a:xfrm>
              <a:off x="316690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h5380"/>
            <p:cNvSpPr/>
            <p:nvPr/>
          </p:nvSpPr>
          <p:spPr>
            <a:xfrm>
              <a:off x="317634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h5381"/>
            <p:cNvSpPr/>
            <p:nvPr/>
          </p:nvSpPr>
          <p:spPr>
            <a:xfrm>
              <a:off x="3185788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h5382"/>
            <p:cNvSpPr/>
            <p:nvPr/>
          </p:nvSpPr>
          <p:spPr>
            <a:xfrm>
              <a:off x="319522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h5383"/>
            <p:cNvSpPr/>
            <p:nvPr/>
          </p:nvSpPr>
          <p:spPr>
            <a:xfrm>
              <a:off x="320466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h5384"/>
            <p:cNvSpPr/>
            <p:nvPr/>
          </p:nvSpPr>
          <p:spPr>
            <a:xfrm>
              <a:off x="321410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h5385"/>
            <p:cNvSpPr/>
            <p:nvPr/>
          </p:nvSpPr>
          <p:spPr>
            <a:xfrm>
              <a:off x="322354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h5386"/>
            <p:cNvSpPr/>
            <p:nvPr/>
          </p:nvSpPr>
          <p:spPr>
            <a:xfrm>
              <a:off x="323298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h5387"/>
            <p:cNvSpPr/>
            <p:nvPr/>
          </p:nvSpPr>
          <p:spPr>
            <a:xfrm>
              <a:off x="3242429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h5388"/>
            <p:cNvSpPr/>
            <p:nvPr/>
          </p:nvSpPr>
          <p:spPr>
            <a:xfrm>
              <a:off x="325187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h5389"/>
            <p:cNvSpPr/>
            <p:nvPr/>
          </p:nvSpPr>
          <p:spPr>
            <a:xfrm>
              <a:off x="326131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h5390"/>
            <p:cNvSpPr/>
            <p:nvPr/>
          </p:nvSpPr>
          <p:spPr>
            <a:xfrm>
              <a:off x="327075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h5391"/>
            <p:cNvSpPr/>
            <p:nvPr/>
          </p:nvSpPr>
          <p:spPr>
            <a:xfrm>
              <a:off x="328019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h5392"/>
            <p:cNvSpPr/>
            <p:nvPr/>
          </p:nvSpPr>
          <p:spPr>
            <a:xfrm>
              <a:off x="328963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h5393"/>
            <p:cNvSpPr/>
            <p:nvPr/>
          </p:nvSpPr>
          <p:spPr>
            <a:xfrm>
              <a:off x="329907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h5394"/>
            <p:cNvSpPr/>
            <p:nvPr/>
          </p:nvSpPr>
          <p:spPr>
            <a:xfrm>
              <a:off x="330851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h5395"/>
            <p:cNvSpPr/>
            <p:nvPr/>
          </p:nvSpPr>
          <p:spPr>
            <a:xfrm>
              <a:off x="331795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h5396"/>
            <p:cNvSpPr/>
            <p:nvPr/>
          </p:nvSpPr>
          <p:spPr>
            <a:xfrm>
              <a:off x="332739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h5397"/>
            <p:cNvSpPr/>
            <p:nvPr/>
          </p:nvSpPr>
          <p:spPr>
            <a:xfrm>
              <a:off x="333683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h5398"/>
            <p:cNvSpPr/>
            <p:nvPr/>
          </p:nvSpPr>
          <p:spPr>
            <a:xfrm>
              <a:off x="334627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h5399"/>
            <p:cNvSpPr/>
            <p:nvPr/>
          </p:nvSpPr>
          <p:spPr>
            <a:xfrm>
              <a:off x="335571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h5400"/>
            <p:cNvSpPr/>
            <p:nvPr/>
          </p:nvSpPr>
          <p:spPr>
            <a:xfrm>
              <a:off x="336515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h5401"/>
            <p:cNvSpPr/>
            <p:nvPr/>
          </p:nvSpPr>
          <p:spPr>
            <a:xfrm>
              <a:off x="337459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h5402"/>
            <p:cNvSpPr/>
            <p:nvPr/>
          </p:nvSpPr>
          <p:spPr>
            <a:xfrm>
              <a:off x="338403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h5403"/>
            <p:cNvSpPr/>
            <p:nvPr/>
          </p:nvSpPr>
          <p:spPr>
            <a:xfrm>
              <a:off x="339347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h5404"/>
            <p:cNvSpPr/>
            <p:nvPr/>
          </p:nvSpPr>
          <p:spPr>
            <a:xfrm>
              <a:off x="340291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h5405"/>
            <p:cNvSpPr/>
            <p:nvPr/>
          </p:nvSpPr>
          <p:spPr>
            <a:xfrm>
              <a:off x="341235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h5406"/>
            <p:cNvSpPr/>
            <p:nvPr/>
          </p:nvSpPr>
          <p:spPr>
            <a:xfrm>
              <a:off x="342179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h5407"/>
            <p:cNvSpPr/>
            <p:nvPr/>
          </p:nvSpPr>
          <p:spPr>
            <a:xfrm>
              <a:off x="343123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h5408"/>
            <p:cNvSpPr/>
            <p:nvPr/>
          </p:nvSpPr>
          <p:spPr>
            <a:xfrm>
              <a:off x="344067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h5409"/>
            <p:cNvSpPr/>
            <p:nvPr/>
          </p:nvSpPr>
          <p:spPr>
            <a:xfrm>
              <a:off x="345011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h5410"/>
            <p:cNvSpPr/>
            <p:nvPr/>
          </p:nvSpPr>
          <p:spPr>
            <a:xfrm>
              <a:off x="345955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h5411"/>
            <p:cNvSpPr/>
            <p:nvPr/>
          </p:nvSpPr>
          <p:spPr>
            <a:xfrm>
              <a:off x="346899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h5412"/>
            <p:cNvSpPr/>
            <p:nvPr/>
          </p:nvSpPr>
          <p:spPr>
            <a:xfrm>
              <a:off x="347843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h5413"/>
            <p:cNvSpPr/>
            <p:nvPr/>
          </p:nvSpPr>
          <p:spPr>
            <a:xfrm>
              <a:off x="348787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h5414"/>
            <p:cNvSpPr/>
            <p:nvPr/>
          </p:nvSpPr>
          <p:spPr>
            <a:xfrm>
              <a:off x="349731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h5415"/>
            <p:cNvSpPr/>
            <p:nvPr/>
          </p:nvSpPr>
          <p:spPr>
            <a:xfrm>
              <a:off x="350675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h5416"/>
            <p:cNvSpPr/>
            <p:nvPr/>
          </p:nvSpPr>
          <p:spPr>
            <a:xfrm>
              <a:off x="351619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h5417"/>
            <p:cNvSpPr/>
            <p:nvPr/>
          </p:nvSpPr>
          <p:spPr>
            <a:xfrm>
              <a:off x="352563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h5418"/>
            <p:cNvSpPr/>
            <p:nvPr/>
          </p:nvSpPr>
          <p:spPr>
            <a:xfrm>
              <a:off x="353507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h5419"/>
            <p:cNvSpPr/>
            <p:nvPr/>
          </p:nvSpPr>
          <p:spPr>
            <a:xfrm>
              <a:off x="354451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h5420"/>
            <p:cNvSpPr/>
            <p:nvPr/>
          </p:nvSpPr>
          <p:spPr>
            <a:xfrm>
              <a:off x="355395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h5421"/>
            <p:cNvSpPr/>
            <p:nvPr/>
          </p:nvSpPr>
          <p:spPr>
            <a:xfrm>
              <a:off x="356339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h5422"/>
            <p:cNvSpPr/>
            <p:nvPr/>
          </p:nvSpPr>
          <p:spPr>
            <a:xfrm>
              <a:off x="357283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h5423"/>
            <p:cNvSpPr/>
            <p:nvPr/>
          </p:nvSpPr>
          <p:spPr>
            <a:xfrm>
              <a:off x="358227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h5424"/>
            <p:cNvSpPr/>
            <p:nvPr/>
          </p:nvSpPr>
          <p:spPr>
            <a:xfrm>
              <a:off x="359171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h5425"/>
            <p:cNvSpPr/>
            <p:nvPr/>
          </p:nvSpPr>
          <p:spPr>
            <a:xfrm>
              <a:off x="360115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h5426"/>
            <p:cNvSpPr/>
            <p:nvPr/>
          </p:nvSpPr>
          <p:spPr>
            <a:xfrm>
              <a:off x="361059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h5427"/>
            <p:cNvSpPr/>
            <p:nvPr/>
          </p:nvSpPr>
          <p:spPr>
            <a:xfrm>
              <a:off x="362003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h5428"/>
            <p:cNvSpPr/>
            <p:nvPr/>
          </p:nvSpPr>
          <p:spPr>
            <a:xfrm>
              <a:off x="362947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h5429"/>
            <p:cNvSpPr/>
            <p:nvPr/>
          </p:nvSpPr>
          <p:spPr>
            <a:xfrm>
              <a:off x="363891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h5430"/>
            <p:cNvSpPr/>
            <p:nvPr/>
          </p:nvSpPr>
          <p:spPr>
            <a:xfrm>
              <a:off x="364836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h5431"/>
            <p:cNvSpPr/>
            <p:nvPr/>
          </p:nvSpPr>
          <p:spPr>
            <a:xfrm>
              <a:off x="3657800" y="153527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381"/>
                  </a:lnTo>
                  <a:lnTo>
                    <a:pt x="922453" y="914400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h5432"/>
            <p:cNvSpPr/>
            <p:nvPr/>
          </p:nvSpPr>
          <p:spPr>
            <a:xfrm>
              <a:off x="3667240" y="1517710"/>
              <a:ext cx="923840" cy="930951"/>
            </a:xfrm>
            <a:custGeom>
              <a:avLst/>
              <a:pathLst>
                <a:path w="923840" h="930951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331"/>
                  </a:lnTo>
                  <a:lnTo>
                    <a:pt x="923525" y="923636"/>
                  </a:lnTo>
                  <a:lnTo>
                    <a:pt x="918152" y="928197"/>
                  </a:lnTo>
                  <a:lnTo>
                    <a:pt x="914400" y="930951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h5433"/>
            <p:cNvSpPr/>
            <p:nvPr/>
          </p:nvSpPr>
          <p:spPr>
            <a:xfrm>
              <a:off x="3676680" y="1517710"/>
              <a:ext cx="923121" cy="923331"/>
            </a:xfrm>
            <a:custGeom>
              <a:avLst/>
              <a:pathLst>
                <a:path w="923121" h="923331">
                  <a:moveTo>
                    <a:pt x="914400" y="914400"/>
                  </a:moveTo>
                  <a:lnTo>
                    <a:pt x="923121" y="914400"/>
                  </a:lnTo>
                  <a:lnTo>
                    <a:pt x="919323" y="918561"/>
                  </a:lnTo>
                  <a:lnTo>
                    <a:pt x="914400" y="923331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h5434"/>
            <p:cNvSpPr/>
            <p:nvPr/>
          </p:nvSpPr>
          <p:spPr>
            <a:xfrm>
              <a:off x="2175682" y="1500140"/>
              <a:ext cx="914400" cy="919531"/>
            </a:xfrm>
            <a:custGeom>
              <a:avLst/>
              <a:pathLst>
                <a:path w="914400" h="919531">
                  <a:moveTo>
                    <a:pt x="914400" y="914400"/>
                  </a:moveTo>
                  <a:lnTo>
                    <a:pt x="914400" y="919531"/>
                  </a:lnTo>
                  <a:lnTo>
                    <a:pt x="911974" y="917627"/>
                  </a:lnTo>
                  <a:lnTo>
                    <a:pt x="908386" y="91440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h5435"/>
            <p:cNvSpPr/>
            <p:nvPr/>
          </p:nvSpPr>
          <p:spPr>
            <a:xfrm>
              <a:off x="217568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996" y="931969"/>
                  </a:lnTo>
                  <a:lnTo>
                    <a:pt x="919885" y="930675"/>
                  </a:lnTo>
                  <a:lnTo>
                    <a:pt x="919449" y="923260"/>
                  </a:lnTo>
                  <a:lnTo>
                    <a:pt x="917319" y="921822"/>
                  </a:lnTo>
                  <a:lnTo>
                    <a:pt x="914400" y="919531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h5436"/>
            <p:cNvSpPr/>
            <p:nvPr/>
          </p:nvSpPr>
          <p:spPr>
            <a:xfrm>
              <a:off x="218512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h5437"/>
            <p:cNvSpPr/>
            <p:nvPr/>
          </p:nvSpPr>
          <p:spPr>
            <a:xfrm>
              <a:off x="219456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h5438"/>
            <p:cNvSpPr/>
            <p:nvPr/>
          </p:nvSpPr>
          <p:spPr>
            <a:xfrm>
              <a:off x="220400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h5439"/>
            <p:cNvSpPr/>
            <p:nvPr/>
          </p:nvSpPr>
          <p:spPr>
            <a:xfrm>
              <a:off x="221344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h5440"/>
            <p:cNvSpPr/>
            <p:nvPr/>
          </p:nvSpPr>
          <p:spPr>
            <a:xfrm>
              <a:off x="222288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h5441"/>
            <p:cNvSpPr/>
            <p:nvPr/>
          </p:nvSpPr>
          <p:spPr>
            <a:xfrm>
              <a:off x="223232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h5442"/>
            <p:cNvSpPr/>
            <p:nvPr/>
          </p:nvSpPr>
          <p:spPr>
            <a:xfrm>
              <a:off x="224176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h5443"/>
            <p:cNvSpPr/>
            <p:nvPr/>
          </p:nvSpPr>
          <p:spPr>
            <a:xfrm>
              <a:off x="225120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h5444"/>
            <p:cNvSpPr/>
            <p:nvPr/>
          </p:nvSpPr>
          <p:spPr>
            <a:xfrm>
              <a:off x="226064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h5445"/>
            <p:cNvSpPr/>
            <p:nvPr/>
          </p:nvSpPr>
          <p:spPr>
            <a:xfrm>
              <a:off x="227008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h5446"/>
            <p:cNvSpPr/>
            <p:nvPr/>
          </p:nvSpPr>
          <p:spPr>
            <a:xfrm>
              <a:off x="227952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h5447"/>
            <p:cNvSpPr/>
            <p:nvPr/>
          </p:nvSpPr>
          <p:spPr>
            <a:xfrm>
              <a:off x="228896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h5448"/>
            <p:cNvSpPr/>
            <p:nvPr/>
          </p:nvSpPr>
          <p:spPr>
            <a:xfrm>
              <a:off x="229840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h5449"/>
            <p:cNvSpPr/>
            <p:nvPr/>
          </p:nvSpPr>
          <p:spPr>
            <a:xfrm>
              <a:off x="230784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h5450"/>
            <p:cNvSpPr/>
            <p:nvPr/>
          </p:nvSpPr>
          <p:spPr>
            <a:xfrm>
              <a:off x="231728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h5451"/>
            <p:cNvSpPr/>
            <p:nvPr/>
          </p:nvSpPr>
          <p:spPr>
            <a:xfrm>
              <a:off x="232672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h5452"/>
            <p:cNvSpPr/>
            <p:nvPr/>
          </p:nvSpPr>
          <p:spPr>
            <a:xfrm>
              <a:off x="233616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h5453"/>
            <p:cNvSpPr/>
            <p:nvPr/>
          </p:nvSpPr>
          <p:spPr>
            <a:xfrm>
              <a:off x="234560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h5454"/>
            <p:cNvSpPr/>
            <p:nvPr/>
          </p:nvSpPr>
          <p:spPr>
            <a:xfrm>
              <a:off x="235504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h5455"/>
            <p:cNvSpPr/>
            <p:nvPr/>
          </p:nvSpPr>
          <p:spPr>
            <a:xfrm>
              <a:off x="236448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h5456"/>
            <p:cNvSpPr/>
            <p:nvPr/>
          </p:nvSpPr>
          <p:spPr>
            <a:xfrm>
              <a:off x="237392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h5457"/>
            <p:cNvSpPr/>
            <p:nvPr/>
          </p:nvSpPr>
          <p:spPr>
            <a:xfrm>
              <a:off x="2383368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h5458"/>
            <p:cNvSpPr/>
            <p:nvPr/>
          </p:nvSpPr>
          <p:spPr>
            <a:xfrm>
              <a:off x="239280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h5459"/>
            <p:cNvSpPr/>
            <p:nvPr/>
          </p:nvSpPr>
          <p:spPr>
            <a:xfrm>
              <a:off x="2402248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h5460"/>
            <p:cNvSpPr/>
            <p:nvPr/>
          </p:nvSpPr>
          <p:spPr>
            <a:xfrm>
              <a:off x="241168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h5461"/>
            <p:cNvSpPr/>
            <p:nvPr/>
          </p:nvSpPr>
          <p:spPr>
            <a:xfrm>
              <a:off x="2430569" y="15177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843" y="896830"/>
                  </a:lnTo>
                  <a:lnTo>
                    <a:pt x="914400" y="89859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h5462"/>
            <p:cNvSpPr/>
            <p:nvPr/>
          </p:nvSpPr>
          <p:spPr>
            <a:xfrm>
              <a:off x="2430569" y="1517710"/>
              <a:ext cx="918879" cy="914400"/>
            </a:xfrm>
            <a:custGeom>
              <a:avLst/>
              <a:pathLst>
                <a:path w="918879" h="914400">
                  <a:moveTo>
                    <a:pt x="914400" y="914400"/>
                  </a:moveTo>
                  <a:lnTo>
                    <a:pt x="914400" y="898590"/>
                  </a:lnTo>
                  <a:lnTo>
                    <a:pt x="915601" y="902389"/>
                  </a:lnTo>
                  <a:lnTo>
                    <a:pt x="918359" y="912267"/>
                  </a:lnTo>
                  <a:lnTo>
                    <a:pt x="918879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h5463"/>
            <p:cNvSpPr/>
            <p:nvPr/>
          </p:nvSpPr>
          <p:spPr>
            <a:xfrm>
              <a:off x="3129147" y="150014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924" y="931969"/>
                  </a:lnTo>
                  <a:lnTo>
                    <a:pt x="907714" y="925868"/>
                  </a:lnTo>
                  <a:lnTo>
                    <a:pt x="907642" y="914931"/>
                  </a:lnTo>
                  <a:lnTo>
                    <a:pt x="907653" y="914400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h5464"/>
            <p:cNvSpPr/>
            <p:nvPr/>
          </p:nvSpPr>
          <p:spPr>
            <a:xfrm>
              <a:off x="312914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h5465"/>
            <p:cNvSpPr/>
            <p:nvPr/>
          </p:nvSpPr>
          <p:spPr>
            <a:xfrm>
              <a:off x="313858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h5466"/>
            <p:cNvSpPr/>
            <p:nvPr/>
          </p:nvSpPr>
          <p:spPr>
            <a:xfrm>
              <a:off x="314802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h5467"/>
            <p:cNvSpPr/>
            <p:nvPr/>
          </p:nvSpPr>
          <p:spPr>
            <a:xfrm>
              <a:off x="315746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h5468"/>
            <p:cNvSpPr/>
            <p:nvPr/>
          </p:nvSpPr>
          <p:spPr>
            <a:xfrm>
              <a:off x="316690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h5469"/>
            <p:cNvSpPr/>
            <p:nvPr/>
          </p:nvSpPr>
          <p:spPr>
            <a:xfrm>
              <a:off x="317634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h5470"/>
            <p:cNvSpPr/>
            <p:nvPr/>
          </p:nvSpPr>
          <p:spPr>
            <a:xfrm>
              <a:off x="3185788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h5471"/>
            <p:cNvSpPr/>
            <p:nvPr/>
          </p:nvSpPr>
          <p:spPr>
            <a:xfrm>
              <a:off x="319522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h5472"/>
            <p:cNvSpPr/>
            <p:nvPr/>
          </p:nvSpPr>
          <p:spPr>
            <a:xfrm>
              <a:off x="320466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h5473"/>
            <p:cNvSpPr/>
            <p:nvPr/>
          </p:nvSpPr>
          <p:spPr>
            <a:xfrm>
              <a:off x="321410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h5474"/>
            <p:cNvSpPr/>
            <p:nvPr/>
          </p:nvSpPr>
          <p:spPr>
            <a:xfrm>
              <a:off x="322354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h5475"/>
            <p:cNvSpPr/>
            <p:nvPr/>
          </p:nvSpPr>
          <p:spPr>
            <a:xfrm>
              <a:off x="323298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h5476"/>
            <p:cNvSpPr/>
            <p:nvPr/>
          </p:nvSpPr>
          <p:spPr>
            <a:xfrm>
              <a:off x="3242429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h5477"/>
            <p:cNvSpPr/>
            <p:nvPr/>
          </p:nvSpPr>
          <p:spPr>
            <a:xfrm>
              <a:off x="325187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h5478"/>
            <p:cNvSpPr/>
            <p:nvPr/>
          </p:nvSpPr>
          <p:spPr>
            <a:xfrm>
              <a:off x="326131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h5479"/>
            <p:cNvSpPr/>
            <p:nvPr/>
          </p:nvSpPr>
          <p:spPr>
            <a:xfrm>
              <a:off x="327075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h5480"/>
            <p:cNvSpPr/>
            <p:nvPr/>
          </p:nvSpPr>
          <p:spPr>
            <a:xfrm>
              <a:off x="328019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h5481"/>
            <p:cNvSpPr/>
            <p:nvPr/>
          </p:nvSpPr>
          <p:spPr>
            <a:xfrm>
              <a:off x="328963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h5482"/>
            <p:cNvSpPr/>
            <p:nvPr/>
          </p:nvSpPr>
          <p:spPr>
            <a:xfrm>
              <a:off x="329907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h5483"/>
            <p:cNvSpPr/>
            <p:nvPr/>
          </p:nvSpPr>
          <p:spPr>
            <a:xfrm>
              <a:off x="330851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h5484"/>
            <p:cNvSpPr/>
            <p:nvPr/>
          </p:nvSpPr>
          <p:spPr>
            <a:xfrm>
              <a:off x="331795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h5485"/>
            <p:cNvSpPr/>
            <p:nvPr/>
          </p:nvSpPr>
          <p:spPr>
            <a:xfrm>
              <a:off x="332739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h5486"/>
            <p:cNvSpPr/>
            <p:nvPr/>
          </p:nvSpPr>
          <p:spPr>
            <a:xfrm>
              <a:off x="333683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h5487"/>
            <p:cNvSpPr/>
            <p:nvPr/>
          </p:nvSpPr>
          <p:spPr>
            <a:xfrm>
              <a:off x="334627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h5488"/>
            <p:cNvSpPr/>
            <p:nvPr/>
          </p:nvSpPr>
          <p:spPr>
            <a:xfrm>
              <a:off x="335571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h5489"/>
            <p:cNvSpPr/>
            <p:nvPr/>
          </p:nvSpPr>
          <p:spPr>
            <a:xfrm>
              <a:off x="336515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h5490"/>
            <p:cNvSpPr/>
            <p:nvPr/>
          </p:nvSpPr>
          <p:spPr>
            <a:xfrm>
              <a:off x="337459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h5491"/>
            <p:cNvSpPr/>
            <p:nvPr/>
          </p:nvSpPr>
          <p:spPr>
            <a:xfrm>
              <a:off x="338403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h5492"/>
            <p:cNvSpPr/>
            <p:nvPr/>
          </p:nvSpPr>
          <p:spPr>
            <a:xfrm>
              <a:off x="339347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h5493"/>
            <p:cNvSpPr/>
            <p:nvPr/>
          </p:nvSpPr>
          <p:spPr>
            <a:xfrm>
              <a:off x="340291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h5494"/>
            <p:cNvSpPr/>
            <p:nvPr/>
          </p:nvSpPr>
          <p:spPr>
            <a:xfrm>
              <a:off x="341235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h5495"/>
            <p:cNvSpPr/>
            <p:nvPr/>
          </p:nvSpPr>
          <p:spPr>
            <a:xfrm>
              <a:off x="342179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h5496"/>
            <p:cNvSpPr/>
            <p:nvPr/>
          </p:nvSpPr>
          <p:spPr>
            <a:xfrm>
              <a:off x="343123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h5497"/>
            <p:cNvSpPr/>
            <p:nvPr/>
          </p:nvSpPr>
          <p:spPr>
            <a:xfrm>
              <a:off x="344067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h5498"/>
            <p:cNvSpPr/>
            <p:nvPr/>
          </p:nvSpPr>
          <p:spPr>
            <a:xfrm>
              <a:off x="345011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h5499"/>
            <p:cNvSpPr/>
            <p:nvPr/>
          </p:nvSpPr>
          <p:spPr>
            <a:xfrm>
              <a:off x="345955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h5500"/>
            <p:cNvSpPr/>
            <p:nvPr/>
          </p:nvSpPr>
          <p:spPr>
            <a:xfrm>
              <a:off x="346899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h5501"/>
            <p:cNvSpPr/>
            <p:nvPr/>
          </p:nvSpPr>
          <p:spPr>
            <a:xfrm>
              <a:off x="347843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h5502"/>
            <p:cNvSpPr/>
            <p:nvPr/>
          </p:nvSpPr>
          <p:spPr>
            <a:xfrm>
              <a:off x="348787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h5503"/>
            <p:cNvSpPr/>
            <p:nvPr/>
          </p:nvSpPr>
          <p:spPr>
            <a:xfrm>
              <a:off x="349731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h5504"/>
            <p:cNvSpPr/>
            <p:nvPr/>
          </p:nvSpPr>
          <p:spPr>
            <a:xfrm>
              <a:off x="350675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h5505"/>
            <p:cNvSpPr/>
            <p:nvPr/>
          </p:nvSpPr>
          <p:spPr>
            <a:xfrm>
              <a:off x="351619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h5506"/>
            <p:cNvSpPr/>
            <p:nvPr/>
          </p:nvSpPr>
          <p:spPr>
            <a:xfrm>
              <a:off x="352563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h5507"/>
            <p:cNvSpPr/>
            <p:nvPr/>
          </p:nvSpPr>
          <p:spPr>
            <a:xfrm>
              <a:off x="353507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h5508"/>
            <p:cNvSpPr/>
            <p:nvPr/>
          </p:nvSpPr>
          <p:spPr>
            <a:xfrm>
              <a:off x="354451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h5509"/>
            <p:cNvSpPr/>
            <p:nvPr/>
          </p:nvSpPr>
          <p:spPr>
            <a:xfrm>
              <a:off x="355395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h5510"/>
            <p:cNvSpPr/>
            <p:nvPr/>
          </p:nvSpPr>
          <p:spPr>
            <a:xfrm>
              <a:off x="356339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h5511"/>
            <p:cNvSpPr/>
            <p:nvPr/>
          </p:nvSpPr>
          <p:spPr>
            <a:xfrm>
              <a:off x="357283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h5512"/>
            <p:cNvSpPr/>
            <p:nvPr/>
          </p:nvSpPr>
          <p:spPr>
            <a:xfrm>
              <a:off x="358227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h5513"/>
            <p:cNvSpPr/>
            <p:nvPr/>
          </p:nvSpPr>
          <p:spPr>
            <a:xfrm>
              <a:off x="359171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h5514"/>
            <p:cNvSpPr/>
            <p:nvPr/>
          </p:nvSpPr>
          <p:spPr>
            <a:xfrm>
              <a:off x="360115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h5515"/>
            <p:cNvSpPr/>
            <p:nvPr/>
          </p:nvSpPr>
          <p:spPr>
            <a:xfrm>
              <a:off x="361059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h5516"/>
            <p:cNvSpPr/>
            <p:nvPr/>
          </p:nvSpPr>
          <p:spPr>
            <a:xfrm>
              <a:off x="362003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h5517"/>
            <p:cNvSpPr/>
            <p:nvPr/>
          </p:nvSpPr>
          <p:spPr>
            <a:xfrm>
              <a:off x="362947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h5518"/>
            <p:cNvSpPr/>
            <p:nvPr/>
          </p:nvSpPr>
          <p:spPr>
            <a:xfrm>
              <a:off x="363891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h5519"/>
            <p:cNvSpPr/>
            <p:nvPr/>
          </p:nvSpPr>
          <p:spPr>
            <a:xfrm>
              <a:off x="364836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h5520"/>
            <p:cNvSpPr/>
            <p:nvPr/>
          </p:nvSpPr>
          <p:spPr>
            <a:xfrm>
              <a:off x="365780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h5521"/>
            <p:cNvSpPr/>
            <p:nvPr/>
          </p:nvSpPr>
          <p:spPr>
            <a:xfrm>
              <a:off x="366724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h5522"/>
            <p:cNvSpPr/>
            <p:nvPr/>
          </p:nvSpPr>
          <p:spPr>
            <a:xfrm>
              <a:off x="3676680" y="151771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612"/>
                  </a:lnTo>
                  <a:lnTo>
                    <a:pt x="923121" y="914400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h5523"/>
            <p:cNvSpPr/>
            <p:nvPr/>
          </p:nvSpPr>
          <p:spPr>
            <a:xfrm>
              <a:off x="3686121" y="1500140"/>
              <a:ext cx="923840" cy="931182"/>
            </a:xfrm>
            <a:custGeom>
              <a:avLst/>
              <a:pathLst>
                <a:path w="923840" h="93118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130"/>
                  </a:lnTo>
                  <a:lnTo>
                    <a:pt x="921828" y="922592"/>
                  </a:lnTo>
                  <a:lnTo>
                    <a:pt x="920108" y="924588"/>
                  </a:lnTo>
                  <a:lnTo>
                    <a:pt x="918399" y="926573"/>
                  </a:lnTo>
                  <a:lnTo>
                    <a:pt x="916690" y="928558"/>
                  </a:lnTo>
                  <a:lnTo>
                    <a:pt x="914972" y="930554"/>
                  </a:lnTo>
                  <a:lnTo>
                    <a:pt x="914400" y="931182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h5524"/>
            <p:cNvSpPr/>
            <p:nvPr/>
          </p:nvSpPr>
          <p:spPr>
            <a:xfrm>
              <a:off x="3695561" y="1500140"/>
              <a:ext cx="918873" cy="920130"/>
            </a:xfrm>
            <a:custGeom>
              <a:avLst/>
              <a:pathLst>
                <a:path w="918873" h="920130">
                  <a:moveTo>
                    <a:pt x="914400" y="914400"/>
                  </a:moveTo>
                  <a:lnTo>
                    <a:pt x="918873" y="914400"/>
                  </a:lnTo>
                  <a:lnTo>
                    <a:pt x="916940" y="917021"/>
                  </a:lnTo>
                  <a:lnTo>
                    <a:pt x="914400" y="920130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h5525"/>
            <p:cNvSpPr/>
            <p:nvPr/>
          </p:nvSpPr>
          <p:spPr>
            <a:xfrm>
              <a:off x="2156802" y="1482570"/>
              <a:ext cx="914400" cy="918089"/>
            </a:xfrm>
            <a:custGeom>
              <a:avLst/>
              <a:pathLst>
                <a:path w="914400" h="918089">
                  <a:moveTo>
                    <a:pt x="914400" y="914400"/>
                  </a:moveTo>
                  <a:lnTo>
                    <a:pt x="914400" y="918089"/>
                  </a:lnTo>
                  <a:lnTo>
                    <a:pt x="911526" y="91440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h5526"/>
            <p:cNvSpPr/>
            <p:nvPr/>
          </p:nvSpPr>
          <p:spPr>
            <a:xfrm>
              <a:off x="2156802" y="1482570"/>
              <a:ext cx="923840" cy="928670"/>
            </a:xfrm>
            <a:custGeom>
              <a:avLst/>
              <a:pathLst>
                <a:path w="923840" h="92867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670"/>
                  </a:lnTo>
                  <a:lnTo>
                    <a:pt x="920545" y="925308"/>
                  </a:lnTo>
                  <a:lnTo>
                    <a:pt x="915608" y="919640"/>
                  </a:lnTo>
                  <a:lnTo>
                    <a:pt x="914400" y="91808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h5527"/>
            <p:cNvSpPr/>
            <p:nvPr/>
          </p:nvSpPr>
          <p:spPr>
            <a:xfrm>
              <a:off x="216624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26" y="931969"/>
                  </a:lnTo>
                  <a:lnTo>
                    <a:pt x="916191" y="930498"/>
                  </a:lnTo>
                  <a:lnTo>
                    <a:pt x="914400" y="92867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h5528"/>
            <p:cNvSpPr/>
            <p:nvPr/>
          </p:nvSpPr>
          <p:spPr>
            <a:xfrm>
              <a:off x="217568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h5529"/>
            <p:cNvSpPr/>
            <p:nvPr/>
          </p:nvSpPr>
          <p:spPr>
            <a:xfrm>
              <a:off x="218512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h5530"/>
            <p:cNvSpPr/>
            <p:nvPr/>
          </p:nvSpPr>
          <p:spPr>
            <a:xfrm>
              <a:off x="219456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h5531"/>
            <p:cNvSpPr/>
            <p:nvPr/>
          </p:nvSpPr>
          <p:spPr>
            <a:xfrm>
              <a:off x="220400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h5532"/>
            <p:cNvSpPr/>
            <p:nvPr/>
          </p:nvSpPr>
          <p:spPr>
            <a:xfrm>
              <a:off x="221344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h5533"/>
            <p:cNvSpPr/>
            <p:nvPr/>
          </p:nvSpPr>
          <p:spPr>
            <a:xfrm>
              <a:off x="222288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h5534"/>
            <p:cNvSpPr/>
            <p:nvPr/>
          </p:nvSpPr>
          <p:spPr>
            <a:xfrm>
              <a:off x="223232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h5535"/>
            <p:cNvSpPr/>
            <p:nvPr/>
          </p:nvSpPr>
          <p:spPr>
            <a:xfrm>
              <a:off x="224176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h5536"/>
            <p:cNvSpPr/>
            <p:nvPr/>
          </p:nvSpPr>
          <p:spPr>
            <a:xfrm>
              <a:off x="225120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h5537"/>
            <p:cNvSpPr/>
            <p:nvPr/>
          </p:nvSpPr>
          <p:spPr>
            <a:xfrm>
              <a:off x="226064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h5538"/>
            <p:cNvSpPr/>
            <p:nvPr/>
          </p:nvSpPr>
          <p:spPr>
            <a:xfrm>
              <a:off x="227008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h5539"/>
            <p:cNvSpPr/>
            <p:nvPr/>
          </p:nvSpPr>
          <p:spPr>
            <a:xfrm>
              <a:off x="227952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h5540"/>
            <p:cNvSpPr/>
            <p:nvPr/>
          </p:nvSpPr>
          <p:spPr>
            <a:xfrm>
              <a:off x="228896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h5541"/>
            <p:cNvSpPr/>
            <p:nvPr/>
          </p:nvSpPr>
          <p:spPr>
            <a:xfrm>
              <a:off x="229840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h5542"/>
            <p:cNvSpPr/>
            <p:nvPr/>
          </p:nvSpPr>
          <p:spPr>
            <a:xfrm>
              <a:off x="230784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h5543"/>
            <p:cNvSpPr/>
            <p:nvPr/>
          </p:nvSpPr>
          <p:spPr>
            <a:xfrm>
              <a:off x="231728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h5544"/>
            <p:cNvSpPr/>
            <p:nvPr/>
          </p:nvSpPr>
          <p:spPr>
            <a:xfrm>
              <a:off x="232672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h5545"/>
            <p:cNvSpPr/>
            <p:nvPr/>
          </p:nvSpPr>
          <p:spPr>
            <a:xfrm>
              <a:off x="233616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h5546"/>
            <p:cNvSpPr/>
            <p:nvPr/>
          </p:nvSpPr>
          <p:spPr>
            <a:xfrm>
              <a:off x="234560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h5547"/>
            <p:cNvSpPr/>
            <p:nvPr/>
          </p:nvSpPr>
          <p:spPr>
            <a:xfrm>
              <a:off x="235504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h5548"/>
            <p:cNvSpPr/>
            <p:nvPr/>
          </p:nvSpPr>
          <p:spPr>
            <a:xfrm>
              <a:off x="236448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h5549"/>
            <p:cNvSpPr/>
            <p:nvPr/>
          </p:nvSpPr>
          <p:spPr>
            <a:xfrm>
              <a:off x="237392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h5550"/>
            <p:cNvSpPr/>
            <p:nvPr/>
          </p:nvSpPr>
          <p:spPr>
            <a:xfrm>
              <a:off x="2383368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h5551"/>
            <p:cNvSpPr/>
            <p:nvPr/>
          </p:nvSpPr>
          <p:spPr>
            <a:xfrm>
              <a:off x="239280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h5552"/>
            <p:cNvSpPr/>
            <p:nvPr/>
          </p:nvSpPr>
          <p:spPr>
            <a:xfrm>
              <a:off x="2402248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h5553"/>
            <p:cNvSpPr/>
            <p:nvPr/>
          </p:nvSpPr>
          <p:spPr>
            <a:xfrm>
              <a:off x="241168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h5554"/>
            <p:cNvSpPr/>
            <p:nvPr/>
          </p:nvSpPr>
          <p:spPr>
            <a:xfrm>
              <a:off x="2421129" y="1500140"/>
              <a:ext cx="923283" cy="914400"/>
            </a:xfrm>
            <a:custGeom>
              <a:avLst/>
              <a:pathLst>
                <a:path w="923283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12" y="896830"/>
                  </a:lnTo>
                  <a:lnTo>
                    <a:pt x="918705" y="901084"/>
                  </a:lnTo>
                  <a:lnTo>
                    <a:pt x="922007" y="910366"/>
                  </a:lnTo>
                  <a:lnTo>
                    <a:pt x="923283" y="914400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h5555"/>
            <p:cNvSpPr/>
            <p:nvPr/>
          </p:nvSpPr>
          <p:spPr>
            <a:xfrm>
              <a:off x="3129147" y="148257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653" y="931969"/>
                  </a:lnTo>
                  <a:lnTo>
                    <a:pt x="907875" y="921571"/>
                  </a:lnTo>
                  <a:lnTo>
                    <a:pt x="908229" y="914400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h5556"/>
            <p:cNvSpPr/>
            <p:nvPr/>
          </p:nvSpPr>
          <p:spPr>
            <a:xfrm>
              <a:off x="312914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h5557"/>
            <p:cNvSpPr/>
            <p:nvPr/>
          </p:nvSpPr>
          <p:spPr>
            <a:xfrm>
              <a:off x="313858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h5558"/>
            <p:cNvSpPr/>
            <p:nvPr/>
          </p:nvSpPr>
          <p:spPr>
            <a:xfrm>
              <a:off x="314802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h5559"/>
            <p:cNvSpPr/>
            <p:nvPr/>
          </p:nvSpPr>
          <p:spPr>
            <a:xfrm>
              <a:off x="315746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h5560"/>
            <p:cNvSpPr/>
            <p:nvPr/>
          </p:nvSpPr>
          <p:spPr>
            <a:xfrm>
              <a:off x="316690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h5561"/>
            <p:cNvSpPr/>
            <p:nvPr/>
          </p:nvSpPr>
          <p:spPr>
            <a:xfrm>
              <a:off x="317634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h5562"/>
            <p:cNvSpPr/>
            <p:nvPr/>
          </p:nvSpPr>
          <p:spPr>
            <a:xfrm>
              <a:off x="3185788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h5563"/>
            <p:cNvSpPr/>
            <p:nvPr/>
          </p:nvSpPr>
          <p:spPr>
            <a:xfrm>
              <a:off x="319522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h5564"/>
            <p:cNvSpPr/>
            <p:nvPr/>
          </p:nvSpPr>
          <p:spPr>
            <a:xfrm>
              <a:off x="320466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h5565"/>
            <p:cNvSpPr/>
            <p:nvPr/>
          </p:nvSpPr>
          <p:spPr>
            <a:xfrm>
              <a:off x="321410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h5566"/>
            <p:cNvSpPr/>
            <p:nvPr/>
          </p:nvSpPr>
          <p:spPr>
            <a:xfrm>
              <a:off x="322354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h5567"/>
            <p:cNvSpPr/>
            <p:nvPr/>
          </p:nvSpPr>
          <p:spPr>
            <a:xfrm>
              <a:off x="323298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h5568"/>
            <p:cNvSpPr/>
            <p:nvPr/>
          </p:nvSpPr>
          <p:spPr>
            <a:xfrm>
              <a:off x="3242429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h5569"/>
            <p:cNvSpPr/>
            <p:nvPr/>
          </p:nvSpPr>
          <p:spPr>
            <a:xfrm>
              <a:off x="325187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h5570"/>
            <p:cNvSpPr/>
            <p:nvPr/>
          </p:nvSpPr>
          <p:spPr>
            <a:xfrm>
              <a:off x="326131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h5571"/>
            <p:cNvSpPr/>
            <p:nvPr/>
          </p:nvSpPr>
          <p:spPr>
            <a:xfrm>
              <a:off x="327075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h5572"/>
            <p:cNvSpPr/>
            <p:nvPr/>
          </p:nvSpPr>
          <p:spPr>
            <a:xfrm>
              <a:off x="328019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h5573"/>
            <p:cNvSpPr/>
            <p:nvPr/>
          </p:nvSpPr>
          <p:spPr>
            <a:xfrm>
              <a:off x="328963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h5574"/>
            <p:cNvSpPr/>
            <p:nvPr/>
          </p:nvSpPr>
          <p:spPr>
            <a:xfrm>
              <a:off x="329907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h5575"/>
            <p:cNvSpPr/>
            <p:nvPr/>
          </p:nvSpPr>
          <p:spPr>
            <a:xfrm>
              <a:off x="330851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h5576"/>
            <p:cNvSpPr/>
            <p:nvPr/>
          </p:nvSpPr>
          <p:spPr>
            <a:xfrm>
              <a:off x="331795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h5577"/>
            <p:cNvSpPr/>
            <p:nvPr/>
          </p:nvSpPr>
          <p:spPr>
            <a:xfrm>
              <a:off x="332739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h5578"/>
            <p:cNvSpPr/>
            <p:nvPr/>
          </p:nvSpPr>
          <p:spPr>
            <a:xfrm>
              <a:off x="333683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h5579"/>
            <p:cNvSpPr/>
            <p:nvPr/>
          </p:nvSpPr>
          <p:spPr>
            <a:xfrm>
              <a:off x="334627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h5580"/>
            <p:cNvSpPr/>
            <p:nvPr/>
          </p:nvSpPr>
          <p:spPr>
            <a:xfrm>
              <a:off x="335571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h5581"/>
            <p:cNvSpPr/>
            <p:nvPr/>
          </p:nvSpPr>
          <p:spPr>
            <a:xfrm>
              <a:off x="336515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h5582"/>
            <p:cNvSpPr/>
            <p:nvPr/>
          </p:nvSpPr>
          <p:spPr>
            <a:xfrm>
              <a:off x="337459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h5583"/>
            <p:cNvSpPr/>
            <p:nvPr/>
          </p:nvSpPr>
          <p:spPr>
            <a:xfrm>
              <a:off x="338403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h5584"/>
            <p:cNvSpPr/>
            <p:nvPr/>
          </p:nvSpPr>
          <p:spPr>
            <a:xfrm>
              <a:off x="339347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h5585"/>
            <p:cNvSpPr/>
            <p:nvPr/>
          </p:nvSpPr>
          <p:spPr>
            <a:xfrm>
              <a:off x="340291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h5586"/>
            <p:cNvSpPr/>
            <p:nvPr/>
          </p:nvSpPr>
          <p:spPr>
            <a:xfrm>
              <a:off x="341235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h5587"/>
            <p:cNvSpPr/>
            <p:nvPr/>
          </p:nvSpPr>
          <p:spPr>
            <a:xfrm>
              <a:off x="342179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h5588"/>
            <p:cNvSpPr/>
            <p:nvPr/>
          </p:nvSpPr>
          <p:spPr>
            <a:xfrm>
              <a:off x="343123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h5589"/>
            <p:cNvSpPr/>
            <p:nvPr/>
          </p:nvSpPr>
          <p:spPr>
            <a:xfrm>
              <a:off x="344067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h5590"/>
            <p:cNvSpPr/>
            <p:nvPr/>
          </p:nvSpPr>
          <p:spPr>
            <a:xfrm>
              <a:off x="345011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h5591"/>
            <p:cNvSpPr/>
            <p:nvPr/>
          </p:nvSpPr>
          <p:spPr>
            <a:xfrm>
              <a:off x="345955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h5592"/>
            <p:cNvSpPr/>
            <p:nvPr/>
          </p:nvSpPr>
          <p:spPr>
            <a:xfrm>
              <a:off x="346899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h5593"/>
            <p:cNvSpPr/>
            <p:nvPr/>
          </p:nvSpPr>
          <p:spPr>
            <a:xfrm>
              <a:off x="347843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h5594"/>
            <p:cNvSpPr/>
            <p:nvPr/>
          </p:nvSpPr>
          <p:spPr>
            <a:xfrm>
              <a:off x="348787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h5595"/>
            <p:cNvSpPr/>
            <p:nvPr/>
          </p:nvSpPr>
          <p:spPr>
            <a:xfrm>
              <a:off x="349731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h5596"/>
            <p:cNvSpPr/>
            <p:nvPr/>
          </p:nvSpPr>
          <p:spPr>
            <a:xfrm>
              <a:off x="350675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h5597"/>
            <p:cNvSpPr/>
            <p:nvPr/>
          </p:nvSpPr>
          <p:spPr>
            <a:xfrm>
              <a:off x="351619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h5598"/>
            <p:cNvSpPr/>
            <p:nvPr/>
          </p:nvSpPr>
          <p:spPr>
            <a:xfrm>
              <a:off x="352563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h5599"/>
            <p:cNvSpPr/>
            <p:nvPr/>
          </p:nvSpPr>
          <p:spPr>
            <a:xfrm>
              <a:off x="353507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h5600"/>
            <p:cNvSpPr/>
            <p:nvPr/>
          </p:nvSpPr>
          <p:spPr>
            <a:xfrm>
              <a:off x="354451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h5601"/>
            <p:cNvSpPr/>
            <p:nvPr/>
          </p:nvSpPr>
          <p:spPr>
            <a:xfrm>
              <a:off x="355395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h5602"/>
            <p:cNvSpPr/>
            <p:nvPr/>
          </p:nvSpPr>
          <p:spPr>
            <a:xfrm>
              <a:off x="356339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h5603"/>
            <p:cNvSpPr/>
            <p:nvPr/>
          </p:nvSpPr>
          <p:spPr>
            <a:xfrm>
              <a:off x="357283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h5604"/>
            <p:cNvSpPr/>
            <p:nvPr/>
          </p:nvSpPr>
          <p:spPr>
            <a:xfrm>
              <a:off x="358227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h5605"/>
            <p:cNvSpPr/>
            <p:nvPr/>
          </p:nvSpPr>
          <p:spPr>
            <a:xfrm>
              <a:off x="359171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h5606"/>
            <p:cNvSpPr/>
            <p:nvPr/>
          </p:nvSpPr>
          <p:spPr>
            <a:xfrm>
              <a:off x="360115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h5607"/>
            <p:cNvSpPr/>
            <p:nvPr/>
          </p:nvSpPr>
          <p:spPr>
            <a:xfrm>
              <a:off x="361059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h5608"/>
            <p:cNvSpPr/>
            <p:nvPr/>
          </p:nvSpPr>
          <p:spPr>
            <a:xfrm>
              <a:off x="362003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h5609"/>
            <p:cNvSpPr/>
            <p:nvPr/>
          </p:nvSpPr>
          <p:spPr>
            <a:xfrm>
              <a:off x="362947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h5610"/>
            <p:cNvSpPr/>
            <p:nvPr/>
          </p:nvSpPr>
          <p:spPr>
            <a:xfrm>
              <a:off x="363891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h5611"/>
            <p:cNvSpPr/>
            <p:nvPr/>
          </p:nvSpPr>
          <p:spPr>
            <a:xfrm>
              <a:off x="364836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h5612"/>
            <p:cNvSpPr/>
            <p:nvPr/>
          </p:nvSpPr>
          <p:spPr>
            <a:xfrm>
              <a:off x="365780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h5613"/>
            <p:cNvSpPr/>
            <p:nvPr/>
          </p:nvSpPr>
          <p:spPr>
            <a:xfrm>
              <a:off x="366724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h5614"/>
            <p:cNvSpPr/>
            <p:nvPr/>
          </p:nvSpPr>
          <p:spPr>
            <a:xfrm>
              <a:off x="367668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h5615"/>
            <p:cNvSpPr/>
            <p:nvPr/>
          </p:nvSpPr>
          <p:spPr>
            <a:xfrm>
              <a:off x="368612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h5616"/>
            <p:cNvSpPr/>
            <p:nvPr/>
          </p:nvSpPr>
          <p:spPr>
            <a:xfrm>
              <a:off x="3695561" y="150014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09"/>
                  </a:lnTo>
                  <a:lnTo>
                    <a:pt x="921343" y="911050"/>
                  </a:lnTo>
                  <a:lnTo>
                    <a:pt x="918873" y="914400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h5617"/>
            <p:cNvSpPr/>
            <p:nvPr/>
          </p:nvSpPr>
          <p:spPr>
            <a:xfrm>
              <a:off x="3705001" y="1482570"/>
              <a:ext cx="920873" cy="924879"/>
            </a:xfrm>
            <a:custGeom>
              <a:avLst/>
              <a:pathLst>
                <a:path w="920873" h="924879">
                  <a:moveTo>
                    <a:pt x="914400" y="914400"/>
                  </a:moveTo>
                  <a:lnTo>
                    <a:pt x="920873" y="914400"/>
                  </a:lnTo>
                  <a:lnTo>
                    <a:pt x="920220" y="915532"/>
                  </a:lnTo>
                  <a:lnTo>
                    <a:pt x="916146" y="922262"/>
                  </a:lnTo>
                  <a:lnTo>
                    <a:pt x="914400" y="92487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h5618"/>
            <p:cNvSpPr/>
            <p:nvPr/>
          </p:nvSpPr>
          <p:spPr>
            <a:xfrm>
              <a:off x="2147362" y="1465000"/>
              <a:ext cx="914400" cy="922478"/>
            </a:xfrm>
            <a:custGeom>
              <a:avLst/>
              <a:pathLst>
                <a:path w="914400" h="922478">
                  <a:moveTo>
                    <a:pt x="914400" y="914400"/>
                  </a:moveTo>
                  <a:lnTo>
                    <a:pt x="914400" y="922478"/>
                  </a:lnTo>
                  <a:lnTo>
                    <a:pt x="911260" y="917493"/>
                  </a:lnTo>
                  <a:lnTo>
                    <a:pt x="909503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h5619"/>
            <p:cNvSpPr/>
            <p:nvPr/>
          </p:nvSpPr>
          <p:spPr>
            <a:xfrm>
              <a:off x="214736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967" y="931969"/>
                  </a:lnTo>
                  <a:lnTo>
                    <a:pt x="920273" y="931078"/>
                  </a:lnTo>
                  <a:lnTo>
                    <a:pt x="915673" y="924500"/>
                  </a:lnTo>
                  <a:lnTo>
                    <a:pt x="914400" y="92247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h5620"/>
            <p:cNvSpPr/>
            <p:nvPr/>
          </p:nvSpPr>
          <p:spPr>
            <a:xfrm>
              <a:off x="215680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h5621"/>
            <p:cNvSpPr/>
            <p:nvPr/>
          </p:nvSpPr>
          <p:spPr>
            <a:xfrm>
              <a:off x="216624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h5622"/>
            <p:cNvSpPr/>
            <p:nvPr/>
          </p:nvSpPr>
          <p:spPr>
            <a:xfrm>
              <a:off x="217568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h5623"/>
            <p:cNvSpPr/>
            <p:nvPr/>
          </p:nvSpPr>
          <p:spPr>
            <a:xfrm>
              <a:off x="218512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h5624"/>
            <p:cNvSpPr/>
            <p:nvPr/>
          </p:nvSpPr>
          <p:spPr>
            <a:xfrm>
              <a:off x="219456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h5625"/>
            <p:cNvSpPr/>
            <p:nvPr/>
          </p:nvSpPr>
          <p:spPr>
            <a:xfrm>
              <a:off x="220400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h5626"/>
            <p:cNvSpPr/>
            <p:nvPr/>
          </p:nvSpPr>
          <p:spPr>
            <a:xfrm>
              <a:off x="221344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h5627"/>
            <p:cNvSpPr/>
            <p:nvPr/>
          </p:nvSpPr>
          <p:spPr>
            <a:xfrm>
              <a:off x="222288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h5628"/>
            <p:cNvSpPr/>
            <p:nvPr/>
          </p:nvSpPr>
          <p:spPr>
            <a:xfrm>
              <a:off x="223232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h5629"/>
            <p:cNvSpPr/>
            <p:nvPr/>
          </p:nvSpPr>
          <p:spPr>
            <a:xfrm>
              <a:off x="224176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h5630"/>
            <p:cNvSpPr/>
            <p:nvPr/>
          </p:nvSpPr>
          <p:spPr>
            <a:xfrm>
              <a:off x="225120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h5631"/>
            <p:cNvSpPr/>
            <p:nvPr/>
          </p:nvSpPr>
          <p:spPr>
            <a:xfrm>
              <a:off x="226064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h5632"/>
            <p:cNvSpPr/>
            <p:nvPr/>
          </p:nvSpPr>
          <p:spPr>
            <a:xfrm>
              <a:off x="227008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h5633"/>
            <p:cNvSpPr/>
            <p:nvPr/>
          </p:nvSpPr>
          <p:spPr>
            <a:xfrm>
              <a:off x="227952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h5634"/>
            <p:cNvSpPr/>
            <p:nvPr/>
          </p:nvSpPr>
          <p:spPr>
            <a:xfrm>
              <a:off x="228896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h5635"/>
            <p:cNvSpPr/>
            <p:nvPr/>
          </p:nvSpPr>
          <p:spPr>
            <a:xfrm>
              <a:off x="229840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h5636"/>
            <p:cNvSpPr/>
            <p:nvPr/>
          </p:nvSpPr>
          <p:spPr>
            <a:xfrm>
              <a:off x="230784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h5637"/>
            <p:cNvSpPr/>
            <p:nvPr/>
          </p:nvSpPr>
          <p:spPr>
            <a:xfrm>
              <a:off x="231728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h5638"/>
            <p:cNvSpPr/>
            <p:nvPr/>
          </p:nvSpPr>
          <p:spPr>
            <a:xfrm>
              <a:off x="232672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h5639"/>
            <p:cNvSpPr/>
            <p:nvPr/>
          </p:nvSpPr>
          <p:spPr>
            <a:xfrm>
              <a:off x="233616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h5640"/>
            <p:cNvSpPr/>
            <p:nvPr/>
          </p:nvSpPr>
          <p:spPr>
            <a:xfrm>
              <a:off x="234560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h5641"/>
            <p:cNvSpPr/>
            <p:nvPr/>
          </p:nvSpPr>
          <p:spPr>
            <a:xfrm>
              <a:off x="235504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h5642"/>
            <p:cNvSpPr/>
            <p:nvPr/>
          </p:nvSpPr>
          <p:spPr>
            <a:xfrm>
              <a:off x="236448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h5643"/>
            <p:cNvSpPr/>
            <p:nvPr/>
          </p:nvSpPr>
          <p:spPr>
            <a:xfrm>
              <a:off x="237392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h5644"/>
            <p:cNvSpPr/>
            <p:nvPr/>
          </p:nvSpPr>
          <p:spPr>
            <a:xfrm>
              <a:off x="2383368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h5645"/>
            <p:cNvSpPr/>
            <p:nvPr/>
          </p:nvSpPr>
          <p:spPr>
            <a:xfrm>
              <a:off x="239280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h5646"/>
            <p:cNvSpPr/>
            <p:nvPr/>
          </p:nvSpPr>
          <p:spPr>
            <a:xfrm>
              <a:off x="2402248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h5647"/>
            <p:cNvSpPr/>
            <p:nvPr/>
          </p:nvSpPr>
          <p:spPr>
            <a:xfrm>
              <a:off x="2421129" y="148257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399" y="896830"/>
                  </a:lnTo>
                  <a:lnTo>
                    <a:pt x="914399" y="904815"/>
                  </a:lnTo>
                  <a:lnTo>
                    <a:pt x="913804" y="906688"/>
                  </a:lnTo>
                  <a:lnTo>
                    <a:pt x="914399" y="908030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h5648"/>
            <p:cNvSpPr/>
            <p:nvPr/>
          </p:nvSpPr>
          <p:spPr>
            <a:xfrm>
              <a:off x="2421129" y="1482570"/>
              <a:ext cx="917012" cy="914400"/>
            </a:xfrm>
            <a:custGeom>
              <a:avLst/>
              <a:pathLst>
                <a:path w="917012" h="914400">
                  <a:moveTo>
                    <a:pt x="914399" y="914400"/>
                  </a:moveTo>
                  <a:lnTo>
                    <a:pt x="914399" y="908030"/>
                  </a:lnTo>
                  <a:lnTo>
                    <a:pt x="915145" y="909709"/>
                  </a:lnTo>
                  <a:lnTo>
                    <a:pt x="917012" y="914400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h5649"/>
            <p:cNvSpPr/>
            <p:nvPr/>
          </p:nvSpPr>
          <p:spPr>
            <a:xfrm>
              <a:off x="2421129" y="1465000"/>
              <a:ext cx="916914" cy="922385"/>
            </a:xfrm>
            <a:custGeom>
              <a:avLst/>
              <a:pathLst>
                <a:path w="916914" h="922385">
                  <a:moveTo>
                    <a:pt x="914399" y="914400"/>
                  </a:moveTo>
                  <a:lnTo>
                    <a:pt x="916914" y="914400"/>
                  </a:lnTo>
                  <a:lnTo>
                    <a:pt x="916719" y="915091"/>
                  </a:lnTo>
                  <a:lnTo>
                    <a:pt x="914399" y="922385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h5650"/>
            <p:cNvSpPr/>
            <p:nvPr/>
          </p:nvSpPr>
          <p:spPr>
            <a:xfrm>
              <a:off x="3129147" y="146500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229" y="931969"/>
                  </a:lnTo>
                  <a:lnTo>
                    <a:pt x="908412" y="928249"/>
                  </a:lnTo>
                  <a:lnTo>
                    <a:pt x="909252" y="917423"/>
                  </a:lnTo>
                  <a:lnTo>
                    <a:pt x="909574" y="914400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h5651"/>
            <p:cNvSpPr/>
            <p:nvPr/>
          </p:nvSpPr>
          <p:spPr>
            <a:xfrm>
              <a:off x="312914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h5652"/>
            <p:cNvSpPr/>
            <p:nvPr/>
          </p:nvSpPr>
          <p:spPr>
            <a:xfrm>
              <a:off x="313858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h5653"/>
            <p:cNvSpPr/>
            <p:nvPr/>
          </p:nvSpPr>
          <p:spPr>
            <a:xfrm>
              <a:off x="314802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h5654"/>
            <p:cNvSpPr/>
            <p:nvPr/>
          </p:nvSpPr>
          <p:spPr>
            <a:xfrm>
              <a:off x="315746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h5655"/>
            <p:cNvSpPr/>
            <p:nvPr/>
          </p:nvSpPr>
          <p:spPr>
            <a:xfrm>
              <a:off x="316690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h5656"/>
            <p:cNvSpPr/>
            <p:nvPr/>
          </p:nvSpPr>
          <p:spPr>
            <a:xfrm>
              <a:off x="317634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h5657"/>
            <p:cNvSpPr/>
            <p:nvPr/>
          </p:nvSpPr>
          <p:spPr>
            <a:xfrm>
              <a:off x="3185788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h5658"/>
            <p:cNvSpPr/>
            <p:nvPr/>
          </p:nvSpPr>
          <p:spPr>
            <a:xfrm>
              <a:off x="319522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h5659"/>
            <p:cNvSpPr/>
            <p:nvPr/>
          </p:nvSpPr>
          <p:spPr>
            <a:xfrm>
              <a:off x="320466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h5660"/>
            <p:cNvSpPr/>
            <p:nvPr/>
          </p:nvSpPr>
          <p:spPr>
            <a:xfrm>
              <a:off x="321410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h5661"/>
            <p:cNvSpPr/>
            <p:nvPr/>
          </p:nvSpPr>
          <p:spPr>
            <a:xfrm>
              <a:off x="322354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h5662"/>
            <p:cNvSpPr/>
            <p:nvPr/>
          </p:nvSpPr>
          <p:spPr>
            <a:xfrm>
              <a:off x="323298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h5663"/>
            <p:cNvSpPr/>
            <p:nvPr/>
          </p:nvSpPr>
          <p:spPr>
            <a:xfrm>
              <a:off x="3242429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h5664"/>
            <p:cNvSpPr/>
            <p:nvPr/>
          </p:nvSpPr>
          <p:spPr>
            <a:xfrm>
              <a:off x="325187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h5665"/>
            <p:cNvSpPr/>
            <p:nvPr/>
          </p:nvSpPr>
          <p:spPr>
            <a:xfrm>
              <a:off x="326131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h5666"/>
            <p:cNvSpPr/>
            <p:nvPr/>
          </p:nvSpPr>
          <p:spPr>
            <a:xfrm>
              <a:off x="327075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h5667"/>
            <p:cNvSpPr/>
            <p:nvPr/>
          </p:nvSpPr>
          <p:spPr>
            <a:xfrm>
              <a:off x="328019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h5668"/>
            <p:cNvSpPr/>
            <p:nvPr/>
          </p:nvSpPr>
          <p:spPr>
            <a:xfrm>
              <a:off x="328963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h5669"/>
            <p:cNvSpPr/>
            <p:nvPr/>
          </p:nvSpPr>
          <p:spPr>
            <a:xfrm>
              <a:off x="329907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h5670"/>
            <p:cNvSpPr/>
            <p:nvPr/>
          </p:nvSpPr>
          <p:spPr>
            <a:xfrm>
              <a:off x="330851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h5671"/>
            <p:cNvSpPr/>
            <p:nvPr/>
          </p:nvSpPr>
          <p:spPr>
            <a:xfrm>
              <a:off x="331795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h5672"/>
            <p:cNvSpPr/>
            <p:nvPr/>
          </p:nvSpPr>
          <p:spPr>
            <a:xfrm>
              <a:off x="332739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h5673"/>
            <p:cNvSpPr/>
            <p:nvPr/>
          </p:nvSpPr>
          <p:spPr>
            <a:xfrm>
              <a:off x="333683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h5674"/>
            <p:cNvSpPr/>
            <p:nvPr/>
          </p:nvSpPr>
          <p:spPr>
            <a:xfrm>
              <a:off x="334627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h5675"/>
            <p:cNvSpPr/>
            <p:nvPr/>
          </p:nvSpPr>
          <p:spPr>
            <a:xfrm>
              <a:off x="335571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h5676"/>
            <p:cNvSpPr/>
            <p:nvPr/>
          </p:nvSpPr>
          <p:spPr>
            <a:xfrm>
              <a:off x="336515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h5677"/>
            <p:cNvSpPr/>
            <p:nvPr/>
          </p:nvSpPr>
          <p:spPr>
            <a:xfrm>
              <a:off x="337459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h5678"/>
            <p:cNvSpPr/>
            <p:nvPr/>
          </p:nvSpPr>
          <p:spPr>
            <a:xfrm>
              <a:off x="338403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h5679"/>
            <p:cNvSpPr/>
            <p:nvPr/>
          </p:nvSpPr>
          <p:spPr>
            <a:xfrm>
              <a:off x="339347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h5680"/>
            <p:cNvSpPr/>
            <p:nvPr/>
          </p:nvSpPr>
          <p:spPr>
            <a:xfrm>
              <a:off x="340291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h5681"/>
            <p:cNvSpPr/>
            <p:nvPr/>
          </p:nvSpPr>
          <p:spPr>
            <a:xfrm>
              <a:off x="341235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h5682"/>
            <p:cNvSpPr/>
            <p:nvPr/>
          </p:nvSpPr>
          <p:spPr>
            <a:xfrm>
              <a:off x="342179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h5683"/>
            <p:cNvSpPr/>
            <p:nvPr/>
          </p:nvSpPr>
          <p:spPr>
            <a:xfrm>
              <a:off x="343123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h5684"/>
            <p:cNvSpPr/>
            <p:nvPr/>
          </p:nvSpPr>
          <p:spPr>
            <a:xfrm>
              <a:off x="344067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h5685"/>
            <p:cNvSpPr/>
            <p:nvPr/>
          </p:nvSpPr>
          <p:spPr>
            <a:xfrm>
              <a:off x="345011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h5686"/>
            <p:cNvSpPr/>
            <p:nvPr/>
          </p:nvSpPr>
          <p:spPr>
            <a:xfrm>
              <a:off x="345955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h5687"/>
            <p:cNvSpPr/>
            <p:nvPr/>
          </p:nvSpPr>
          <p:spPr>
            <a:xfrm>
              <a:off x="346899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h5688"/>
            <p:cNvSpPr/>
            <p:nvPr/>
          </p:nvSpPr>
          <p:spPr>
            <a:xfrm>
              <a:off x="347843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h5689"/>
            <p:cNvSpPr/>
            <p:nvPr/>
          </p:nvSpPr>
          <p:spPr>
            <a:xfrm>
              <a:off x="348787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h5690"/>
            <p:cNvSpPr/>
            <p:nvPr/>
          </p:nvSpPr>
          <p:spPr>
            <a:xfrm>
              <a:off x="349731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h5691"/>
            <p:cNvSpPr/>
            <p:nvPr/>
          </p:nvSpPr>
          <p:spPr>
            <a:xfrm>
              <a:off x="350675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h5692"/>
            <p:cNvSpPr/>
            <p:nvPr/>
          </p:nvSpPr>
          <p:spPr>
            <a:xfrm>
              <a:off x="351619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h5693"/>
            <p:cNvSpPr/>
            <p:nvPr/>
          </p:nvSpPr>
          <p:spPr>
            <a:xfrm>
              <a:off x="352563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h5694"/>
            <p:cNvSpPr/>
            <p:nvPr/>
          </p:nvSpPr>
          <p:spPr>
            <a:xfrm>
              <a:off x="353507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h5695"/>
            <p:cNvSpPr/>
            <p:nvPr/>
          </p:nvSpPr>
          <p:spPr>
            <a:xfrm>
              <a:off x="354451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h5696"/>
            <p:cNvSpPr/>
            <p:nvPr/>
          </p:nvSpPr>
          <p:spPr>
            <a:xfrm>
              <a:off x="355395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h5697"/>
            <p:cNvSpPr/>
            <p:nvPr/>
          </p:nvSpPr>
          <p:spPr>
            <a:xfrm>
              <a:off x="356339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h5698"/>
            <p:cNvSpPr/>
            <p:nvPr/>
          </p:nvSpPr>
          <p:spPr>
            <a:xfrm>
              <a:off x="357283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h5699"/>
            <p:cNvSpPr/>
            <p:nvPr/>
          </p:nvSpPr>
          <p:spPr>
            <a:xfrm>
              <a:off x="358227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h5700"/>
            <p:cNvSpPr/>
            <p:nvPr/>
          </p:nvSpPr>
          <p:spPr>
            <a:xfrm>
              <a:off x="359171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h5701"/>
            <p:cNvSpPr/>
            <p:nvPr/>
          </p:nvSpPr>
          <p:spPr>
            <a:xfrm>
              <a:off x="360115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h5702"/>
            <p:cNvSpPr/>
            <p:nvPr/>
          </p:nvSpPr>
          <p:spPr>
            <a:xfrm>
              <a:off x="361059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h5703"/>
            <p:cNvSpPr/>
            <p:nvPr/>
          </p:nvSpPr>
          <p:spPr>
            <a:xfrm>
              <a:off x="362003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h5704"/>
            <p:cNvSpPr/>
            <p:nvPr/>
          </p:nvSpPr>
          <p:spPr>
            <a:xfrm>
              <a:off x="362947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h5705"/>
            <p:cNvSpPr/>
            <p:nvPr/>
          </p:nvSpPr>
          <p:spPr>
            <a:xfrm>
              <a:off x="363891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h5706"/>
            <p:cNvSpPr/>
            <p:nvPr/>
          </p:nvSpPr>
          <p:spPr>
            <a:xfrm>
              <a:off x="364836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h5707"/>
            <p:cNvSpPr/>
            <p:nvPr/>
          </p:nvSpPr>
          <p:spPr>
            <a:xfrm>
              <a:off x="365780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h5708"/>
            <p:cNvSpPr/>
            <p:nvPr/>
          </p:nvSpPr>
          <p:spPr>
            <a:xfrm>
              <a:off x="366724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h5709"/>
            <p:cNvSpPr/>
            <p:nvPr/>
          </p:nvSpPr>
          <p:spPr>
            <a:xfrm>
              <a:off x="367668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h5710"/>
            <p:cNvSpPr/>
            <p:nvPr/>
          </p:nvSpPr>
          <p:spPr>
            <a:xfrm>
              <a:off x="368612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h5711"/>
            <p:cNvSpPr/>
            <p:nvPr/>
          </p:nvSpPr>
          <p:spPr>
            <a:xfrm>
              <a:off x="369556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h5712"/>
            <p:cNvSpPr/>
            <p:nvPr/>
          </p:nvSpPr>
          <p:spPr>
            <a:xfrm>
              <a:off x="3705001" y="148257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9342"/>
                  </a:lnTo>
                  <a:lnTo>
                    <a:pt x="922604" y="911400"/>
                  </a:lnTo>
                  <a:lnTo>
                    <a:pt x="921416" y="913459"/>
                  </a:lnTo>
                  <a:lnTo>
                    <a:pt x="920873" y="914400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h5713"/>
            <p:cNvSpPr/>
            <p:nvPr/>
          </p:nvSpPr>
          <p:spPr>
            <a:xfrm>
              <a:off x="3714441" y="1465000"/>
              <a:ext cx="921520" cy="926829"/>
            </a:xfrm>
            <a:custGeom>
              <a:avLst/>
              <a:pathLst>
                <a:path w="921520" h="926829">
                  <a:moveTo>
                    <a:pt x="914400" y="914400"/>
                  </a:moveTo>
                  <a:lnTo>
                    <a:pt x="921520" y="914400"/>
                  </a:lnTo>
                  <a:lnTo>
                    <a:pt x="920307" y="916607"/>
                  </a:lnTo>
                  <a:lnTo>
                    <a:pt x="919109" y="918679"/>
                  </a:lnTo>
                  <a:lnTo>
                    <a:pt x="917919" y="920737"/>
                  </a:lnTo>
                  <a:lnTo>
                    <a:pt x="916729" y="922795"/>
                  </a:lnTo>
                  <a:lnTo>
                    <a:pt x="915540" y="924853"/>
                  </a:lnTo>
                  <a:lnTo>
                    <a:pt x="914400" y="92682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h5714"/>
            <p:cNvSpPr/>
            <p:nvPr/>
          </p:nvSpPr>
          <p:spPr>
            <a:xfrm>
              <a:off x="2137921" y="1447430"/>
              <a:ext cx="914400" cy="923575"/>
            </a:xfrm>
            <a:custGeom>
              <a:avLst/>
              <a:pathLst>
                <a:path w="914400" h="923575">
                  <a:moveTo>
                    <a:pt x="914400" y="914400"/>
                  </a:moveTo>
                  <a:lnTo>
                    <a:pt x="914400" y="923575"/>
                  </a:lnTo>
                  <a:lnTo>
                    <a:pt x="912481" y="919833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h5715"/>
            <p:cNvSpPr/>
            <p:nvPr/>
          </p:nvSpPr>
          <p:spPr>
            <a:xfrm>
              <a:off x="213792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943" y="931969"/>
                  </a:lnTo>
                  <a:lnTo>
                    <a:pt x="916486" y="927644"/>
                  </a:lnTo>
                  <a:lnTo>
                    <a:pt x="914400" y="923575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h5716"/>
            <p:cNvSpPr/>
            <p:nvPr/>
          </p:nvSpPr>
          <p:spPr>
            <a:xfrm>
              <a:off x="214736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h5717"/>
            <p:cNvSpPr/>
            <p:nvPr/>
          </p:nvSpPr>
          <p:spPr>
            <a:xfrm>
              <a:off x="215680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h5718"/>
            <p:cNvSpPr/>
            <p:nvPr/>
          </p:nvSpPr>
          <p:spPr>
            <a:xfrm>
              <a:off x="216624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h5719"/>
            <p:cNvSpPr/>
            <p:nvPr/>
          </p:nvSpPr>
          <p:spPr>
            <a:xfrm>
              <a:off x="217568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h5720"/>
            <p:cNvSpPr/>
            <p:nvPr/>
          </p:nvSpPr>
          <p:spPr>
            <a:xfrm>
              <a:off x="218512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h5721"/>
            <p:cNvSpPr/>
            <p:nvPr/>
          </p:nvSpPr>
          <p:spPr>
            <a:xfrm>
              <a:off x="219456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h5722"/>
            <p:cNvSpPr/>
            <p:nvPr/>
          </p:nvSpPr>
          <p:spPr>
            <a:xfrm>
              <a:off x="220400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h5723"/>
            <p:cNvSpPr/>
            <p:nvPr/>
          </p:nvSpPr>
          <p:spPr>
            <a:xfrm>
              <a:off x="221344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h5724"/>
            <p:cNvSpPr/>
            <p:nvPr/>
          </p:nvSpPr>
          <p:spPr>
            <a:xfrm>
              <a:off x="222288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h5725"/>
            <p:cNvSpPr/>
            <p:nvPr/>
          </p:nvSpPr>
          <p:spPr>
            <a:xfrm>
              <a:off x="223232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h5726"/>
            <p:cNvSpPr/>
            <p:nvPr/>
          </p:nvSpPr>
          <p:spPr>
            <a:xfrm>
              <a:off x="224176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h5727"/>
            <p:cNvSpPr/>
            <p:nvPr/>
          </p:nvSpPr>
          <p:spPr>
            <a:xfrm>
              <a:off x="225120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h5728"/>
            <p:cNvSpPr/>
            <p:nvPr/>
          </p:nvSpPr>
          <p:spPr>
            <a:xfrm>
              <a:off x="226064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h5729"/>
            <p:cNvSpPr/>
            <p:nvPr/>
          </p:nvSpPr>
          <p:spPr>
            <a:xfrm>
              <a:off x="227008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h5730"/>
            <p:cNvSpPr/>
            <p:nvPr/>
          </p:nvSpPr>
          <p:spPr>
            <a:xfrm>
              <a:off x="227952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h5731"/>
            <p:cNvSpPr/>
            <p:nvPr/>
          </p:nvSpPr>
          <p:spPr>
            <a:xfrm>
              <a:off x="228896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h5732"/>
            <p:cNvSpPr/>
            <p:nvPr/>
          </p:nvSpPr>
          <p:spPr>
            <a:xfrm>
              <a:off x="229840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h5733"/>
            <p:cNvSpPr/>
            <p:nvPr/>
          </p:nvSpPr>
          <p:spPr>
            <a:xfrm>
              <a:off x="230784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h5734"/>
            <p:cNvSpPr/>
            <p:nvPr/>
          </p:nvSpPr>
          <p:spPr>
            <a:xfrm>
              <a:off x="231728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h5735"/>
            <p:cNvSpPr/>
            <p:nvPr/>
          </p:nvSpPr>
          <p:spPr>
            <a:xfrm>
              <a:off x="232672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h5736"/>
            <p:cNvSpPr/>
            <p:nvPr/>
          </p:nvSpPr>
          <p:spPr>
            <a:xfrm>
              <a:off x="233616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h5737"/>
            <p:cNvSpPr/>
            <p:nvPr/>
          </p:nvSpPr>
          <p:spPr>
            <a:xfrm>
              <a:off x="234560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h5738"/>
            <p:cNvSpPr/>
            <p:nvPr/>
          </p:nvSpPr>
          <p:spPr>
            <a:xfrm>
              <a:off x="235504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h5739"/>
            <p:cNvSpPr/>
            <p:nvPr/>
          </p:nvSpPr>
          <p:spPr>
            <a:xfrm>
              <a:off x="236448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h5740"/>
            <p:cNvSpPr/>
            <p:nvPr/>
          </p:nvSpPr>
          <p:spPr>
            <a:xfrm>
              <a:off x="237392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h5741"/>
            <p:cNvSpPr/>
            <p:nvPr/>
          </p:nvSpPr>
          <p:spPr>
            <a:xfrm>
              <a:off x="2383368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h5742"/>
            <p:cNvSpPr/>
            <p:nvPr/>
          </p:nvSpPr>
          <p:spPr>
            <a:xfrm>
              <a:off x="239280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h5743"/>
            <p:cNvSpPr/>
            <p:nvPr/>
          </p:nvSpPr>
          <p:spPr>
            <a:xfrm>
              <a:off x="2402248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h5744"/>
            <p:cNvSpPr/>
            <p:nvPr/>
          </p:nvSpPr>
          <p:spPr>
            <a:xfrm>
              <a:off x="241168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h5745"/>
            <p:cNvSpPr/>
            <p:nvPr/>
          </p:nvSpPr>
          <p:spPr>
            <a:xfrm>
              <a:off x="2421129" y="1465000"/>
              <a:ext cx="921561" cy="914400"/>
            </a:xfrm>
            <a:custGeom>
              <a:avLst/>
              <a:pathLst>
                <a:path w="92156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1561" y="896830"/>
                  </a:lnTo>
                  <a:lnTo>
                    <a:pt x="919451" y="905383"/>
                  </a:lnTo>
                  <a:lnTo>
                    <a:pt x="916914" y="914400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h5746"/>
            <p:cNvSpPr/>
            <p:nvPr/>
          </p:nvSpPr>
          <p:spPr>
            <a:xfrm>
              <a:off x="3129147" y="144743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574" y="931969"/>
                  </a:lnTo>
                  <a:lnTo>
                    <a:pt x="910393" y="924263"/>
                  </a:lnTo>
                  <a:lnTo>
                    <a:pt x="911730" y="914400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h5747"/>
            <p:cNvSpPr/>
            <p:nvPr/>
          </p:nvSpPr>
          <p:spPr>
            <a:xfrm>
              <a:off x="312914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h5748"/>
            <p:cNvSpPr/>
            <p:nvPr/>
          </p:nvSpPr>
          <p:spPr>
            <a:xfrm>
              <a:off x="313858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h5749"/>
            <p:cNvSpPr/>
            <p:nvPr/>
          </p:nvSpPr>
          <p:spPr>
            <a:xfrm>
              <a:off x="314802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h5750"/>
            <p:cNvSpPr/>
            <p:nvPr/>
          </p:nvSpPr>
          <p:spPr>
            <a:xfrm>
              <a:off x="315746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h5751"/>
            <p:cNvSpPr/>
            <p:nvPr/>
          </p:nvSpPr>
          <p:spPr>
            <a:xfrm>
              <a:off x="316690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h5752"/>
            <p:cNvSpPr/>
            <p:nvPr/>
          </p:nvSpPr>
          <p:spPr>
            <a:xfrm>
              <a:off x="317634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h5753"/>
            <p:cNvSpPr/>
            <p:nvPr/>
          </p:nvSpPr>
          <p:spPr>
            <a:xfrm>
              <a:off x="3185788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h5754"/>
            <p:cNvSpPr/>
            <p:nvPr/>
          </p:nvSpPr>
          <p:spPr>
            <a:xfrm>
              <a:off x="319522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h5755"/>
            <p:cNvSpPr/>
            <p:nvPr/>
          </p:nvSpPr>
          <p:spPr>
            <a:xfrm>
              <a:off x="320466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h5756"/>
            <p:cNvSpPr/>
            <p:nvPr/>
          </p:nvSpPr>
          <p:spPr>
            <a:xfrm>
              <a:off x="321410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h5757"/>
            <p:cNvSpPr/>
            <p:nvPr/>
          </p:nvSpPr>
          <p:spPr>
            <a:xfrm>
              <a:off x="322354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h5758"/>
            <p:cNvSpPr/>
            <p:nvPr/>
          </p:nvSpPr>
          <p:spPr>
            <a:xfrm>
              <a:off x="323298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h5759"/>
            <p:cNvSpPr/>
            <p:nvPr/>
          </p:nvSpPr>
          <p:spPr>
            <a:xfrm>
              <a:off x="3242429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h5760"/>
            <p:cNvSpPr/>
            <p:nvPr/>
          </p:nvSpPr>
          <p:spPr>
            <a:xfrm>
              <a:off x="325187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h5761"/>
            <p:cNvSpPr/>
            <p:nvPr/>
          </p:nvSpPr>
          <p:spPr>
            <a:xfrm>
              <a:off x="326131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h5762"/>
            <p:cNvSpPr/>
            <p:nvPr/>
          </p:nvSpPr>
          <p:spPr>
            <a:xfrm>
              <a:off x="327075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h5763"/>
            <p:cNvSpPr/>
            <p:nvPr/>
          </p:nvSpPr>
          <p:spPr>
            <a:xfrm>
              <a:off x="328019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h5764"/>
            <p:cNvSpPr/>
            <p:nvPr/>
          </p:nvSpPr>
          <p:spPr>
            <a:xfrm>
              <a:off x="328963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h5765"/>
            <p:cNvSpPr/>
            <p:nvPr/>
          </p:nvSpPr>
          <p:spPr>
            <a:xfrm>
              <a:off x="329907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h5766"/>
            <p:cNvSpPr/>
            <p:nvPr/>
          </p:nvSpPr>
          <p:spPr>
            <a:xfrm>
              <a:off x="330851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h5767"/>
            <p:cNvSpPr/>
            <p:nvPr/>
          </p:nvSpPr>
          <p:spPr>
            <a:xfrm>
              <a:off x="331795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h5768"/>
            <p:cNvSpPr/>
            <p:nvPr/>
          </p:nvSpPr>
          <p:spPr>
            <a:xfrm>
              <a:off x="332739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h5769"/>
            <p:cNvSpPr/>
            <p:nvPr/>
          </p:nvSpPr>
          <p:spPr>
            <a:xfrm>
              <a:off x="333683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h5770"/>
            <p:cNvSpPr/>
            <p:nvPr/>
          </p:nvSpPr>
          <p:spPr>
            <a:xfrm>
              <a:off x="334627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h5771"/>
            <p:cNvSpPr/>
            <p:nvPr/>
          </p:nvSpPr>
          <p:spPr>
            <a:xfrm>
              <a:off x="335571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h5772"/>
            <p:cNvSpPr/>
            <p:nvPr/>
          </p:nvSpPr>
          <p:spPr>
            <a:xfrm>
              <a:off x="336515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h5773"/>
            <p:cNvSpPr/>
            <p:nvPr/>
          </p:nvSpPr>
          <p:spPr>
            <a:xfrm>
              <a:off x="337459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h5774"/>
            <p:cNvSpPr/>
            <p:nvPr/>
          </p:nvSpPr>
          <p:spPr>
            <a:xfrm>
              <a:off x="338403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h5775"/>
            <p:cNvSpPr/>
            <p:nvPr/>
          </p:nvSpPr>
          <p:spPr>
            <a:xfrm>
              <a:off x="339347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h5776"/>
            <p:cNvSpPr/>
            <p:nvPr/>
          </p:nvSpPr>
          <p:spPr>
            <a:xfrm>
              <a:off x="340291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h5777"/>
            <p:cNvSpPr/>
            <p:nvPr/>
          </p:nvSpPr>
          <p:spPr>
            <a:xfrm>
              <a:off x="341235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h5778"/>
            <p:cNvSpPr/>
            <p:nvPr/>
          </p:nvSpPr>
          <p:spPr>
            <a:xfrm>
              <a:off x="342179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h5779"/>
            <p:cNvSpPr/>
            <p:nvPr/>
          </p:nvSpPr>
          <p:spPr>
            <a:xfrm>
              <a:off x="343123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h5780"/>
            <p:cNvSpPr/>
            <p:nvPr/>
          </p:nvSpPr>
          <p:spPr>
            <a:xfrm>
              <a:off x="344067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h5781"/>
            <p:cNvSpPr/>
            <p:nvPr/>
          </p:nvSpPr>
          <p:spPr>
            <a:xfrm>
              <a:off x="345011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h5782"/>
            <p:cNvSpPr/>
            <p:nvPr/>
          </p:nvSpPr>
          <p:spPr>
            <a:xfrm>
              <a:off x="345955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h5783"/>
            <p:cNvSpPr/>
            <p:nvPr/>
          </p:nvSpPr>
          <p:spPr>
            <a:xfrm>
              <a:off x="346899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h5784"/>
            <p:cNvSpPr/>
            <p:nvPr/>
          </p:nvSpPr>
          <p:spPr>
            <a:xfrm>
              <a:off x="347843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h5785"/>
            <p:cNvSpPr/>
            <p:nvPr/>
          </p:nvSpPr>
          <p:spPr>
            <a:xfrm>
              <a:off x="348787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h5786"/>
            <p:cNvSpPr/>
            <p:nvPr/>
          </p:nvSpPr>
          <p:spPr>
            <a:xfrm>
              <a:off x="349731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h5787"/>
            <p:cNvSpPr/>
            <p:nvPr/>
          </p:nvSpPr>
          <p:spPr>
            <a:xfrm>
              <a:off x="350675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h5788"/>
            <p:cNvSpPr/>
            <p:nvPr/>
          </p:nvSpPr>
          <p:spPr>
            <a:xfrm>
              <a:off x="351619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h5789"/>
            <p:cNvSpPr/>
            <p:nvPr/>
          </p:nvSpPr>
          <p:spPr>
            <a:xfrm>
              <a:off x="352563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h5790"/>
            <p:cNvSpPr/>
            <p:nvPr/>
          </p:nvSpPr>
          <p:spPr>
            <a:xfrm>
              <a:off x="353507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h5791"/>
            <p:cNvSpPr/>
            <p:nvPr/>
          </p:nvSpPr>
          <p:spPr>
            <a:xfrm>
              <a:off x="354451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h5792"/>
            <p:cNvSpPr/>
            <p:nvPr/>
          </p:nvSpPr>
          <p:spPr>
            <a:xfrm>
              <a:off x="355395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h5793"/>
            <p:cNvSpPr/>
            <p:nvPr/>
          </p:nvSpPr>
          <p:spPr>
            <a:xfrm>
              <a:off x="356339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h5794"/>
            <p:cNvSpPr/>
            <p:nvPr/>
          </p:nvSpPr>
          <p:spPr>
            <a:xfrm>
              <a:off x="357283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h5795"/>
            <p:cNvSpPr/>
            <p:nvPr/>
          </p:nvSpPr>
          <p:spPr>
            <a:xfrm>
              <a:off x="358227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h5796"/>
            <p:cNvSpPr/>
            <p:nvPr/>
          </p:nvSpPr>
          <p:spPr>
            <a:xfrm>
              <a:off x="359171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h5797"/>
            <p:cNvSpPr/>
            <p:nvPr/>
          </p:nvSpPr>
          <p:spPr>
            <a:xfrm>
              <a:off x="360115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h5798"/>
            <p:cNvSpPr/>
            <p:nvPr/>
          </p:nvSpPr>
          <p:spPr>
            <a:xfrm>
              <a:off x="361059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h5799"/>
            <p:cNvSpPr/>
            <p:nvPr/>
          </p:nvSpPr>
          <p:spPr>
            <a:xfrm>
              <a:off x="362003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h5800"/>
            <p:cNvSpPr/>
            <p:nvPr/>
          </p:nvSpPr>
          <p:spPr>
            <a:xfrm>
              <a:off x="362947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h5801"/>
            <p:cNvSpPr/>
            <p:nvPr/>
          </p:nvSpPr>
          <p:spPr>
            <a:xfrm>
              <a:off x="363891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h5802"/>
            <p:cNvSpPr/>
            <p:nvPr/>
          </p:nvSpPr>
          <p:spPr>
            <a:xfrm>
              <a:off x="364836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h5803"/>
            <p:cNvSpPr/>
            <p:nvPr/>
          </p:nvSpPr>
          <p:spPr>
            <a:xfrm>
              <a:off x="365780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h5804"/>
            <p:cNvSpPr/>
            <p:nvPr/>
          </p:nvSpPr>
          <p:spPr>
            <a:xfrm>
              <a:off x="366724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D2C">
                <a:alpha val="100000"/>
              </a:srgbClr>
            </a:solidFill>
            <a:ln w="5420" cap="flat">
              <a:solidFill>
                <a:srgbClr val="DC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h5805"/>
            <p:cNvSpPr/>
            <p:nvPr/>
          </p:nvSpPr>
          <p:spPr>
            <a:xfrm>
              <a:off x="367668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h5806"/>
            <p:cNvSpPr/>
            <p:nvPr/>
          </p:nvSpPr>
          <p:spPr>
            <a:xfrm>
              <a:off x="368612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h5807"/>
            <p:cNvSpPr/>
            <p:nvPr/>
          </p:nvSpPr>
          <p:spPr>
            <a:xfrm>
              <a:off x="369556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h5808"/>
            <p:cNvSpPr/>
            <p:nvPr/>
          </p:nvSpPr>
          <p:spPr>
            <a:xfrm>
              <a:off x="370500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h5809"/>
            <p:cNvSpPr/>
            <p:nvPr/>
          </p:nvSpPr>
          <p:spPr>
            <a:xfrm>
              <a:off x="3714441" y="146500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137"/>
                  </a:lnTo>
                  <a:lnTo>
                    <a:pt x="923051" y="911612"/>
                  </a:lnTo>
                  <a:lnTo>
                    <a:pt x="921520" y="914400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h5810"/>
            <p:cNvSpPr/>
            <p:nvPr/>
          </p:nvSpPr>
          <p:spPr>
            <a:xfrm>
              <a:off x="3723882" y="1447430"/>
              <a:ext cx="923840" cy="928707"/>
            </a:xfrm>
            <a:custGeom>
              <a:avLst/>
              <a:pathLst>
                <a:path w="923840" h="92870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261"/>
                  </a:lnTo>
                  <a:lnTo>
                    <a:pt x="923109" y="922864"/>
                  </a:lnTo>
                  <a:lnTo>
                    <a:pt x="917573" y="926799"/>
                  </a:lnTo>
                  <a:lnTo>
                    <a:pt x="914400" y="928707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h5811"/>
            <p:cNvSpPr/>
            <p:nvPr/>
          </p:nvSpPr>
          <p:spPr>
            <a:xfrm>
              <a:off x="3733322" y="1447430"/>
              <a:ext cx="923319" cy="922261"/>
            </a:xfrm>
            <a:custGeom>
              <a:avLst/>
              <a:pathLst>
                <a:path w="923319" h="922261">
                  <a:moveTo>
                    <a:pt x="914400" y="914400"/>
                  </a:moveTo>
                  <a:lnTo>
                    <a:pt x="923319" y="914400"/>
                  </a:lnTo>
                  <a:lnTo>
                    <a:pt x="919086" y="918396"/>
                  </a:lnTo>
                  <a:lnTo>
                    <a:pt x="914400" y="922261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h5812"/>
            <p:cNvSpPr/>
            <p:nvPr/>
          </p:nvSpPr>
          <p:spPr>
            <a:xfrm>
              <a:off x="2128481" y="1429861"/>
              <a:ext cx="914400" cy="920717"/>
            </a:xfrm>
            <a:custGeom>
              <a:avLst/>
              <a:pathLst>
                <a:path w="914400" h="920717">
                  <a:moveTo>
                    <a:pt x="914400" y="914400"/>
                  </a:moveTo>
                  <a:lnTo>
                    <a:pt x="914400" y="920717"/>
                  </a:lnTo>
                  <a:lnTo>
                    <a:pt x="913864" y="919499"/>
                  </a:lnTo>
                  <a:lnTo>
                    <a:pt x="912797" y="917073"/>
                  </a:lnTo>
                  <a:lnTo>
                    <a:pt x="911729" y="914648"/>
                  </a:lnTo>
                  <a:lnTo>
                    <a:pt x="911620" y="914400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h5813"/>
            <p:cNvSpPr/>
            <p:nvPr/>
          </p:nvSpPr>
          <p:spPr>
            <a:xfrm>
              <a:off x="212848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407" y="931969"/>
                  </a:lnTo>
                  <a:lnTo>
                    <a:pt x="918136" y="929221"/>
                  </a:lnTo>
                  <a:lnTo>
                    <a:pt x="917063" y="926777"/>
                  </a:lnTo>
                  <a:lnTo>
                    <a:pt x="915997" y="924351"/>
                  </a:lnTo>
                  <a:lnTo>
                    <a:pt x="914931" y="921925"/>
                  </a:lnTo>
                  <a:lnTo>
                    <a:pt x="914400" y="920717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h5814"/>
            <p:cNvSpPr/>
            <p:nvPr/>
          </p:nvSpPr>
          <p:spPr>
            <a:xfrm>
              <a:off x="213792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h5815"/>
            <p:cNvSpPr/>
            <p:nvPr/>
          </p:nvSpPr>
          <p:spPr>
            <a:xfrm>
              <a:off x="214736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h5816"/>
            <p:cNvSpPr/>
            <p:nvPr/>
          </p:nvSpPr>
          <p:spPr>
            <a:xfrm>
              <a:off x="215680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h5817"/>
            <p:cNvSpPr/>
            <p:nvPr/>
          </p:nvSpPr>
          <p:spPr>
            <a:xfrm>
              <a:off x="216624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h5818"/>
            <p:cNvSpPr/>
            <p:nvPr/>
          </p:nvSpPr>
          <p:spPr>
            <a:xfrm>
              <a:off x="217568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h5819"/>
            <p:cNvSpPr/>
            <p:nvPr/>
          </p:nvSpPr>
          <p:spPr>
            <a:xfrm>
              <a:off x="218512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h5820"/>
            <p:cNvSpPr/>
            <p:nvPr/>
          </p:nvSpPr>
          <p:spPr>
            <a:xfrm>
              <a:off x="219456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h5821"/>
            <p:cNvSpPr/>
            <p:nvPr/>
          </p:nvSpPr>
          <p:spPr>
            <a:xfrm>
              <a:off x="220400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h5822"/>
            <p:cNvSpPr/>
            <p:nvPr/>
          </p:nvSpPr>
          <p:spPr>
            <a:xfrm>
              <a:off x="221344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h5823"/>
            <p:cNvSpPr/>
            <p:nvPr/>
          </p:nvSpPr>
          <p:spPr>
            <a:xfrm>
              <a:off x="222288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h5824"/>
            <p:cNvSpPr/>
            <p:nvPr/>
          </p:nvSpPr>
          <p:spPr>
            <a:xfrm>
              <a:off x="223232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h5825"/>
            <p:cNvSpPr/>
            <p:nvPr/>
          </p:nvSpPr>
          <p:spPr>
            <a:xfrm>
              <a:off x="224176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h5826"/>
            <p:cNvSpPr/>
            <p:nvPr/>
          </p:nvSpPr>
          <p:spPr>
            <a:xfrm>
              <a:off x="225120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h5827"/>
            <p:cNvSpPr/>
            <p:nvPr/>
          </p:nvSpPr>
          <p:spPr>
            <a:xfrm>
              <a:off x="226064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h5828"/>
            <p:cNvSpPr/>
            <p:nvPr/>
          </p:nvSpPr>
          <p:spPr>
            <a:xfrm>
              <a:off x="227008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h5829"/>
            <p:cNvSpPr/>
            <p:nvPr/>
          </p:nvSpPr>
          <p:spPr>
            <a:xfrm>
              <a:off x="227952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h5830"/>
            <p:cNvSpPr/>
            <p:nvPr/>
          </p:nvSpPr>
          <p:spPr>
            <a:xfrm>
              <a:off x="228896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h5831"/>
            <p:cNvSpPr/>
            <p:nvPr/>
          </p:nvSpPr>
          <p:spPr>
            <a:xfrm>
              <a:off x="229840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h5832"/>
            <p:cNvSpPr/>
            <p:nvPr/>
          </p:nvSpPr>
          <p:spPr>
            <a:xfrm>
              <a:off x="230784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h5833"/>
            <p:cNvSpPr/>
            <p:nvPr/>
          </p:nvSpPr>
          <p:spPr>
            <a:xfrm>
              <a:off x="231728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h5834"/>
            <p:cNvSpPr/>
            <p:nvPr/>
          </p:nvSpPr>
          <p:spPr>
            <a:xfrm>
              <a:off x="232672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h5835"/>
            <p:cNvSpPr/>
            <p:nvPr/>
          </p:nvSpPr>
          <p:spPr>
            <a:xfrm>
              <a:off x="233616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h5836"/>
            <p:cNvSpPr/>
            <p:nvPr/>
          </p:nvSpPr>
          <p:spPr>
            <a:xfrm>
              <a:off x="234560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h5837"/>
            <p:cNvSpPr/>
            <p:nvPr/>
          </p:nvSpPr>
          <p:spPr>
            <a:xfrm>
              <a:off x="235504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h5838"/>
            <p:cNvSpPr/>
            <p:nvPr/>
          </p:nvSpPr>
          <p:spPr>
            <a:xfrm>
              <a:off x="236448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h5839"/>
            <p:cNvSpPr/>
            <p:nvPr/>
          </p:nvSpPr>
          <p:spPr>
            <a:xfrm>
              <a:off x="237392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h5840"/>
            <p:cNvSpPr/>
            <p:nvPr/>
          </p:nvSpPr>
          <p:spPr>
            <a:xfrm>
              <a:off x="2383368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h5841"/>
            <p:cNvSpPr/>
            <p:nvPr/>
          </p:nvSpPr>
          <p:spPr>
            <a:xfrm>
              <a:off x="239280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h5842"/>
            <p:cNvSpPr/>
            <p:nvPr/>
          </p:nvSpPr>
          <p:spPr>
            <a:xfrm>
              <a:off x="2402248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h5843"/>
            <p:cNvSpPr/>
            <p:nvPr/>
          </p:nvSpPr>
          <p:spPr>
            <a:xfrm>
              <a:off x="241168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h5844"/>
            <p:cNvSpPr/>
            <p:nvPr/>
          </p:nvSpPr>
          <p:spPr>
            <a:xfrm>
              <a:off x="2421129" y="1447430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3950"/>
                  </a:lnTo>
                  <a:lnTo>
                    <a:pt x="921908" y="912993"/>
                  </a:lnTo>
                  <a:lnTo>
                    <a:pt x="921561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h5845"/>
            <p:cNvSpPr/>
            <p:nvPr/>
          </p:nvSpPr>
          <p:spPr>
            <a:xfrm>
              <a:off x="2430569" y="1429861"/>
              <a:ext cx="915731" cy="921520"/>
            </a:xfrm>
            <a:custGeom>
              <a:avLst/>
              <a:pathLst>
                <a:path w="915731" h="921520">
                  <a:moveTo>
                    <a:pt x="914400" y="914400"/>
                  </a:moveTo>
                  <a:lnTo>
                    <a:pt x="915731" y="914400"/>
                  </a:lnTo>
                  <a:lnTo>
                    <a:pt x="914643" y="920380"/>
                  </a:lnTo>
                  <a:lnTo>
                    <a:pt x="914400" y="92152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h5846"/>
            <p:cNvSpPr/>
            <p:nvPr/>
          </p:nvSpPr>
          <p:spPr>
            <a:xfrm>
              <a:off x="3129147" y="144743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730" y="914400"/>
                  </a:lnTo>
                  <a:lnTo>
                    <a:pt x="911831" y="913657"/>
                  </a:lnTo>
                  <a:lnTo>
                    <a:pt x="913562" y="903205"/>
                  </a:lnTo>
                  <a:lnTo>
                    <a:pt x="914400" y="898950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h5847"/>
            <p:cNvSpPr/>
            <p:nvPr/>
          </p:nvSpPr>
          <p:spPr>
            <a:xfrm>
              <a:off x="3138587" y="142986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20"/>
                  </a:lnTo>
                  <a:lnTo>
                    <a:pt x="905376" y="914400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h5848"/>
            <p:cNvSpPr/>
            <p:nvPr/>
          </p:nvSpPr>
          <p:spPr>
            <a:xfrm>
              <a:off x="313858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h5849"/>
            <p:cNvSpPr/>
            <p:nvPr/>
          </p:nvSpPr>
          <p:spPr>
            <a:xfrm>
              <a:off x="314802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h5850"/>
            <p:cNvSpPr/>
            <p:nvPr/>
          </p:nvSpPr>
          <p:spPr>
            <a:xfrm>
              <a:off x="315746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h5851"/>
            <p:cNvSpPr/>
            <p:nvPr/>
          </p:nvSpPr>
          <p:spPr>
            <a:xfrm>
              <a:off x="316690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h5852"/>
            <p:cNvSpPr/>
            <p:nvPr/>
          </p:nvSpPr>
          <p:spPr>
            <a:xfrm>
              <a:off x="317634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h5853"/>
            <p:cNvSpPr/>
            <p:nvPr/>
          </p:nvSpPr>
          <p:spPr>
            <a:xfrm>
              <a:off x="3185788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h5854"/>
            <p:cNvSpPr/>
            <p:nvPr/>
          </p:nvSpPr>
          <p:spPr>
            <a:xfrm>
              <a:off x="319522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h5855"/>
            <p:cNvSpPr/>
            <p:nvPr/>
          </p:nvSpPr>
          <p:spPr>
            <a:xfrm>
              <a:off x="320466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h5856"/>
            <p:cNvSpPr/>
            <p:nvPr/>
          </p:nvSpPr>
          <p:spPr>
            <a:xfrm>
              <a:off x="321410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h5857"/>
            <p:cNvSpPr/>
            <p:nvPr/>
          </p:nvSpPr>
          <p:spPr>
            <a:xfrm>
              <a:off x="322354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h5858"/>
            <p:cNvSpPr/>
            <p:nvPr/>
          </p:nvSpPr>
          <p:spPr>
            <a:xfrm>
              <a:off x="323298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h5859"/>
            <p:cNvSpPr/>
            <p:nvPr/>
          </p:nvSpPr>
          <p:spPr>
            <a:xfrm>
              <a:off x="3242429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h5860"/>
            <p:cNvSpPr/>
            <p:nvPr/>
          </p:nvSpPr>
          <p:spPr>
            <a:xfrm>
              <a:off x="325187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h5861"/>
            <p:cNvSpPr/>
            <p:nvPr/>
          </p:nvSpPr>
          <p:spPr>
            <a:xfrm>
              <a:off x="326131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h5862"/>
            <p:cNvSpPr/>
            <p:nvPr/>
          </p:nvSpPr>
          <p:spPr>
            <a:xfrm>
              <a:off x="327075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h5863"/>
            <p:cNvSpPr/>
            <p:nvPr/>
          </p:nvSpPr>
          <p:spPr>
            <a:xfrm>
              <a:off x="328019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h5864"/>
            <p:cNvSpPr/>
            <p:nvPr/>
          </p:nvSpPr>
          <p:spPr>
            <a:xfrm>
              <a:off x="328963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h5865"/>
            <p:cNvSpPr/>
            <p:nvPr/>
          </p:nvSpPr>
          <p:spPr>
            <a:xfrm>
              <a:off x="329907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h5866"/>
            <p:cNvSpPr/>
            <p:nvPr/>
          </p:nvSpPr>
          <p:spPr>
            <a:xfrm>
              <a:off x="330851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h5867"/>
            <p:cNvSpPr/>
            <p:nvPr/>
          </p:nvSpPr>
          <p:spPr>
            <a:xfrm>
              <a:off x="331795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h5868"/>
            <p:cNvSpPr/>
            <p:nvPr/>
          </p:nvSpPr>
          <p:spPr>
            <a:xfrm>
              <a:off x="332739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h5869"/>
            <p:cNvSpPr/>
            <p:nvPr/>
          </p:nvSpPr>
          <p:spPr>
            <a:xfrm>
              <a:off x="333683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h5870"/>
            <p:cNvSpPr/>
            <p:nvPr/>
          </p:nvSpPr>
          <p:spPr>
            <a:xfrm>
              <a:off x="334627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h5871"/>
            <p:cNvSpPr/>
            <p:nvPr/>
          </p:nvSpPr>
          <p:spPr>
            <a:xfrm>
              <a:off x="335571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h5872"/>
            <p:cNvSpPr/>
            <p:nvPr/>
          </p:nvSpPr>
          <p:spPr>
            <a:xfrm>
              <a:off x="336515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h5873"/>
            <p:cNvSpPr/>
            <p:nvPr/>
          </p:nvSpPr>
          <p:spPr>
            <a:xfrm>
              <a:off x="337459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h5874"/>
            <p:cNvSpPr/>
            <p:nvPr/>
          </p:nvSpPr>
          <p:spPr>
            <a:xfrm>
              <a:off x="338403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h5875"/>
            <p:cNvSpPr/>
            <p:nvPr/>
          </p:nvSpPr>
          <p:spPr>
            <a:xfrm>
              <a:off x="339347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h5876"/>
            <p:cNvSpPr/>
            <p:nvPr/>
          </p:nvSpPr>
          <p:spPr>
            <a:xfrm>
              <a:off x="340291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h5877"/>
            <p:cNvSpPr/>
            <p:nvPr/>
          </p:nvSpPr>
          <p:spPr>
            <a:xfrm>
              <a:off x="341235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h5878"/>
            <p:cNvSpPr/>
            <p:nvPr/>
          </p:nvSpPr>
          <p:spPr>
            <a:xfrm>
              <a:off x="342179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h5879"/>
            <p:cNvSpPr/>
            <p:nvPr/>
          </p:nvSpPr>
          <p:spPr>
            <a:xfrm>
              <a:off x="343123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h5880"/>
            <p:cNvSpPr/>
            <p:nvPr/>
          </p:nvSpPr>
          <p:spPr>
            <a:xfrm>
              <a:off x="344067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h5881"/>
            <p:cNvSpPr/>
            <p:nvPr/>
          </p:nvSpPr>
          <p:spPr>
            <a:xfrm>
              <a:off x="345011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h5882"/>
            <p:cNvSpPr/>
            <p:nvPr/>
          </p:nvSpPr>
          <p:spPr>
            <a:xfrm>
              <a:off x="345955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h5883"/>
            <p:cNvSpPr/>
            <p:nvPr/>
          </p:nvSpPr>
          <p:spPr>
            <a:xfrm>
              <a:off x="346899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h5884"/>
            <p:cNvSpPr/>
            <p:nvPr/>
          </p:nvSpPr>
          <p:spPr>
            <a:xfrm>
              <a:off x="347843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h5885"/>
            <p:cNvSpPr/>
            <p:nvPr/>
          </p:nvSpPr>
          <p:spPr>
            <a:xfrm>
              <a:off x="348787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h5886"/>
            <p:cNvSpPr/>
            <p:nvPr/>
          </p:nvSpPr>
          <p:spPr>
            <a:xfrm>
              <a:off x="349731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h5887"/>
            <p:cNvSpPr/>
            <p:nvPr/>
          </p:nvSpPr>
          <p:spPr>
            <a:xfrm>
              <a:off x="350675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h5888"/>
            <p:cNvSpPr/>
            <p:nvPr/>
          </p:nvSpPr>
          <p:spPr>
            <a:xfrm>
              <a:off x="351619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h5889"/>
            <p:cNvSpPr/>
            <p:nvPr/>
          </p:nvSpPr>
          <p:spPr>
            <a:xfrm>
              <a:off x="352563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h5890"/>
            <p:cNvSpPr/>
            <p:nvPr/>
          </p:nvSpPr>
          <p:spPr>
            <a:xfrm>
              <a:off x="353507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h5891"/>
            <p:cNvSpPr/>
            <p:nvPr/>
          </p:nvSpPr>
          <p:spPr>
            <a:xfrm>
              <a:off x="354451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h5892"/>
            <p:cNvSpPr/>
            <p:nvPr/>
          </p:nvSpPr>
          <p:spPr>
            <a:xfrm>
              <a:off x="355395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h5893"/>
            <p:cNvSpPr/>
            <p:nvPr/>
          </p:nvSpPr>
          <p:spPr>
            <a:xfrm>
              <a:off x="356339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h5894"/>
            <p:cNvSpPr/>
            <p:nvPr/>
          </p:nvSpPr>
          <p:spPr>
            <a:xfrm>
              <a:off x="357283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h5895"/>
            <p:cNvSpPr/>
            <p:nvPr/>
          </p:nvSpPr>
          <p:spPr>
            <a:xfrm>
              <a:off x="358227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h5896"/>
            <p:cNvSpPr/>
            <p:nvPr/>
          </p:nvSpPr>
          <p:spPr>
            <a:xfrm>
              <a:off x="359171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h5897"/>
            <p:cNvSpPr/>
            <p:nvPr/>
          </p:nvSpPr>
          <p:spPr>
            <a:xfrm>
              <a:off x="360115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D2C">
                <a:alpha val="100000"/>
              </a:srgbClr>
            </a:solidFill>
            <a:ln w="5420" cap="flat">
              <a:solidFill>
                <a:srgbClr val="DC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h5898"/>
            <p:cNvSpPr/>
            <p:nvPr/>
          </p:nvSpPr>
          <p:spPr>
            <a:xfrm>
              <a:off x="361059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h5899"/>
            <p:cNvSpPr/>
            <p:nvPr/>
          </p:nvSpPr>
          <p:spPr>
            <a:xfrm>
              <a:off x="362003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h5900"/>
            <p:cNvSpPr/>
            <p:nvPr/>
          </p:nvSpPr>
          <p:spPr>
            <a:xfrm>
              <a:off x="362947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h5901"/>
            <p:cNvSpPr/>
            <p:nvPr/>
          </p:nvSpPr>
          <p:spPr>
            <a:xfrm>
              <a:off x="363891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h5902"/>
            <p:cNvSpPr/>
            <p:nvPr/>
          </p:nvSpPr>
          <p:spPr>
            <a:xfrm>
              <a:off x="364836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h5903"/>
            <p:cNvSpPr/>
            <p:nvPr/>
          </p:nvSpPr>
          <p:spPr>
            <a:xfrm>
              <a:off x="365780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h5904"/>
            <p:cNvSpPr/>
            <p:nvPr/>
          </p:nvSpPr>
          <p:spPr>
            <a:xfrm>
              <a:off x="366724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h5905"/>
            <p:cNvSpPr/>
            <p:nvPr/>
          </p:nvSpPr>
          <p:spPr>
            <a:xfrm>
              <a:off x="367668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h5906"/>
            <p:cNvSpPr/>
            <p:nvPr/>
          </p:nvSpPr>
          <p:spPr>
            <a:xfrm>
              <a:off x="368612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h5907"/>
            <p:cNvSpPr/>
            <p:nvPr/>
          </p:nvSpPr>
          <p:spPr>
            <a:xfrm>
              <a:off x="369556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h5908"/>
            <p:cNvSpPr/>
            <p:nvPr/>
          </p:nvSpPr>
          <p:spPr>
            <a:xfrm>
              <a:off x="370500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h5909"/>
            <p:cNvSpPr/>
            <p:nvPr/>
          </p:nvSpPr>
          <p:spPr>
            <a:xfrm>
              <a:off x="371444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h5910"/>
            <p:cNvSpPr/>
            <p:nvPr/>
          </p:nvSpPr>
          <p:spPr>
            <a:xfrm>
              <a:off x="372388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h5911"/>
            <p:cNvSpPr/>
            <p:nvPr/>
          </p:nvSpPr>
          <p:spPr>
            <a:xfrm>
              <a:off x="3733322" y="144743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907"/>
                  </a:lnTo>
                  <a:lnTo>
                    <a:pt x="923319" y="914400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h5912"/>
            <p:cNvSpPr/>
            <p:nvPr/>
          </p:nvSpPr>
          <p:spPr>
            <a:xfrm>
              <a:off x="3742762" y="1429861"/>
              <a:ext cx="923840" cy="931477"/>
            </a:xfrm>
            <a:custGeom>
              <a:avLst/>
              <a:pathLst>
                <a:path w="923840" h="9314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939"/>
                  </a:lnTo>
                  <a:lnTo>
                    <a:pt x="920068" y="925479"/>
                  </a:lnTo>
                  <a:lnTo>
                    <a:pt x="914930" y="930976"/>
                  </a:lnTo>
                  <a:lnTo>
                    <a:pt x="914400" y="931477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h5913"/>
            <p:cNvSpPr/>
            <p:nvPr/>
          </p:nvSpPr>
          <p:spPr>
            <a:xfrm>
              <a:off x="3752202" y="1429861"/>
              <a:ext cx="919383" cy="920939"/>
            </a:xfrm>
            <a:custGeom>
              <a:avLst/>
              <a:pathLst>
                <a:path w="919383" h="920939">
                  <a:moveTo>
                    <a:pt x="914400" y="914400"/>
                  </a:moveTo>
                  <a:lnTo>
                    <a:pt x="919383" y="914400"/>
                  </a:lnTo>
                  <a:lnTo>
                    <a:pt x="915603" y="919490"/>
                  </a:lnTo>
                  <a:lnTo>
                    <a:pt x="914400" y="92093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h5914"/>
            <p:cNvSpPr/>
            <p:nvPr/>
          </p:nvSpPr>
          <p:spPr>
            <a:xfrm>
              <a:off x="2119041" y="1412291"/>
              <a:ext cx="914400" cy="917025"/>
            </a:xfrm>
            <a:custGeom>
              <a:avLst/>
              <a:pathLst>
                <a:path w="914400" h="917025">
                  <a:moveTo>
                    <a:pt x="914400" y="914399"/>
                  </a:moveTo>
                  <a:lnTo>
                    <a:pt x="914400" y="917025"/>
                  </a:lnTo>
                  <a:lnTo>
                    <a:pt x="913924" y="916179"/>
                  </a:lnTo>
                  <a:lnTo>
                    <a:pt x="912923" y="91439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h5915"/>
            <p:cNvSpPr/>
            <p:nvPr/>
          </p:nvSpPr>
          <p:spPr>
            <a:xfrm>
              <a:off x="211904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1060" y="931969"/>
                  </a:lnTo>
                  <a:lnTo>
                    <a:pt x="920102" y="929792"/>
                  </a:lnTo>
                  <a:lnTo>
                    <a:pt x="919033" y="927367"/>
                  </a:lnTo>
                  <a:lnTo>
                    <a:pt x="917964" y="924941"/>
                  </a:lnTo>
                  <a:lnTo>
                    <a:pt x="916895" y="922516"/>
                  </a:lnTo>
                  <a:lnTo>
                    <a:pt x="915825" y="920091"/>
                  </a:lnTo>
                  <a:lnTo>
                    <a:pt x="914738" y="917627"/>
                  </a:lnTo>
                  <a:lnTo>
                    <a:pt x="914400" y="917025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h5916"/>
            <p:cNvSpPr/>
            <p:nvPr/>
          </p:nvSpPr>
          <p:spPr>
            <a:xfrm>
              <a:off x="212848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h5917"/>
            <p:cNvSpPr/>
            <p:nvPr/>
          </p:nvSpPr>
          <p:spPr>
            <a:xfrm>
              <a:off x="213792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h5918"/>
            <p:cNvSpPr/>
            <p:nvPr/>
          </p:nvSpPr>
          <p:spPr>
            <a:xfrm>
              <a:off x="214736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h5919"/>
            <p:cNvSpPr/>
            <p:nvPr/>
          </p:nvSpPr>
          <p:spPr>
            <a:xfrm>
              <a:off x="215680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h5920"/>
            <p:cNvSpPr/>
            <p:nvPr/>
          </p:nvSpPr>
          <p:spPr>
            <a:xfrm>
              <a:off x="216624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h5921"/>
            <p:cNvSpPr/>
            <p:nvPr/>
          </p:nvSpPr>
          <p:spPr>
            <a:xfrm>
              <a:off x="217568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h5922"/>
            <p:cNvSpPr/>
            <p:nvPr/>
          </p:nvSpPr>
          <p:spPr>
            <a:xfrm>
              <a:off x="218512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h5923"/>
            <p:cNvSpPr/>
            <p:nvPr/>
          </p:nvSpPr>
          <p:spPr>
            <a:xfrm>
              <a:off x="219456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h5924"/>
            <p:cNvSpPr/>
            <p:nvPr/>
          </p:nvSpPr>
          <p:spPr>
            <a:xfrm>
              <a:off x="220400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h5925"/>
            <p:cNvSpPr/>
            <p:nvPr/>
          </p:nvSpPr>
          <p:spPr>
            <a:xfrm>
              <a:off x="221344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h5926"/>
            <p:cNvSpPr/>
            <p:nvPr/>
          </p:nvSpPr>
          <p:spPr>
            <a:xfrm>
              <a:off x="222288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h5927"/>
            <p:cNvSpPr/>
            <p:nvPr/>
          </p:nvSpPr>
          <p:spPr>
            <a:xfrm>
              <a:off x="223232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h5928"/>
            <p:cNvSpPr/>
            <p:nvPr/>
          </p:nvSpPr>
          <p:spPr>
            <a:xfrm>
              <a:off x="224176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h5929"/>
            <p:cNvSpPr/>
            <p:nvPr/>
          </p:nvSpPr>
          <p:spPr>
            <a:xfrm>
              <a:off x="225120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h5930"/>
            <p:cNvSpPr/>
            <p:nvPr/>
          </p:nvSpPr>
          <p:spPr>
            <a:xfrm>
              <a:off x="226064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h5931"/>
            <p:cNvSpPr/>
            <p:nvPr/>
          </p:nvSpPr>
          <p:spPr>
            <a:xfrm>
              <a:off x="227008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h5932"/>
            <p:cNvSpPr/>
            <p:nvPr/>
          </p:nvSpPr>
          <p:spPr>
            <a:xfrm>
              <a:off x="227952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h5933"/>
            <p:cNvSpPr/>
            <p:nvPr/>
          </p:nvSpPr>
          <p:spPr>
            <a:xfrm>
              <a:off x="228896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h5934"/>
            <p:cNvSpPr/>
            <p:nvPr/>
          </p:nvSpPr>
          <p:spPr>
            <a:xfrm>
              <a:off x="229840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h5935"/>
            <p:cNvSpPr/>
            <p:nvPr/>
          </p:nvSpPr>
          <p:spPr>
            <a:xfrm>
              <a:off x="230784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h5936"/>
            <p:cNvSpPr/>
            <p:nvPr/>
          </p:nvSpPr>
          <p:spPr>
            <a:xfrm>
              <a:off x="231728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h5937"/>
            <p:cNvSpPr/>
            <p:nvPr/>
          </p:nvSpPr>
          <p:spPr>
            <a:xfrm>
              <a:off x="232672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h5938"/>
            <p:cNvSpPr/>
            <p:nvPr/>
          </p:nvSpPr>
          <p:spPr>
            <a:xfrm>
              <a:off x="233616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h5939"/>
            <p:cNvSpPr/>
            <p:nvPr/>
          </p:nvSpPr>
          <p:spPr>
            <a:xfrm>
              <a:off x="234560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h5940"/>
            <p:cNvSpPr/>
            <p:nvPr/>
          </p:nvSpPr>
          <p:spPr>
            <a:xfrm>
              <a:off x="235504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h5941"/>
            <p:cNvSpPr/>
            <p:nvPr/>
          </p:nvSpPr>
          <p:spPr>
            <a:xfrm>
              <a:off x="236448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h5942"/>
            <p:cNvSpPr/>
            <p:nvPr/>
          </p:nvSpPr>
          <p:spPr>
            <a:xfrm>
              <a:off x="237392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h5943"/>
            <p:cNvSpPr/>
            <p:nvPr/>
          </p:nvSpPr>
          <p:spPr>
            <a:xfrm>
              <a:off x="2383368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h5944"/>
            <p:cNvSpPr/>
            <p:nvPr/>
          </p:nvSpPr>
          <p:spPr>
            <a:xfrm>
              <a:off x="239280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h5945"/>
            <p:cNvSpPr/>
            <p:nvPr/>
          </p:nvSpPr>
          <p:spPr>
            <a:xfrm>
              <a:off x="2402248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h5946"/>
            <p:cNvSpPr/>
            <p:nvPr/>
          </p:nvSpPr>
          <p:spPr>
            <a:xfrm>
              <a:off x="241168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h5947"/>
            <p:cNvSpPr/>
            <p:nvPr/>
          </p:nvSpPr>
          <p:spPr>
            <a:xfrm>
              <a:off x="2421129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h5948"/>
            <p:cNvSpPr/>
            <p:nvPr/>
          </p:nvSpPr>
          <p:spPr>
            <a:xfrm>
              <a:off x="2430569" y="1429861"/>
              <a:ext cx="918446" cy="914400"/>
            </a:xfrm>
            <a:custGeom>
              <a:avLst/>
              <a:pathLst>
                <a:path w="91844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446" y="896830"/>
                  </a:lnTo>
                  <a:lnTo>
                    <a:pt x="918127" y="899451"/>
                  </a:lnTo>
                  <a:lnTo>
                    <a:pt x="916531" y="910000"/>
                  </a:lnTo>
                  <a:lnTo>
                    <a:pt x="915731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h5949"/>
            <p:cNvSpPr/>
            <p:nvPr/>
          </p:nvSpPr>
          <p:spPr>
            <a:xfrm>
              <a:off x="3138587" y="1412291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76" y="931969"/>
                  </a:lnTo>
                  <a:lnTo>
                    <a:pt x="906143" y="928073"/>
                  </a:lnTo>
                  <a:lnTo>
                    <a:pt x="908447" y="918011"/>
                  </a:lnTo>
                  <a:lnTo>
                    <a:pt x="909396" y="91439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h5950"/>
            <p:cNvSpPr/>
            <p:nvPr/>
          </p:nvSpPr>
          <p:spPr>
            <a:xfrm>
              <a:off x="313858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h5951"/>
            <p:cNvSpPr/>
            <p:nvPr/>
          </p:nvSpPr>
          <p:spPr>
            <a:xfrm>
              <a:off x="314802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h5952"/>
            <p:cNvSpPr/>
            <p:nvPr/>
          </p:nvSpPr>
          <p:spPr>
            <a:xfrm>
              <a:off x="315746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h5953"/>
            <p:cNvSpPr/>
            <p:nvPr/>
          </p:nvSpPr>
          <p:spPr>
            <a:xfrm>
              <a:off x="316690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h5954"/>
            <p:cNvSpPr/>
            <p:nvPr/>
          </p:nvSpPr>
          <p:spPr>
            <a:xfrm>
              <a:off x="317634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h5955"/>
            <p:cNvSpPr/>
            <p:nvPr/>
          </p:nvSpPr>
          <p:spPr>
            <a:xfrm>
              <a:off x="3185788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h5956"/>
            <p:cNvSpPr/>
            <p:nvPr/>
          </p:nvSpPr>
          <p:spPr>
            <a:xfrm>
              <a:off x="319522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h5957"/>
            <p:cNvSpPr/>
            <p:nvPr/>
          </p:nvSpPr>
          <p:spPr>
            <a:xfrm>
              <a:off x="320466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h5958"/>
            <p:cNvSpPr/>
            <p:nvPr/>
          </p:nvSpPr>
          <p:spPr>
            <a:xfrm>
              <a:off x="321410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h5959"/>
            <p:cNvSpPr/>
            <p:nvPr/>
          </p:nvSpPr>
          <p:spPr>
            <a:xfrm>
              <a:off x="322354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h5960"/>
            <p:cNvSpPr/>
            <p:nvPr/>
          </p:nvSpPr>
          <p:spPr>
            <a:xfrm>
              <a:off x="323298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h5961"/>
            <p:cNvSpPr/>
            <p:nvPr/>
          </p:nvSpPr>
          <p:spPr>
            <a:xfrm>
              <a:off x="3242429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h5962"/>
            <p:cNvSpPr/>
            <p:nvPr/>
          </p:nvSpPr>
          <p:spPr>
            <a:xfrm>
              <a:off x="325187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h5963"/>
            <p:cNvSpPr/>
            <p:nvPr/>
          </p:nvSpPr>
          <p:spPr>
            <a:xfrm>
              <a:off x="326131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h5964"/>
            <p:cNvSpPr/>
            <p:nvPr/>
          </p:nvSpPr>
          <p:spPr>
            <a:xfrm>
              <a:off x="327075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h5965"/>
            <p:cNvSpPr/>
            <p:nvPr/>
          </p:nvSpPr>
          <p:spPr>
            <a:xfrm>
              <a:off x="328019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h5966"/>
            <p:cNvSpPr/>
            <p:nvPr/>
          </p:nvSpPr>
          <p:spPr>
            <a:xfrm>
              <a:off x="328963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h5967"/>
            <p:cNvSpPr/>
            <p:nvPr/>
          </p:nvSpPr>
          <p:spPr>
            <a:xfrm>
              <a:off x="329907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h5968"/>
            <p:cNvSpPr/>
            <p:nvPr/>
          </p:nvSpPr>
          <p:spPr>
            <a:xfrm>
              <a:off x="330851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h5969"/>
            <p:cNvSpPr/>
            <p:nvPr/>
          </p:nvSpPr>
          <p:spPr>
            <a:xfrm>
              <a:off x="331795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h5970"/>
            <p:cNvSpPr/>
            <p:nvPr/>
          </p:nvSpPr>
          <p:spPr>
            <a:xfrm>
              <a:off x="332739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h5971"/>
            <p:cNvSpPr/>
            <p:nvPr/>
          </p:nvSpPr>
          <p:spPr>
            <a:xfrm>
              <a:off x="333683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h5972"/>
            <p:cNvSpPr/>
            <p:nvPr/>
          </p:nvSpPr>
          <p:spPr>
            <a:xfrm>
              <a:off x="334627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h5973"/>
            <p:cNvSpPr/>
            <p:nvPr/>
          </p:nvSpPr>
          <p:spPr>
            <a:xfrm>
              <a:off x="335571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h5974"/>
            <p:cNvSpPr/>
            <p:nvPr/>
          </p:nvSpPr>
          <p:spPr>
            <a:xfrm>
              <a:off x="336515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h5975"/>
            <p:cNvSpPr/>
            <p:nvPr/>
          </p:nvSpPr>
          <p:spPr>
            <a:xfrm>
              <a:off x="337459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h5976"/>
            <p:cNvSpPr/>
            <p:nvPr/>
          </p:nvSpPr>
          <p:spPr>
            <a:xfrm>
              <a:off x="338403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h5977"/>
            <p:cNvSpPr/>
            <p:nvPr/>
          </p:nvSpPr>
          <p:spPr>
            <a:xfrm>
              <a:off x="339347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h5978"/>
            <p:cNvSpPr/>
            <p:nvPr/>
          </p:nvSpPr>
          <p:spPr>
            <a:xfrm>
              <a:off x="340291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h5979"/>
            <p:cNvSpPr/>
            <p:nvPr/>
          </p:nvSpPr>
          <p:spPr>
            <a:xfrm>
              <a:off x="341235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h5980"/>
            <p:cNvSpPr/>
            <p:nvPr/>
          </p:nvSpPr>
          <p:spPr>
            <a:xfrm>
              <a:off x="342179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h5981"/>
            <p:cNvSpPr/>
            <p:nvPr/>
          </p:nvSpPr>
          <p:spPr>
            <a:xfrm>
              <a:off x="343123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h5982"/>
            <p:cNvSpPr/>
            <p:nvPr/>
          </p:nvSpPr>
          <p:spPr>
            <a:xfrm>
              <a:off x="344067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h5983"/>
            <p:cNvSpPr/>
            <p:nvPr/>
          </p:nvSpPr>
          <p:spPr>
            <a:xfrm>
              <a:off x="345011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h5984"/>
            <p:cNvSpPr/>
            <p:nvPr/>
          </p:nvSpPr>
          <p:spPr>
            <a:xfrm>
              <a:off x="345955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h5985"/>
            <p:cNvSpPr/>
            <p:nvPr/>
          </p:nvSpPr>
          <p:spPr>
            <a:xfrm>
              <a:off x="346899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h5986"/>
            <p:cNvSpPr/>
            <p:nvPr/>
          </p:nvSpPr>
          <p:spPr>
            <a:xfrm>
              <a:off x="347843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h5987"/>
            <p:cNvSpPr/>
            <p:nvPr/>
          </p:nvSpPr>
          <p:spPr>
            <a:xfrm>
              <a:off x="348787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h5988"/>
            <p:cNvSpPr/>
            <p:nvPr/>
          </p:nvSpPr>
          <p:spPr>
            <a:xfrm>
              <a:off x="349731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h5989"/>
            <p:cNvSpPr/>
            <p:nvPr/>
          </p:nvSpPr>
          <p:spPr>
            <a:xfrm>
              <a:off x="350675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h5990"/>
            <p:cNvSpPr/>
            <p:nvPr/>
          </p:nvSpPr>
          <p:spPr>
            <a:xfrm>
              <a:off x="351619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h5991"/>
            <p:cNvSpPr/>
            <p:nvPr/>
          </p:nvSpPr>
          <p:spPr>
            <a:xfrm>
              <a:off x="352563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h5992"/>
            <p:cNvSpPr/>
            <p:nvPr/>
          </p:nvSpPr>
          <p:spPr>
            <a:xfrm>
              <a:off x="353507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h5993"/>
            <p:cNvSpPr/>
            <p:nvPr/>
          </p:nvSpPr>
          <p:spPr>
            <a:xfrm>
              <a:off x="354451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h5994"/>
            <p:cNvSpPr/>
            <p:nvPr/>
          </p:nvSpPr>
          <p:spPr>
            <a:xfrm>
              <a:off x="355395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h5995"/>
            <p:cNvSpPr/>
            <p:nvPr/>
          </p:nvSpPr>
          <p:spPr>
            <a:xfrm>
              <a:off x="356339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h5996"/>
            <p:cNvSpPr/>
            <p:nvPr/>
          </p:nvSpPr>
          <p:spPr>
            <a:xfrm>
              <a:off x="357283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h5997"/>
            <p:cNvSpPr/>
            <p:nvPr/>
          </p:nvSpPr>
          <p:spPr>
            <a:xfrm>
              <a:off x="358227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h5998"/>
            <p:cNvSpPr/>
            <p:nvPr/>
          </p:nvSpPr>
          <p:spPr>
            <a:xfrm>
              <a:off x="359171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h5999"/>
            <p:cNvSpPr/>
            <p:nvPr/>
          </p:nvSpPr>
          <p:spPr>
            <a:xfrm>
              <a:off x="360115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h6000"/>
            <p:cNvSpPr/>
            <p:nvPr/>
          </p:nvSpPr>
          <p:spPr>
            <a:xfrm>
              <a:off x="361059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h6001"/>
            <p:cNvSpPr/>
            <p:nvPr/>
          </p:nvSpPr>
          <p:spPr>
            <a:xfrm>
              <a:off x="362003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h6002"/>
            <p:cNvSpPr/>
            <p:nvPr/>
          </p:nvSpPr>
          <p:spPr>
            <a:xfrm>
              <a:off x="362947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h6003"/>
            <p:cNvSpPr/>
            <p:nvPr/>
          </p:nvSpPr>
          <p:spPr>
            <a:xfrm>
              <a:off x="363891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h6004"/>
            <p:cNvSpPr/>
            <p:nvPr/>
          </p:nvSpPr>
          <p:spPr>
            <a:xfrm>
              <a:off x="364836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h6005"/>
            <p:cNvSpPr/>
            <p:nvPr/>
          </p:nvSpPr>
          <p:spPr>
            <a:xfrm>
              <a:off x="365780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h6006"/>
            <p:cNvSpPr/>
            <p:nvPr/>
          </p:nvSpPr>
          <p:spPr>
            <a:xfrm>
              <a:off x="366724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h6007"/>
            <p:cNvSpPr/>
            <p:nvPr/>
          </p:nvSpPr>
          <p:spPr>
            <a:xfrm>
              <a:off x="367668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h6008"/>
            <p:cNvSpPr/>
            <p:nvPr/>
          </p:nvSpPr>
          <p:spPr>
            <a:xfrm>
              <a:off x="368612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h6009"/>
            <p:cNvSpPr/>
            <p:nvPr/>
          </p:nvSpPr>
          <p:spPr>
            <a:xfrm>
              <a:off x="369556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h6010"/>
            <p:cNvSpPr/>
            <p:nvPr/>
          </p:nvSpPr>
          <p:spPr>
            <a:xfrm>
              <a:off x="370500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h6011"/>
            <p:cNvSpPr/>
            <p:nvPr/>
          </p:nvSpPr>
          <p:spPr>
            <a:xfrm>
              <a:off x="371444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h6012"/>
            <p:cNvSpPr/>
            <p:nvPr/>
          </p:nvSpPr>
          <p:spPr>
            <a:xfrm>
              <a:off x="372388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h6013"/>
            <p:cNvSpPr/>
            <p:nvPr/>
          </p:nvSpPr>
          <p:spPr>
            <a:xfrm>
              <a:off x="373332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h6014"/>
            <p:cNvSpPr/>
            <p:nvPr/>
          </p:nvSpPr>
          <p:spPr>
            <a:xfrm>
              <a:off x="374276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h6015"/>
            <p:cNvSpPr/>
            <p:nvPr/>
          </p:nvSpPr>
          <p:spPr>
            <a:xfrm>
              <a:off x="3752202" y="142986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867"/>
                  </a:lnTo>
                  <a:lnTo>
                    <a:pt x="920404" y="913025"/>
                  </a:lnTo>
                  <a:lnTo>
                    <a:pt x="919383" y="914400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h6016"/>
            <p:cNvSpPr/>
            <p:nvPr/>
          </p:nvSpPr>
          <p:spPr>
            <a:xfrm>
              <a:off x="3761643" y="1412291"/>
              <a:ext cx="921017" cy="925437"/>
            </a:xfrm>
            <a:custGeom>
              <a:avLst/>
              <a:pathLst>
                <a:path w="921017" h="925437">
                  <a:moveTo>
                    <a:pt x="914400" y="914399"/>
                  </a:moveTo>
                  <a:lnTo>
                    <a:pt x="921017" y="914399"/>
                  </a:lnTo>
                  <a:lnTo>
                    <a:pt x="919987" y="916308"/>
                  </a:lnTo>
                  <a:lnTo>
                    <a:pt x="915576" y="923671"/>
                  </a:lnTo>
                  <a:lnTo>
                    <a:pt x="914400" y="925437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h6017"/>
            <p:cNvSpPr/>
            <p:nvPr/>
          </p:nvSpPr>
          <p:spPr>
            <a:xfrm>
              <a:off x="2109601" y="1394721"/>
              <a:ext cx="914400" cy="917829"/>
            </a:xfrm>
            <a:custGeom>
              <a:avLst/>
              <a:pathLst>
                <a:path w="914400" h="917829">
                  <a:moveTo>
                    <a:pt x="914400" y="914400"/>
                  </a:moveTo>
                  <a:lnTo>
                    <a:pt x="914400" y="917829"/>
                  </a:lnTo>
                  <a:lnTo>
                    <a:pt x="914270" y="917600"/>
                  </a:lnTo>
                  <a:lnTo>
                    <a:pt x="913132" y="915582"/>
                  </a:lnTo>
                  <a:lnTo>
                    <a:pt x="912465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h6018"/>
            <p:cNvSpPr/>
            <p:nvPr/>
          </p:nvSpPr>
          <p:spPr>
            <a:xfrm>
              <a:off x="210960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364" y="931969"/>
                  </a:lnTo>
                  <a:lnTo>
                    <a:pt x="922229" y="931730"/>
                  </a:lnTo>
                  <a:lnTo>
                    <a:pt x="921093" y="929711"/>
                  </a:lnTo>
                  <a:lnTo>
                    <a:pt x="919957" y="927692"/>
                  </a:lnTo>
                  <a:lnTo>
                    <a:pt x="918820" y="925673"/>
                  </a:lnTo>
                  <a:lnTo>
                    <a:pt x="917683" y="923655"/>
                  </a:lnTo>
                  <a:lnTo>
                    <a:pt x="916546" y="921636"/>
                  </a:lnTo>
                  <a:lnTo>
                    <a:pt x="915408" y="919618"/>
                  </a:lnTo>
                  <a:lnTo>
                    <a:pt x="914400" y="91782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h6019"/>
            <p:cNvSpPr/>
            <p:nvPr/>
          </p:nvSpPr>
          <p:spPr>
            <a:xfrm>
              <a:off x="211904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h6020"/>
            <p:cNvSpPr/>
            <p:nvPr/>
          </p:nvSpPr>
          <p:spPr>
            <a:xfrm>
              <a:off x="212848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h6021"/>
            <p:cNvSpPr/>
            <p:nvPr/>
          </p:nvSpPr>
          <p:spPr>
            <a:xfrm>
              <a:off x="213792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h6022"/>
            <p:cNvSpPr/>
            <p:nvPr/>
          </p:nvSpPr>
          <p:spPr>
            <a:xfrm>
              <a:off x="214736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h6023"/>
            <p:cNvSpPr/>
            <p:nvPr/>
          </p:nvSpPr>
          <p:spPr>
            <a:xfrm>
              <a:off x="215680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h6024"/>
            <p:cNvSpPr/>
            <p:nvPr/>
          </p:nvSpPr>
          <p:spPr>
            <a:xfrm>
              <a:off x="216624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h6025"/>
            <p:cNvSpPr/>
            <p:nvPr/>
          </p:nvSpPr>
          <p:spPr>
            <a:xfrm>
              <a:off x="217568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h6026"/>
            <p:cNvSpPr/>
            <p:nvPr/>
          </p:nvSpPr>
          <p:spPr>
            <a:xfrm>
              <a:off x="218512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h6027"/>
            <p:cNvSpPr/>
            <p:nvPr/>
          </p:nvSpPr>
          <p:spPr>
            <a:xfrm>
              <a:off x="219456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h6028"/>
            <p:cNvSpPr/>
            <p:nvPr/>
          </p:nvSpPr>
          <p:spPr>
            <a:xfrm>
              <a:off x="220400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h6029"/>
            <p:cNvSpPr/>
            <p:nvPr/>
          </p:nvSpPr>
          <p:spPr>
            <a:xfrm>
              <a:off x="221344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h6030"/>
            <p:cNvSpPr/>
            <p:nvPr/>
          </p:nvSpPr>
          <p:spPr>
            <a:xfrm>
              <a:off x="222288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h6031"/>
            <p:cNvSpPr/>
            <p:nvPr/>
          </p:nvSpPr>
          <p:spPr>
            <a:xfrm>
              <a:off x="223232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h6032"/>
            <p:cNvSpPr/>
            <p:nvPr/>
          </p:nvSpPr>
          <p:spPr>
            <a:xfrm>
              <a:off x="224176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h6033"/>
            <p:cNvSpPr/>
            <p:nvPr/>
          </p:nvSpPr>
          <p:spPr>
            <a:xfrm>
              <a:off x="225120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h6034"/>
            <p:cNvSpPr/>
            <p:nvPr/>
          </p:nvSpPr>
          <p:spPr>
            <a:xfrm>
              <a:off x="226064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h6035"/>
            <p:cNvSpPr/>
            <p:nvPr/>
          </p:nvSpPr>
          <p:spPr>
            <a:xfrm>
              <a:off x="227008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h6036"/>
            <p:cNvSpPr/>
            <p:nvPr/>
          </p:nvSpPr>
          <p:spPr>
            <a:xfrm>
              <a:off x="227952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h6037"/>
            <p:cNvSpPr/>
            <p:nvPr/>
          </p:nvSpPr>
          <p:spPr>
            <a:xfrm>
              <a:off x="228896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h6038"/>
            <p:cNvSpPr/>
            <p:nvPr/>
          </p:nvSpPr>
          <p:spPr>
            <a:xfrm>
              <a:off x="229840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h6039"/>
            <p:cNvSpPr/>
            <p:nvPr/>
          </p:nvSpPr>
          <p:spPr>
            <a:xfrm>
              <a:off x="230784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h6040"/>
            <p:cNvSpPr/>
            <p:nvPr/>
          </p:nvSpPr>
          <p:spPr>
            <a:xfrm>
              <a:off x="231728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h6041"/>
            <p:cNvSpPr/>
            <p:nvPr/>
          </p:nvSpPr>
          <p:spPr>
            <a:xfrm>
              <a:off x="232672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h6042"/>
            <p:cNvSpPr/>
            <p:nvPr/>
          </p:nvSpPr>
          <p:spPr>
            <a:xfrm>
              <a:off x="233616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h6043"/>
            <p:cNvSpPr/>
            <p:nvPr/>
          </p:nvSpPr>
          <p:spPr>
            <a:xfrm>
              <a:off x="234560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h6044"/>
            <p:cNvSpPr/>
            <p:nvPr/>
          </p:nvSpPr>
          <p:spPr>
            <a:xfrm>
              <a:off x="235504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h6045"/>
            <p:cNvSpPr/>
            <p:nvPr/>
          </p:nvSpPr>
          <p:spPr>
            <a:xfrm>
              <a:off x="236448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h6046"/>
            <p:cNvSpPr/>
            <p:nvPr/>
          </p:nvSpPr>
          <p:spPr>
            <a:xfrm>
              <a:off x="237392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h6047"/>
            <p:cNvSpPr/>
            <p:nvPr/>
          </p:nvSpPr>
          <p:spPr>
            <a:xfrm>
              <a:off x="2383368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h6048"/>
            <p:cNvSpPr/>
            <p:nvPr/>
          </p:nvSpPr>
          <p:spPr>
            <a:xfrm>
              <a:off x="239280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h6049"/>
            <p:cNvSpPr/>
            <p:nvPr/>
          </p:nvSpPr>
          <p:spPr>
            <a:xfrm>
              <a:off x="2402248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h6050"/>
            <p:cNvSpPr/>
            <p:nvPr/>
          </p:nvSpPr>
          <p:spPr>
            <a:xfrm>
              <a:off x="241168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h6051"/>
            <p:cNvSpPr/>
            <p:nvPr/>
          </p:nvSpPr>
          <p:spPr>
            <a:xfrm>
              <a:off x="2421129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h6052"/>
            <p:cNvSpPr/>
            <p:nvPr/>
          </p:nvSpPr>
          <p:spPr>
            <a:xfrm>
              <a:off x="2430569" y="1412291"/>
              <a:ext cx="920306" cy="914399"/>
            </a:xfrm>
            <a:custGeom>
              <a:avLst/>
              <a:pathLst>
                <a:path w="920306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306" y="896830"/>
                  </a:lnTo>
                  <a:lnTo>
                    <a:pt x="919427" y="906332"/>
                  </a:lnTo>
                  <a:lnTo>
                    <a:pt x="918446" y="91439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h6053"/>
            <p:cNvSpPr/>
            <p:nvPr/>
          </p:nvSpPr>
          <p:spPr>
            <a:xfrm>
              <a:off x="3138587" y="141229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9396" y="914399"/>
                  </a:lnTo>
                  <a:lnTo>
                    <a:pt x="911028" y="908185"/>
                  </a:lnTo>
                  <a:lnTo>
                    <a:pt x="913880" y="898621"/>
                  </a:lnTo>
                  <a:lnTo>
                    <a:pt x="914400" y="897073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h6054"/>
            <p:cNvSpPr/>
            <p:nvPr/>
          </p:nvSpPr>
          <p:spPr>
            <a:xfrm>
              <a:off x="3148027" y="139472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643"/>
                  </a:lnTo>
                  <a:lnTo>
                    <a:pt x="905041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h6055"/>
            <p:cNvSpPr/>
            <p:nvPr/>
          </p:nvSpPr>
          <p:spPr>
            <a:xfrm>
              <a:off x="314802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h6056"/>
            <p:cNvSpPr/>
            <p:nvPr/>
          </p:nvSpPr>
          <p:spPr>
            <a:xfrm>
              <a:off x="315746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h6057"/>
            <p:cNvSpPr/>
            <p:nvPr/>
          </p:nvSpPr>
          <p:spPr>
            <a:xfrm>
              <a:off x="316690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h6058"/>
            <p:cNvSpPr/>
            <p:nvPr/>
          </p:nvSpPr>
          <p:spPr>
            <a:xfrm>
              <a:off x="317634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h6059"/>
            <p:cNvSpPr/>
            <p:nvPr/>
          </p:nvSpPr>
          <p:spPr>
            <a:xfrm>
              <a:off x="3185788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h6060"/>
            <p:cNvSpPr/>
            <p:nvPr/>
          </p:nvSpPr>
          <p:spPr>
            <a:xfrm>
              <a:off x="319522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h6061"/>
            <p:cNvSpPr/>
            <p:nvPr/>
          </p:nvSpPr>
          <p:spPr>
            <a:xfrm>
              <a:off x="320466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h6062"/>
            <p:cNvSpPr/>
            <p:nvPr/>
          </p:nvSpPr>
          <p:spPr>
            <a:xfrm>
              <a:off x="321410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h6063"/>
            <p:cNvSpPr/>
            <p:nvPr/>
          </p:nvSpPr>
          <p:spPr>
            <a:xfrm>
              <a:off x="322354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h6064"/>
            <p:cNvSpPr/>
            <p:nvPr/>
          </p:nvSpPr>
          <p:spPr>
            <a:xfrm>
              <a:off x="323298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h6065"/>
            <p:cNvSpPr/>
            <p:nvPr/>
          </p:nvSpPr>
          <p:spPr>
            <a:xfrm>
              <a:off x="3242429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h6066"/>
            <p:cNvSpPr/>
            <p:nvPr/>
          </p:nvSpPr>
          <p:spPr>
            <a:xfrm>
              <a:off x="325187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h6067"/>
            <p:cNvSpPr/>
            <p:nvPr/>
          </p:nvSpPr>
          <p:spPr>
            <a:xfrm>
              <a:off x="326131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h6068"/>
            <p:cNvSpPr/>
            <p:nvPr/>
          </p:nvSpPr>
          <p:spPr>
            <a:xfrm>
              <a:off x="327075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h6069"/>
            <p:cNvSpPr/>
            <p:nvPr/>
          </p:nvSpPr>
          <p:spPr>
            <a:xfrm>
              <a:off x="328019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h6070"/>
            <p:cNvSpPr/>
            <p:nvPr/>
          </p:nvSpPr>
          <p:spPr>
            <a:xfrm>
              <a:off x="328963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h6071"/>
            <p:cNvSpPr/>
            <p:nvPr/>
          </p:nvSpPr>
          <p:spPr>
            <a:xfrm>
              <a:off x="329907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h6072"/>
            <p:cNvSpPr/>
            <p:nvPr/>
          </p:nvSpPr>
          <p:spPr>
            <a:xfrm>
              <a:off x="330851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h6073"/>
            <p:cNvSpPr/>
            <p:nvPr/>
          </p:nvSpPr>
          <p:spPr>
            <a:xfrm>
              <a:off x="331795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h6074"/>
            <p:cNvSpPr/>
            <p:nvPr/>
          </p:nvSpPr>
          <p:spPr>
            <a:xfrm>
              <a:off x="332739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h6075"/>
            <p:cNvSpPr/>
            <p:nvPr/>
          </p:nvSpPr>
          <p:spPr>
            <a:xfrm>
              <a:off x="333683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h6076"/>
            <p:cNvSpPr/>
            <p:nvPr/>
          </p:nvSpPr>
          <p:spPr>
            <a:xfrm>
              <a:off x="334627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h6077"/>
            <p:cNvSpPr/>
            <p:nvPr/>
          </p:nvSpPr>
          <p:spPr>
            <a:xfrm>
              <a:off x="335571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h6078"/>
            <p:cNvSpPr/>
            <p:nvPr/>
          </p:nvSpPr>
          <p:spPr>
            <a:xfrm>
              <a:off x="336515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h6079"/>
            <p:cNvSpPr/>
            <p:nvPr/>
          </p:nvSpPr>
          <p:spPr>
            <a:xfrm>
              <a:off x="337459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h6080"/>
            <p:cNvSpPr/>
            <p:nvPr/>
          </p:nvSpPr>
          <p:spPr>
            <a:xfrm>
              <a:off x="338403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h6081"/>
            <p:cNvSpPr/>
            <p:nvPr/>
          </p:nvSpPr>
          <p:spPr>
            <a:xfrm>
              <a:off x="339347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h6082"/>
            <p:cNvSpPr/>
            <p:nvPr/>
          </p:nvSpPr>
          <p:spPr>
            <a:xfrm>
              <a:off x="340291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h6083"/>
            <p:cNvSpPr/>
            <p:nvPr/>
          </p:nvSpPr>
          <p:spPr>
            <a:xfrm>
              <a:off x="341235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h6084"/>
            <p:cNvSpPr/>
            <p:nvPr/>
          </p:nvSpPr>
          <p:spPr>
            <a:xfrm>
              <a:off x="342179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h6085"/>
            <p:cNvSpPr/>
            <p:nvPr/>
          </p:nvSpPr>
          <p:spPr>
            <a:xfrm>
              <a:off x="343123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h6086"/>
            <p:cNvSpPr/>
            <p:nvPr/>
          </p:nvSpPr>
          <p:spPr>
            <a:xfrm>
              <a:off x="344067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h6087"/>
            <p:cNvSpPr/>
            <p:nvPr/>
          </p:nvSpPr>
          <p:spPr>
            <a:xfrm>
              <a:off x="345011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h6088"/>
            <p:cNvSpPr/>
            <p:nvPr/>
          </p:nvSpPr>
          <p:spPr>
            <a:xfrm>
              <a:off x="345955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h6089"/>
            <p:cNvSpPr/>
            <p:nvPr/>
          </p:nvSpPr>
          <p:spPr>
            <a:xfrm>
              <a:off x="346899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h6090"/>
            <p:cNvSpPr/>
            <p:nvPr/>
          </p:nvSpPr>
          <p:spPr>
            <a:xfrm>
              <a:off x="347843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h6091"/>
            <p:cNvSpPr/>
            <p:nvPr/>
          </p:nvSpPr>
          <p:spPr>
            <a:xfrm>
              <a:off x="348787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h6092"/>
            <p:cNvSpPr/>
            <p:nvPr/>
          </p:nvSpPr>
          <p:spPr>
            <a:xfrm>
              <a:off x="349731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h6093"/>
            <p:cNvSpPr/>
            <p:nvPr/>
          </p:nvSpPr>
          <p:spPr>
            <a:xfrm>
              <a:off x="350675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h6094"/>
            <p:cNvSpPr/>
            <p:nvPr/>
          </p:nvSpPr>
          <p:spPr>
            <a:xfrm>
              <a:off x="351619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h6095"/>
            <p:cNvSpPr/>
            <p:nvPr/>
          </p:nvSpPr>
          <p:spPr>
            <a:xfrm>
              <a:off x="352563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D2C">
                <a:alpha val="100000"/>
              </a:srgbClr>
            </a:solidFill>
            <a:ln w="5420" cap="flat">
              <a:solidFill>
                <a:srgbClr val="DC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h6096"/>
            <p:cNvSpPr/>
            <p:nvPr/>
          </p:nvSpPr>
          <p:spPr>
            <a:xfrm>
              <a:off x="353507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h6097"/>
            <p:cNvSpPr/>
            <p:nvPr/>
          </p:nvSpPr>
          <p:spPr>
            <a:xfrm>
              <a:off x="354451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h6098"/>
            <p:cNvSpPr/>
            <p:nvPr/>
          </p:nvSpPr>
          <p:spPr>
            <a:xfrm>
              <a:off x="355395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h6099"/>
            <p:cNvSpPr/>
            <p:nvPr/>
          </p:nvSpPr>
          <p:spPr>
            <a:xfrm>
              <a:off x="356339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h6100"/>
            <p:cNvSpPr/>
            <p:nvPr/>
          </p:nvSpPr>
          <p:spPr>
            <a:xfrm>
              <a:off x="357283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h6101"/>
            <p:cNvSpPr/>
            <p:nvPr/>
          </p:nvSpPr>
          <p:spPr>
            <a:xfrm>
              <a:off x="358227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h6102"/>
            <p:cNvSpPr/>
            <p:nvPr/>
          </p:nvSpPr>
          <p:spPr>
            <a:xfrm>
              <a:off x="359171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h6103"/>
            <p:cNvSpPr/>
            <p:nvPr/>
          </p:nvSpPr>
          <p:spPr>
            <a:xfrm>
              <a:off x="360115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h6104"/>
            <p:cNvSpPr/>
            <p:nvPr/>
          </p:nvSpPr>
          <p:spPr>
            <a:xfrm>
              <a:off x="361059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h6105"/>
            <p:cNvSpPr/>
            <p:nvPr/>
          </p:nvSpPr>
          <p:spPr>
            <a:xfrm>
              <a:off x="362003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h6106"/>
            <p:cNvSpPr/>
            <p:nvPr/>
          </p:nvSpPr>
          <p:spPr>
            <a:xfrm>
              <a:off x="362947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h6107"/>
            <p:cNvSpPr/>
            <p:nvPr/>
          </p:nvSpPr>
          <p:spPr>
            <a:xfrm>
              <a:off x="363891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h6108"/>
            <p:cNvSpPr/>
            <p:nvPr/>
          </p:nvSpPr>
          <p:spPr>
            <a:xfrm>
              <a:off x="364836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h6109"/>
            <p:cNvSpPr/>
            <p:nvPr/>
          </p:nvSpPr>
          <p:spPr>
            <a:xfrm>
              <a:off x="365780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h6110"/>
            <p:cNvSpPr/>
            <p:nvPr/>
          </p:nvSpPr>
          <p:spPr>
            <a:xfrm>
              <a:off x="366724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h6111"/>
            <p:cNvSpPr/>
            <p:nvPr/>
          </p:nvSpPr>
          <p:spPr>
            <a:xfrm>
              <a:off x="367668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h6112"/>
            <p:cNvSpPr/>
            <p:nvPr/>
          </p:nvSpPr>
          <p:spPr>
            <a:xfrm>
              <a:off x="368612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h6113"/>
            <p:cNvSpPr/>
            <p:nvPr/>
          </p:nvSpPr>
          <p:spPr>
            <a:xfrm>
              <a:off x="369556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h6114"/>
            <p:cNvSpPr/>
            <p:nvPr/>
          </p:nvSpPr>
          <p:spPr>
            <a:xfrm>
              <a:off x="370500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h6115"/>
            <p:cNvSpPr/>
            <p:nvPr/>
          </p:nvSpPr>
          <p:spPr>
            <a:xfrm>
              <a:off x="371444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h6116"/>
            <p:cNvSpPr/>
            <p:nvPr/>
          </p:nvSpPr>
          <p:spPr>
            <a:xfrm>
              <a:off x="372388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h6117"/>
            <p:cNvSpPr/>
            <p:nvPr/>
          </p:nvSpPr>
          <p:spPr>
            <a:xfrm>
              <a:off x="373332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h6118"/>
            <p:cNvSpPr/>
            <p:nvPr/>
          </p:nvSpPr>
          <p:spPr>
            <a:xfrm>
              <a:off x="374276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h6119"/>
            <p:cNvSpPr/>
            <p:nvPr/>
          </p:nvSpPr>
          <p:spPr>
            <a:xfrm>
              <a:off x="375220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h6120"/>
            <p:cNvSpPr/>
            <p:nvPr/>
          </p:nvSpPr>
          <p:spPr>
            <a:xfrm>
              <a:off x="3761643" y="1412291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168"/>
                  </a:lnTo>
                  <a:lnTo>
                    <a:pt x="921017" y="91439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h6121"/>
            <p:cNvSpPr/>
            <p:nvPr/>
          </p:nvSpPr>
          <p:spPr>
            <a:xfrm>
              <a:off x="3771083" y="1394721"/>
              <a:ext cx="920257" cy="926738"/>
            </a:xfrm>
            <a:custGeom>
              <a:avLst/>
              <a:pathLst>
                <a:path w="920257" h="926738">
                  <a:moveTo>
                    <a:pt x="914400" y="914400"/>
                  </a:moveTo>
                  <a:lnTo>
                    <a:pt x="920257" y="914400"/>
                  </a:lnTo>
                  <a:lnTo>
                    <a:pt x="918720" y="917915"/>
                  </a:lnTo>
                  <a:lnTo>
                    <a:pt x="914746" y="926095"/>
                  </a:lnTo>
                  <a:lnTo>
                    <a:pt x="914400" y="9267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h6122"/>
            <p:cNvSpPr/>
            <p:nvPr/>
          </p:nvSpPr>
          <p:spPr>
            <a:xfrm>
              <a:off x="2100160" y="1377151"/>
              <a:ext cx="914400" cy="917764"/>
            </a:xfrm>
            <a:custGeom>
              <a:avLst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2775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h6123"/>
            <p:cNvSpPr/>
            <p:nvPr/>
          </p:nvSpPr>
          <p:spPr>
            <a:xfrm>
              <a:off x="210016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905" y="931969"/>
                  </a:lnTo>
                  <a:lnTo>
                    <a:pt x="921433" y="931134"/>
                  </a:lnTo>
                  <a:lnTo>
                    <a:pt x="920286" y="929101"/>
                  </a:lnTo>
                  <a:lnTo>
                    <a:pt x="916122" y="921332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h6124"/>
            <p:cNvSpPr/>
            <p:nvPr/>
          </p:nvSpPr>
          <p:spPr>
            <a:xfrm>
              <a:off x="210960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h6125"/>
            <p:cNvSpPr/>
            <p:nvPr/>
          </p:nvSpPr>
          <p:spPr>
            <a:xfrm>
              <a:off x="211904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h6126"/>
            <p:cNvSpPr/>
            <p:nvPr/>
          </p:nvSpPr>
          <p:spPr>
            <a:xfrm>
              <a:off x="212848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h6127"/>
            <p:cNvSpPr/>
            <p:nvPr/>
          </p:nvSpPr>
          <p:spPr>
            <a:xfrm>
              <a:off x="213792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h6128"/>
            <p:cNvSpPr/>
            <p:nvPr/>
          </p:nvSpPr>
          <p:spPr>
            <a:xfrm>
              <a:off x="214736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h6129"/>
            <p:cNvSpPr/>
            <p:nvPr/>
          </p:nvSpPr>
          <p:spPr>
            <a:xfrm>
              <a:off x="215680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h6130"/>
            <p:cNvSpPr/>
            <p:nvPr/>
          </p:nvSpPr>
          <p:spPr>
            <a:xfrm>
              <a:off x="216624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h6131"/>
            <p:cNvSpPr/>
            <p:nvPr/>
          </p:nvSpPr>
          <p:spPr>
            <a:xfrm>
              <a:off x="217568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h6132"/>
            <p:cNvSpPr/>
            <p:nvPr/>
          </p:nvSpPr>
          <p:spPr>
            <a:xfrm>
              <a:off x="218512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h6133"/>
            <p:cNvSpPr/>
            <p:nvPr/>
          </p:nvSpPr>
          <p:spPr>
            <a:xfrm>
              <a:off x="219456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h6134"/>
            <p:cNvSpPr/>
            <p:nvPr/>
          </p:nvSpPr>
          <p:spPr>
            <a:xfrm>
              <a:off x="220400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h6135"/>
            <p:cNvSpPr/>
            <p:nvPr/>
          </p:nvSpPr>
          <p:spPr>
            <a:xfrm>
              <a:off x="221344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h6136"/>
            <p:cNvSpPr/>
            <p:nvPr/>
          </p:nvSpPr>
          <p:spPr>
            <a:xfrm>
              <a:off x="222288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h6137"/>
            <p:cNvSpPr/>
            <p:nvPr/>
          </p:nvSpPr>
          <p:spPr>
            <a:xfrm>
              <a:off x="223232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h6138"/>
            <p:cNvSpPr/>
            <p:nvPr/>
          </p:nvSpPr>
          <p:spPr>
            <a:xfrm>
              <a:off x="224176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h6139"/>
            <p:cNvSpPr/>
            <p:nvPr/>
          </p:nvSpPr>
          <p:spPr>
            <a:xfrm>
              <a:off x="225120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h6140"/>
            <p:cNvSpPr/>
            <p:nvPr/>
          </p:nvSpPr>
          <p:spPr>
            <a:xfrm>
              <a:off x="226064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h6141"/>
            <p:cNvSpPr/>
            <p:nvPr/>
          </p:nvSpPr>
          <p:spPr>
            <a:xfrm>
              <a:off x="227008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h6142"/>
            <p:cNvSpPr/>
            <p:nvPr/>
          </p:nvSpPr>
          <p:spPr>
            <a:xfrm>
              <a:off x="227952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h6143"/>
            <p:cNvSpPr/>
            <p:nvPr/>
          </p:nvSpPr>
          <p:spPr>
            <a:xfrm>
              <a:off x="228896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h6144"/>
            <p:cNvSpPr/>
            <p:nvPr/>
          </p:nvSpPr>
          <p:spPr>
            <a:xfrm>
              <a:off x="229840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h6145"/>
            <p:cNvSpPr/>
            <p:nvPr/>
          </p:nvSpPr>
          <p:spPr>
            <a:xfrm>
              <a:off x="230784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h6146"/>
            <p:cNvSpPr/>
            <p:nvPr/>
          </p:nvSpPr>
          <p:spPr>
            <a:xfrm>
              <a:off x="231728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h6147"/>
            <p:cNvSpPr/>
            <p:nvPr/>
          </p:nvSpPr>
          <p:spPr>
            <a:xfrm>
              <a:off x="232672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h6148"/>
            <p:cNvSpPr/>
            <p:nvPr/>
          </p:nvSpPr>
          <p:spPr>
            <a:xfrm>
              <a:off x="233616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h6149"/>
            <p:cNvSpPr/>
            <p:nvPr/>
          </p:nvSpPr>
          <p:spPr>
            <a:xfrm>
              <a:off x="234560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h6150"/>
            <p:cNvSpPr/>
            <p:nvPr/>
          </p:nvSpPr>
          <p:spPr>
            <a:xfrm>
              <a:off x="235504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h6151"/>
            <p:cNvSpPr/>
            <p:nvPr/>
          </p:nvSpPr>
          <p:spPr>
            <a:xfrm>
              <a:off x="236448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h6152"/>
            <p:cNvSpPr/>
            <p:nvPr/>
          </p:nvSpPr>
          <p:spPr>
            <a:xfrm>
              <a:off x="237392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h6153"/>
            <p:cNvSpPr/>
            <p:nvPr/>
          </p:nvSpPr>
          <p:spPr>
            <a:xfrm>
              <a:off x="2383368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h6154"/>
            <p:cNvSpPr/>
            <p:nvPr/>
          </p:nvSpPr>
          <p:spPr>
            <a:xfrm>
              <a:off x="239280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h6155"/>
            <p:cNvSpPr/>
            <p:nvPr/>
          </p:nvSpPr>
          <p:spPr>
            <a:xfrm>
              <a:off x="2402248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h6156"/>
            <p:cNvSpPr/>
            <p:nvPr/>
          </p:nvSpPr>
          <p:spPr>
            <a:xfrm>
              <a:off x="241168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h6157"/>
            <p:cNvSpPr/>
            <p:nvPr/>
          </p:nvSpPr>
          <p:spPr>
            <a:xfrm>
              <a:off x="2421129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h6158"/>
            <p:cNvSpPr/>
            <p:nvPr/>
          </p:nvSpPr>
          <p:spPr>
            <a:xfrm>
              <a:off x="2430569" y="1394721"/>
              <a:ext cx="921315" cy="914400"/>
            </a:xfrm>
            <a:custGeom>
              <a:avLst/>
              <a:pathLst>
                <a:path w="92131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315" y="896830"/>
                  </a:lnTo>
                  <a:lnTo>
                    <a:pt x="921122" y="902220"/>
                  </a:lnTo>
                  <a:lnTo>
                    <a:pt x="920426" y="913102"/>
                  </a:lnTo>
                  <a:lnTo>
                    <a:pt x="920306" y="914400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h6159"/>
            <p:cNvSpPr/>
            <p:nvPr/>
          </p:nvSpPr>
          <p:spPr>
            <a:xfrm>
              <a:off x="3148027" y="137715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041" y="931969"/>
                  </a:lnTo>
                  <a:lnTo>
                    <a:pt x="907554" y="924484"/>
                  </a:lnTo>
                  <a:lnTo>
                    <a:pt x="910923" y="915522"/>
                  </a:lnTo>
                  <a:lnTo>
                    <a:pt x="911393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h6160"/>
            <p:cNvSpPr/>
            <p:nvPr/>
          </p:nvSpPr>
          <p:spPr>
            <a:xfrm>
              <a:off x="314802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h6161"/>
            <p:cNvSpPr/>
            <p:nvPr/>
          </p:nvSpPr>
          <p:spPr>
            <a:xfrm>
              <a:off x="315746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h6162"/>
            <p:cNvSpPr/>
            <p:nvPr/>
          </p:nvSpPr>
          <p:spPr>
            <a:xfrm>
              <a:off x="316690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h6163"/>
            <p:cNvSpPr/>
            <p:nvPr/>
          </p:nvSpPr>
          <p:spPr>
            <a:xfrm>
              <a:off x="317634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h6164"/>
            <p:cNvSpPr/>
            <p:nvPr/>
          </p:nvSpPr>
          <p:spPr>
            <a:xfrm>
              <a:off x="3185788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h6165"/>
            <p:cNvSpPr/>
            <p:nvPr/>
          </p:nvSpPr>
          <p:spPr>
            <a:xfrm>
              <a:off x="319522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h6166"/>
            <p:cNvSpPr/>
            <p:nvPr/>
          </p:nvSpPr>
          <p:spPr>
            <a:xfrm>
              <a:off x="320466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h6167"/>
            <p:cNvSpPr/>
            <p:nvPr/>
          </p:nvSpPr>
          <p:spPr>
            <a:xfrm>
              <a:off x="321410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h6168"/>
            <p:cNvSpPr/>
            <p:nvPr/>
          </p:nvSpPr>
          <p:spPr>
            <a:xfrm>
              <a:off x="322354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h6169"/>
            <p:cNvSpPr/>
            <p:nvPr/>
          </p:nvSpPr>
          <p:spPr>
            <a:xfrm>
              <a:off x="323298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h6170"/>
            <p:cNvSpPr/>
            <p:nvPr/>
          </p:nvSpPr>
          <p:spPr>
            <a:xfrm>
              <a:off x="3242429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h6171"/>
            <p:cNvSpPr/>
            <p:nvPr/>
          </p:nvSpPr>
          <p:spPr>
            <a:xfrm>
              <a:off x="325187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h6172"/>
            <p:cNvSpPr/>
            <p:nvPr/>
          </p:nvSpPr>
          <p:spPr>
            <a:xfrm>
              <a:off x="326131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h6173"/>
            <p:cNvSpPr/>
            <p:nvPr/>
          </p:nvSpPr>
          <p:spPr>
            <a:xfrm>
              <a:off x="327075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h6174"/>
            <p:cNvSpPr/>
            <p:nvPr/>
          </p:nvSpPr>
          <p:spPr>
            <a:xfrm>
              <a:off x="328019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h6175"/>
            <p:cNvSpPr/>
            <p:nvPr/>
          </p:nvSpPr>
          <p:spPr>
            <a:xfrm>
              <a:off x="328963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h6176"/>
            <p:cNvSpPr/>
            <p:nvPr/>
          </p:nvSpPr>
          <p:spPr>
            <a:xfrm>
              <a:off x="329907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h6177"/>
            <p:cNvSpPr/>
            <p:nvPr/>
          </p:nvSpPr>
          <p:spPr>
            <a:xfrm>
              <a:off x="330851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h6178"/>
            <p:cNvSpPr/>
            <p:nvPr/>
          </p:nvSpPr>
          <p:spPr>
            <a:xfrm>
              <a:off x="331795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h6179"/>
            <p:cNvSpPr/>
            <p:nvPr/>
          </p:nvSpPr>
          <p:spPr>
            <a:xfrm>
              <a:off x="332739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h6180"/>
            <p:cNvSpPr/>
            <p:nvPr/>
          </p:nvSpPr>
          <p:spPr>
            <a:xfrm>
              <a:off x="333683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h6181"/>
            <p:cNvSpPr/>
            <p:nvPr/>
          </p:nvSpPr>
          <p:spPr>
            <a:xfrm>
              <a:off x="334627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h6182"/>
            <p:cNvSpPr/>
            <p:nvPr/>
          </p:nvSpPr>
          <p:spPr>
            <a:xfrm>
              <a:off x="335571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h6183"/>
            <p:cNvSpPr/>
            <p:nvPr/>
          </p:nvSpPr>
          <p:spPr>
            <a:xfrm>
              <a:off x="336515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h6184"/>
            <p:cNvSpPr/>
            <p:nvPr/>
          </p:nvSpPr>
          <p:spPr>
            <a:xfrm>
              <a:off x="337459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h6185"/>
            <p:cNvSpPr/>
            <p:nvPr/>
          </p:nvSpPr>
          <p:spPr>
            <a:xfrm>
              <a:off x="338403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h6186"/>
            <p:cNvSpPr/>
            <p:nvPr/>
          </p:nvSpPr>
          <p:spPr>
            <a:xfrm>
              <a:off x="339347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h6187"/>
            <p:cNvSpPr/>
            <p:nvPr/>
          </p:nvSpPr>
          <p:spPr>
            <a:xfrm>
              <a:off x="340291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h6188"/>
            <p:cNvSpPr/>
            <p:nvPr/>
          </p:nvSpPr>
          <p:spPr>
            <a:xfrm>
              <a:off x="341235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h6189"/>
            <p:cNvSpPr/>
            <p:nvPr/>
          </p:nvSpPr>
          <p:spPr>
            <a:xfrm>
              <a:off x="342179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h6190"/>
            <p:cNvSpPr/>
            <p:nvPr/>
          </p:nvSpPr>
          <p:spPr>
            <a:xfrm>
              <a:off x="343123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h6191"/>
            <p:cNvSpPr/>
            <p:nvPr/>
          </p:nvSpPr>
          <p:spPr>
            <a:xfrm>
              <a:off x="344067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h6192"/>
            <p:cNvSpPr/>
            <p:nvPr/>
          </p:nvSpPr>
          <p:spPr>
            <a:xfrm>
              <a:off x="345011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h6193"/>
            <p:cNvSpPr/>
            <p:nvPr/>
          </p:nvSpPr>
          <p:spPr>
            <a:xfrm>
              <a:off x="345955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h6194"/>
            <p:cNvSpPr/>
            <p:nvPr/>
          </p:nvSpPr>
          <p:spPr>
            <a:xfrm>
              <a:off x="346899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h6195"/>
            <p:cNvSpPr/>
            <p:nvPr/>
          </p:nvSpPr>
          <p:spPr>
            <a:xfrm>
              <a:off x="347843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h6196"/>
            <p:cNvSpPr/>
            <p:nvPr/>
          </p:nvSpPr>
          <p:spPr>
            <a:xfrm>
              <a:off x="348787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h6197"/>
            <p:cNvSpPr/>
            <p:nvPr/>
          </p:nvSpPr>
          <p:spPr>
            <a:xfrm>
              <a:off x="349731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h6198"/>
            <p:cNvSpPr/>
            <p:nvPr/>
          </p:nvSpPr>
          <p:spPr>
            <a:xfrm>
              <a:off x="350675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h6199"/>
            <p:cNvSpPr/>
            <p:nvPr/>
          </p:nvSpPr>
          <p:spPr>
            <a:xfrm>
              <a:off x="351619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h6200"/>
            <p:cNvSpPr/>
            <p:nvPr/>
          </p:nvSpPr>
          <p:spPr>
            <a:xfrm>
              <a:off x="352563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h6201"/>
            <p:cNvSpPr/>
            <p:nvPr/>
          </p:nvSpPr>
          <p:spPr>
            <a:xfrm>
              <a:off x="353507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h6202"/>
            <p:cNvSpPr/>
            <p:nvPr/>
          </p:nvSpPr>
          <p:spPr>
            <a:xfrm>
              <a:off x="354451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h6203"/>
            <p:cNvSpPr/>
            <p:nvPr/>
          </p:nvSpPr>
          <p:spPr>
            <a:xfrm>
              <a:off x="355395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h6204"/>
            <p:cNvSpPr/>
            <p:nvPr/>
          </p:nvSpPr>
          <p:spPr>
            <a:xfrm>
              <a:off x="356339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h6205"/>
            <p:cNvSpPr/>
            <p:nvPr/>
          </p:nvSpPr>
          <p:spPr>
            <a:xfrm>
              <a:off x="357283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h6206"/>
            <p:cNvSpPr/>
            <p:nvPr/>
          </p:nvSpPr>
          <p:spPr>
            <a:xfrm>
              <a:off x="358227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h6207"/>
            <p:cNvSpPr/>
            <p:nvPr/>
          </p:nvSpPr>
          <p:spPr>
            <a:xfrm>
              <a:off x="359171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h6208"/>
            <p:cNvSpPr/>
            <p:nvPr/>
          </p:nvSpPr>
          <p:spPr>
            <a:xfrm>
              <a:off x="360115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h6209"/>
            <p:cNvSpPr/>
            <p:nvPr/>
          </p:nvSpPr>
          <p:spPr>
            <a:xfrm>
              <a:off x="361059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h6210"/>
            <p:cNvSpPr/>
            <p:nvPr/>
          </p:nvSpPr>
          <p:spPr>
            <a:xfrm>
              <a:off x="362003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h6211"/>
            <p:cNvSpPr/>
            <p:nvPr/>
          </p:nvSpPr>
          <p:spPr>
            <a:xfrm>
              <a:off x="362947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h6212"/>
            <p:cNvSpPr/>
            <p:nvPr/>
          </p:nvSpPr>
          <p:spPr>
            <a:xfrm>
              <a:off x="363891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h6213"/>
            <p:cNvSpPr/>
            <p:nvPr/>
          </p:nvSpPr>
          <p:spPr>
            <a:xfrm>
              <a:off x="364836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h6214"/>
            <p:cNvSpPr/>
            <p:nvPr/>
          </p:nvSpPr>
          <p:spPr>
            <a:xfrm>
              <a:off x="365780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h6215"/>
            <p:cNvSpPr/>
            <p:nvPr/>
          </p:nvSpPr>
          <p:spPr>
            <a:xfrm>
              <a:off x="366724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h6216"/>
            <p:cNvSpPr/>
            <p:nvPr/>
          </p:nvSpPr>
          <p:spPr>
            <a:xfrm>
              <a:off x="367668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h6217"/>
            <p:cNvSpPr/>
            <p:nvPr/>
          </p:nvSpPr>
          <p:spPr>
            <a:xfrm>
              <a:off x="368612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h6218"/>
            <p:cNvSpPr/>
            <p:nvPr/>
          </p:nvSpPr>
          <p:spPr>
            <a:xfrm>
              <a:off x="369556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h6219"/>
            <p:cNvSpPr/>
            <p:nvPr/>
          </p:nvSpPr>
          <p:spPr>
            <a:xfrm>
              <a:off x="370500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h6220"/>
            <p:cNvSpPr/>
            <p:nvPr/>
          </p:nvSpPr>
          <p:spPr>
            <a:xfrm>
              <a:off x="371444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h6221"/>
            <p:cNvSpPr/>
            <p:nvPr/>
          </p:nvSpPr>
          <p:spPr>
            <a:xfrm>
              <a:off x="372388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h6222"/>
            <p:cNvSpPr/>
            <p:nvPr/>
          </p:nvSpPr>
          <p:spPr>
            <a:xfrm>
              <a:off x="373332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h6223"/>
            <p:cNvSpPr/>
            <p:nvPr/>
          </p:nvSpPr>
          <p:spPr>
            <a:xfrm>
              <a:off x="374276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h6224"/>
            <p:cNvSpPr/>
            <p:nvPr/>
          </p:nvSpPr>
          <p:spPr>
            <a:xfrm>
              <a:off x="375220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h6225"/>
            <p:cNvSpPr/>
            <p:nvPr/>
          </p:nvSpPr>
          <p:spPr>
            <a:xfrm>
              <a:off x="376164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h6226"/>
            <p:cNvSpPr/>
            <p:nvPr/>
          </p:nvSpPr>
          <p:spPr>
            <a:xfrm>
              <a:off x="3771083" y="139472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39"/>
                  </a:lnTo>
                  <a:lnTo>
                    <a:pt x="922459" y="909359"/>
                  </a:lnTo>
                  <a:lnTo>
                    <a:pt x="920257" y="914400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h6227"/>
            <p:cNvSpPr/>
            <p:nvPr/>
          </p:nvSpPr>
          <p:spPr>
            <a:xfrm>
              <a:off x="3780523" y="1377151"/>
              <a:ext cx="917782" cy="923409"/>
            </a:xfrm>
            <a:custGeom>
              <a:avLst/>
              <a:pathLst>
                <a:path w="917782" h="923409">
                  <a:moveTo>
                    <a:pt x="914400" y="914400"/>
                  </a:moveTo>
                  <a:lnTo>
                    <a:pt x="917782" y="914400"/>
                  </a:lnTo>
                  <a:lnTo>
                    <a:pt x="916513" y="918021"/>
                  </a:lnTo>
                  <a:lnTo>
                    <a:pt x="914400" y="92340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h6228"/>
            <p:cNvSpPr/>
            <p:nvPr/>
          </p:nvSpPr>
          <p:spPr>
            <a:xfrm>
              <a:off x="2100160" y="135958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75" y="931969"/>
                  </a:lnTo>
                  <a:lnTo>
                    <a:pt x="912181" y="930739"/>
                  </a:lnTo>
                  <a:lnTo>
                    <a:pt x="908473" y="922206"/>
                  </a:lnTo>
                  <a:lnTo>
                    <a:pt x="905428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h6229"/>
            <p:cNvSpPr/>
            <p:nvPr/>
          </p:nvSpPr>
          <p:spPr>
            <a:xfrm>
              <a:off x="210016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h6230"/>
            <p:cNvSpPr/>
            <p:nvPr/>
          </p:nvSpPr>
          <p:spPr>
            <a:xfrm>
              <a:off x="210960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h6231"/>
            <p:cNvSpPr/>
            <p:nvPr/>
          </p:nvSpPr>
          <p:spPr>
            <a:xfrm>
              <a:off x="211904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h6232"/>
            <p:cNvSpPr/>
            <p:nvPr/>
          </p:nvSpPr>
          <p:spPr>
            <a:xfrm>
              <a:off x="212848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h6233"/>
            <p:cNvSpPr/>
            <p:nvPr/>
          </p:nvSpPr>
          <p:spPr>
            <a:xfrm>
              <a:off x="213792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h6234"/>
            <p:cNvSpPr/>
            <p:nvPr/>
          </p:nvSpPr>
          <p:spPr>
            <a:xfrm>
              <a:off x="214736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h6235"/>
            <p:cNvSpPr/>
            <p:nvPr/>
          </p:nvSpPr>
          <p:spPr>
            <a:xfrm>
              <a:off x="215680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h6236"/>
            <p:cNvSpPr/>
            <p:nvPr/>
          </p:nvSpPr>
          <p:spPr>
            <a:xfrm>
              <a:off x="216624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h6237"/>
            <p:cNvSpPr/>
            <p:nvPr/>
          </p:nvSpPr>
          <p:spPr>
            <a:xfrm>
              <a:off x="217568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h6238"/>
            <p:cNvSpPr/>
            <p:nvPr/>
          </p:nvSpPr>
          <p:spPr>
            <a:xfrm>
              <a:off x="218512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h6239"/>
            <p:cNvSpPr/>
            <p:nvPr/>
          </p:nvSpPr>
          <p:spPr>
            <a:xfrm>
              <a:off x="219456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h6240"/>
            <p:cNvSpPr/>
            <p:nvPr/>
          </p:nvSpPr>
          <p:spPr>
            <a:xfrm>
              <a:off x="220400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h6241"/>
            <p:cNvSpPr/>
            <p:nvPr/>
          </p:nvSpPr>
          <p:spPr>
            <a:xfrm>
              <a:off x="221344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h6242"/>
            <p:cNvSpPr/>
            <p:nvPr/>
          </p:nvSpPr>
          <p:spPr>
            <a:xfrm>
              <a:off x="222288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h6243"/>
            <p:cNvSpPr/>
            <p:nvPr/>
          </p:nvSpPr>
          <p:spPr>
            <a:xfrm>
              <a:off x="223232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h6244"/>
            <p:cNvSpPr/>
            <p:nvPr/>
          </p:nvSpPr>
          <p:spPr>
            <a:xfrm>
              <a:off x="224176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h6245"/>
            <p:cNvSpPr/>
            <p:nvPr/>
          </p:nvSpPr>
          <p:spPr>
            <a:xfrm>
              <a:off x="225120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h6246"/>
            <p:cNvSpPr/>
            <p:nvPr/>
          </p:nvSpPr>
          <p:spPr>
            <a:xfrm>
              <a:off x="226064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h6247"/>
            <p:cNvSpPr/>
            <p:nvPr/>
          </p:nvSpPr>
          <p:spPr>
            <a:xfrm>
              <a:off x="227008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h6248"/>
            <p:cNvSpPr/>
            <p:nvPr/>
          </p:nvSpPr>
          <p:spPr>
            <a:xfrm>
              <a:off x="227952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h6249"/>
            <p:cNvSpPr/>
            <p:nvPr/>
          </p:nvSpPr>
          <p:spPr>
            <a:xfrm>
              <a:off x="228896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h6250"/>
            <p:cNvSpPr/>
            <p:nvPr/>
          </p:nvSpPr>
          <p:spPr>
            <a:xfrm>
              <a:off x="229840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h6251"/>
            <p:cNvSpPr/>
            <p:nvPr/>
          </p:nvSpPr>
          <p:spPr>
            <a:xfrm>
              <a:off x="230784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h6252"/>
            <p:cNvSpPr/>
            <p:nvPr/>
          </p:nvSpPr>
          <p:spPr>
            <a:xfrm>
              <a:off x="231728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h6253"/>
            <p:cNvSpPr/>
            <p:nvPr/>
          </p:nvSpPr>
          <p:spPr>
            <a:xfrm>
              <a:off x="232672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h6254"/>
            <p:cNvSpPr/>
            <p:nvPr/>
          </p:nvSpPr>
          <p:spPr>
            <a:xfrm>
              <a:off x="233616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h6255"/>
            <p:cNvSpPr/>
            <p:nvPr/>
          </p:nvSpPr>
          <p:spPr>
            <a:xfrm>
              <a:off x="234560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h6256"/>
            <p:cNvSpPr/>
            <p:nvPr/>
          </p:nvSpPr>
          <p:spPr>
            <a:xfrm>
              <a:off x="235504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h6257"/>
            <p:cNvSpPr/>
            <p:nvPr/>
          </p:nvSpPr>
          <p:spPr>
            <a:xfrm>
              <a:off x="236448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E">
                <a:alpha val="100000"/>
              </a:srgbClr>
            </a:solidFill>
            <a:ln w="5420" cap="flat">
              <a:solidFill>
                <a:srgbClr val="FEE1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h6258"/>
            <p:cNvSpPr/>
            <p:nvPr/>
          </p:nvSpPr>
          <p:spPr>
            <a:xfrm>
              <a:off x="237392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h6259"/>
            <p:cNvSpPr/>
            <p:nvPr/>
          </p:nvSpPr>
          <p:spPr>
            <a:xfrm>
              <a:off x="2383368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h6260"/>
            <p:cNvSpPr/>
            <p:nvPr/>
          </p:nvSpPr>
          <p:spPr>
            <a:xfrm>
              <a:off x="239280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h6261"/>
            <p:cNvSpPr/>
            <p:nvPr/>
          </p:nvSpPr>
          <p:spPr>
            <a:xfrm>
              <a:off x="2402248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h6262"/>
            <p:cNvSpPr/>
            <p:nvPr/>
          </p:nvSpPr>
          <p:spPr>
            <a:xfrm>
              <a:off x="241168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h6263"/>
            <p:cNvSpPr/>
            <p:nvPr/>
          </p:nvSpPr>
          <p:spPr>
            <a:xfrm>
              <a:off x="2421129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h6264"/>
            <p:cNvSpPr/>
            <p:nvPr/>
          </p:nvSpPr>
          <p:spPr>
            <a:xfrm>
              <a:off x="2430569" y="1377151"/>
              <a:ext cx="921600" cy="914400"/>
            </a:xfrm>
            <a:custGeom>
              <a:avLst/>
              <a:pathLst>
                <a:path w="92160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78" y="896830"/>
                  </a:lnTo>
                  <a:lnTo>
                    <a:pt x="921600" y="897898"/>
                  </a:lnTo>
                  <a:lnTo>
                    <a:pt x="921514" y="908855"/>
                  </a:lnTo>
                  <a:lnTo>
                    <a:pt x="921315" y="914400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h6265"/>
            <p:cNvSpPr/>
            <p:nvPr/>
          </p:nvSpPr>
          <p:spPr>
            <a:xfrm>
              <a:off x="3148027" y="137715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93" y="914400"/>
                  </a:lnTo>
                  <a:lnTo>
                    <a:pt x="914400" y="907223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h6266"/>
            <p:cNvSpPr/>
            <p:nvPr/>
          </p:nvSpPr>
          <p:spPr>
            <a:xfrm>
              <a:off x="3157467" y="135958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793"/>
                  </a:lnTo>
                  <a:lnTo>
                    <a:pt x="905096" y="924466"/>
                  </a:lnTo>
                  <a:lnTo>
                    <a:pt x="908946" y="916201"/>
                  </a:lnTo>
                  <a:lnTo>
                    <a:pt x="909877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h6267"/>
            <p:cNvSpPr/>
            <p:nvPr/>
          </p:nvSpPr>
          <p:spPr>
            <a:xfrm>
              <a:off x="315746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h6268"/>
            <p:cNvSpPr/>
            <p:nvPr/>
          </p:nvSpPr>
          <p:spPr>
            <a:xfrm>
              <a:off x="316690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h6269"/>
            <p:cNvSpPr/>
            <p:nvPr/>
          </p:nvSpPr>
          <p:spPr>
            <a:xfrm>
              <a:off x="317634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h6270"/>
            <p:cNvSpPr/>
            <p:nvPr/>
          </p:nvSpPr>
          <p:spPr>
            <a:xfrm>
              <a:off x="3185788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h6271"/>
            <p:cNvSpPr/>
            <p:nvPr/>
          </p:nvSpPr>
          <p:spPr>
            <a:xfrm>
              <a:off x="319522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h6272"/>
            <p:cNvSpPr/>
            <p:nvPr/>
          </p:nvSpPr>
          <p:spPr>
            <a:xfrm>
              <a:off x="320466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h6273"/>
            <p:cNvSpPr/>
            <p:nvPr/>
          </p:nvSpPr>
          <p:spPr>
            <a:xfrm>
              <a:off x="321410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h6274"/>
            <p:cNvSpPr/>
            <p:nvPr/>
          </p:nvSpPr>
          <p:spPr>
            <a:xfrm>
              <a:off x="322354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h6275"/>
            <p:cNvSpPr/>
            <p:nvPr/>
          </p:nvSpPr>
          <p:spPr>
            <a:xfrm>
              <a:off x="323298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h6276"/>
            <p:cNvSpPr/>
            <p:nvPr/>
          </p:nvSpPr>
          <p:spPr>
            <a:xfrm>
              <a:off x="3242429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h6277"/>
            <p:cNvSpPr/>
            <p:nvPr/>
          </p:nvSpPr>
          <p:spPr>
            <a:xfrm>
              <a:off x="325187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h6278"/>
            <p:cNvSpPr/>
            <p:nvPr/>
          </p:nvSpPr>
          <p:spPr>
            <a:xfrm>
              <a:off x="326131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h6279"/>
            <p:cNvSpPr/>
            <p:nvPr/>
          </p:nvSpPr>
          <p:spPr>
            <a:xfrm>
              <a:off x="327075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h6280"/>
            <p:cNvSpPr/>
            <p:nvPr/>
          </p:nvSpPr>
          <p:spPr>
            <a:xfrm>
              <a:off x="328019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h6281"/>
            <p:cNvSpPr/>
            <p:nvPr/>
          </p:nvSpPr>
          <p:spPr>
            <a:xfrm>
              <a:off x="328963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h6282"/>
            <p:cNvSpPr/>
            <p:nvPr/>
          </p:nvSpPr>
          <p:spPr>
            <a:xfrm>
              <a:off x="329907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h6283"/>
            <p:cNvSpPr/>
            <p:nvPr/>
          </p:nvSpPr>
          <p:spPr>
            <a:xfrm>
              <a:off x="330851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h6284"/>
            <p:cNvSpPr/>
            <p:nvPr/>
          </p:nvSpPr>
          <p:spPr>
            <a:xfrm>
              <a:off x="331795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h6285"/>
            <p:cNvSpPr/>
            <p:nvPr/>
          </p:nvSpPr>
          <p:spPr>
            <a:xfrm>
              <a:off x="332739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h6286"/>
            <p:cNvSpPr/>
            <p:nvPr/>
          </p:nvSpPr>
          <p:spPr>
            <a:xfrm>
              <a:off x="333683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h6287"/>
            <p:cNvSpPr/>
            <p:nvPr/>
          </p:nvSpPr>
          <p:spPr>
            <a:xfrm>
              <a:off x="334627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h6288"/>
            <p:cNvSpPr/>
            <p:nvPr/>
          </p:nvSpPr>
          <p:spPr>
            <a:xfrm>
              <a:off x="335571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h6289"/>
            <p:cNvSpPr/>
            <p:nvPr/>
          </p:nvSpPr>
          <p:spPr>
            <a:xfrm>
              <a:off x="336515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h6290"/>
            <p:cNvSpPr/>
            <p:nvPr/>
          </p:nvSpPr>
          <p:spPr>
            <a:xfrm>
              <a:off x="337459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h6291"/>
            <p:cNvSpPr/>
            <p:nvPr/>
          </p:nvSpPr>
          <p:spPr>
            <a:xfrm>
              <a:off x="338403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h6292"/>
            <p:cNvSpPr/>
            <p:nvPr/>
          </p:nvSpPr>
          <p:spPr>
            <a:xfrm>
              <a:off x="339347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h6293"/>
            <p:cNvSpPr/>
            <p:nvPr/>
          </p:nvSpPr>
          <p:spPr>
            <a:xfrm>
              <a:off x="340291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h6294"/>
            <p:cNvSpPr/>
            <p:nvPr/>
          </p:nvSpPr>
          <p:spPr>
            <a:xfrm>
              <a:off x="341235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h6295"/>
            <p:cNvSpPr/>
            <p:nvPr/>
          </p:nvSpPr>
          <p:spPr>
            <a:xfrm>
              <a:off x="342179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h6296"/>
            <p:cNvSpPr/>
            <p:nvPr/>
          </p:nvSpPr>
          <p:spPr>
            <a:xfrm>
              <a:off x="343123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h6297"/>
            <p:cNvSpPr/>
            <p:nvPr/>
          </p:nvSpPr>
          <p:spPr>
            <a:xfrm>
              <a:off x="344067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h6298"/>
            <p:cNvSpPr/>
            <p:nvPr/>
          </p:nvSpPr>
          <p:spPr>
            <a:xfrm>
              <a:off x="345011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h6299"/>
            <p:cNvSpPr/>
            <p:nvPr/>
          </p:nvSpPr>
          <p:spPr>
            <a:xfrm>
              <a:off x="345955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h6300"/>
            <p:cNvSpPr/>
            <p:nvPr/>
          </p:nvSpPr>
          <p:spPr>
            <a:xfrm>
              <a:off x="346899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D2C">
                <a:alpha val="100000"/>
              </a:srgbClr>
            </a:solidFill>
            <a:ln w="5420" cap="flat">
              <a:solidFill>
                <a:srgbClr val="DC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h6301"/>
            <p:cNvSpPr/>
            <p:nvPr/>
          </p:nvSpPr>
          <p:spPr>
            <a:xfrm>
              <a:off x="347843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h6302"/>
            <p:cNvSpPr/>
            <p:nvPr/>
          </p:nvSpPr>
          <p:spPr>
            <a:xfrm>
              <a:off x="348787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h6303"/>
            <p:cNvSpPr/>
            <p:nvPr/>
          </p:nvSpPr>
          <p:spPr>
            <a:xfrm>
              <a:off x="349731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h6304"/>
            <p:cNvSpPr/>
            <p:nvPr/>
          </p:nvSpPr>
          <p:spPr>
            <a:xfrm>
              <a:off x="350675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h6305"/>
            <p:cNvSpPr/>
            <p:nvPr/>
          </p:nvSpPr>
          <p:spPr>
            <a:xfrm>
              <a:off x="351619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h6306"/>
            <p:cNvSpPr/>
            <p:nvPr/>
          </p:nvSpPr>
          <p:spPr>
            <a:xfrm>
              <a:off x="352563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h6307"/>
            <p:cNvSpPr/>
            <p:nvPr/>
          </p:nvSpPr>
          <p:spPr>
            <a:xfrm>
              <a:off x="353507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h6308"/>
            <p:cNvSpPr/>
            <p:nvPr/>
          </p:nvSpPr>
          <p:spPr>
            <a:xfrm>
              <a:off x="354451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h6309"/>
            <p:cNvSpPr/>
            <p:nvPr/>
          </p:nvSpPr>
          <p:spPr>
            <a:xfrm>
              <a:off x="355395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h6310"/>
            <p:cNvSpPr/>
            <p:nvPr/>
          </p:nvSpPr>
          <p:spPr>
            <a:xfrm>
              <a:off x="356339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h6311"/>
            <p:cNvSpPr/>
            <p:nvPr/>
          </p:nvSpPr>
          <p:spPr>
            <a:xfrm>
              <a:off x="357283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h6312"/>
            <p:cNvSpPr/>
            <p:nvPr/>
          </p:nvSpPr>
          <p:spPr>
            <a:xfrm>
              <a:off x="358227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h6313"/>
            <p:cNvSpPr/>
            <p:nvPr/>
          </p:nvSpPr>
          <p:spPr>
            <a:xfrm>
              <a:off x="359171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h6314"/>
            <p:cNvSpPr/>
            <p:nvPr/>
          </p:nvSpPr>
          <p:spPr>
            <a:xfrm>
              <a:off x="360115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h6315"/>
            <p:cNvSpPr/>
            <p:nvPr/>
          </p:nvSpPr>
          <p:spPr>
            <a:xfrm>
              <a:off x="361059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h6316"/>
            <p:cNvSpPr/>
            <p:nvPr/>
          </p:nvSpPr>
          <p:spPr>
            <a:xfrm>
              <a:off x="362003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h6317"/>
            <p:cNvSpPr/>
            <p:nvPr/>
          </p:nvSpPr>
          <p:spPr>
            <a:xfrm>
              <a:off x="362947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h6318"/>
            <p:cNvSpPr/>
            <p:nvPr/>
          </p:nvSpPr>
          <p:spPr>
            <a:xfrm>
              <a:off x="363891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h6319"/>
            <p:cNvSpPr/>
            <p:nvPr/>
          </p:nvSpPr>
          <p:spPr>
            <a:xfrm>
              <a:off x="364836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h6320"/>
            <p:cNvSpPr/>
            <p:nvPr/>
          </p:nvSpPr>
          <p:spPr>
            <a:xfrm>
              <a:off x="365780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h6321"/>
            <p:cNvSpPr/>
            <p:nvPr/>
          </p:nvSpPr>
          <p:spPr>
            <a:xfrm>
              <a:off x="366724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h6322"/>
            <p:cNvSpPr/>
            <p:nvPr/>
          </p:nvSpPr>
          <p:spPr>
            <a:xfrm>
              <a:off x="367668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h6323"/>
            <p:cNvSpPr/>
            <p:nvPr/>
          </p:nvSpPr>
          <p:spPr>
            <a:xfrm>
              <a:off x="368612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h6324"/>
            <p:cNvSpPr/>
            <p:nvPr/>
          </p:nvSpPr>
          <p:spPr>
            <a:xfrm>
              <a:off x="369556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h6325"/>
            <p:cNvSpPr/>
            <p:nvPr/>
          </p:nvSpPr>
          <p:spPr>
            <a:xfrm>
              <a:off x="370500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h6326"/>
            <p:cNvSpPr/>
            <p:nvPr/>
          </p:nvSpPr>
          <p:spPr>
            <a:xfrm>
              <a:off x="371444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h6327"/>
            <p:cNvSpPr/>
            <p:nvPr/>
          </p:nvSpPr>
          <p:spPr>
            <a:xfrm>
              <a:off x="372388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h6328"/>
            <p:cNvSpPr/>
            <p:nvPr/>
          </p:nvSpPr>
          <p:spPr>
            <a:xfrm>
              <a:off x="373332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h6329"/>
            <p:cNvSpPr/>
            <p:nvPr/>
          </p:nvSpPr>
          <p:spPr>
            <a:xfrm>
              <a:off x="374276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h6330"/>
            <p:cNvSpPr/>
            <p:nvPr/>
          </p:nvSpPr>
          <p:spPr>
            <a:xfrm>
              <a:off x="375220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h6331"/>
            <p:cNvSpPr/>
            <p:nvPr/>
          </p:nvSpPr>
          <p:spPr>
            <a:xfrm>
              <a:off x="376164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h6332"/>
            <p:cNvSpPr/>
            <p:nvPr/>
          </p:nvSpPr>
          <p:spPr>
            <a:xfrm>
              <a:off x="377108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h6333"/>
            <p:cNvSpPr/>
            <p:nvPr/>
          </p:nvSpPr>
          <p:spPr>
            <a:xfrm>
              <a:off x="3780523" y="1377151"/>
              <a:ext cx="923391" cy="914400"/>
            </a:xfrm>
            <a:custGeom>
              <a:avLst/>
              <a:pathLst>
                <a:path w="92339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91" y="896830"/>
                  </a:lnTo>
                  <a:lnTo>
                    <a:pt x="922726" y="899247"/>
                  </a:lnTo>
                  <a:lnTo>
                    <a:pt x="919751" y="908785"/>
                  </a:lnTo>
                  <a:lnTo>
                    <a:pt x="917782" y="914400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h6334"/>
            <p:cNvSpPr/>
            <p:nvPr/>
          </p:nvSpPr>
          <p:spPr>
            <a:xfrm>
              <a:off x="2090720" y="1342012"/>
              <a:ext cx="914400" cy="930752"/>
            </a:xfrm>
            <a:custGeom>
              <a:avLst/>
              <a:pathLst>
                <a:path w="914400" h="930752">
                  <a:moveTo>
                    <a:pt x="914400" y="914399"/>
                  </a:moveTo>
                  <a:lnTo>
                    <a:pt x="914400" y="930752"/>
                  </a:lnTo>
                  <a:lnTo>
                    <a:pt x="912479" y="925248"/>
                  </a:lnTo>
                  <a:lnTo>
                    <a:pt x="910843" y="923002"/>
                  </a:lnTo>
                  <a:lnTo>
                    <a:pt x="906262" y="915992"/>
                  </a:lnTo>
                  <a:lnTo>
                    <a:pt x="905325" y="91439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h6335"/>
            <p:cNvSpPr/>
            <p:nvPr/>
          </p:nvSpPr>
          <p:spPr>
            <a:xfrm>
              <a:off x="209072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869" y="931969"/>
                  </a:lnTo>
                  <a:lnTo>
                    <a:pt x="914449" y="930895"/>
                  </a:lnTo>
                  <a:lnTo>
                    <a:pt x="914400" y="930752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h6336"/>
            <p:cNvSpPr/>
            <p:nvPr/>
          </p:nvSpPr>
          <p:spPr>
            <a:xfrm>
              <a:off x="210016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h6337"/>
            <p:cNvSpPr/>
            <p:nvPr/>
          </p:nvSpPr>
          <p:spPr>
            <a:xfrm>
              <a:off x="210960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h6338"/>
            <p:cNvSpPr/>
            <p:nvPr/>
          </p:nvSpPr>
          <p:spPr>
            <a:xfrm>
              <a:off x="211904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h6339"/>
            <p:cNvSpPr/>
            <p:nvPr/>
          </p:nvSpPr>
          <p:spPr>
            <a:xfrm>
              <a:off x="212848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h6340"/>
            <p:cNvSpPr/>
            <p:nvPr/>
          </p:nvSpPr>
          <p:spPr>
            <a:xfrm>
              <a:off x="213792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h6341"/>
            <p:cNvSpPr/>
            <p:nvPr/>
          </p:nvSpPr>
          <p:spPr>
            <a:xfrm>
              <a:off x="214736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h6342"/>
            <p:cNvSpPr/>
            <p:nvPr/>
          </p:nvSpPr>
          <p:spPr>
            <a:xfrm>
              <a:off x="215680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h6343"/>
            <p:cNvSpPr/>
            <p:nvPr/>
          </p:nvSpPr>
          <p:spPr>
            <a:xfrm>
              <a:off x="216624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h6344"/>
            <p:cNvSpPr/>
            <p:nvPr/>
          </p:nvSpPr>
          <p:spPr>
            <a:xfrm>
              <a:off x="217568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h6345"/>
            <p:cNvSpPr/>
            <p:nvPr/>
          </p:nvSpPr>
          <p:spPr>
            <a:xfrm>
              <a:off x="218512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h6346"/>
            <p:cNvSpPr/>
            <p:nvPr/>
          </p:nvSpPr>
          <p:spPr>
            <a:xfrm>
              <a:off x="219456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h6347"/>
            <p:cNvSpPr/>
            <p:nvPr/>
          </p:nvSpPr>
          <p:spPr>
            <a:xfrm>
              <a:off x="220400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6">
                <a:alpha val="100000"/>
              </a:srgbClr>
            </a:solidFill>
            <a:ln w="5420" cap="flat">
              <a:solidFill>
                <a:srgbClr val="FFD7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h6348"/>
            <p:cNvSpPr/>
            <p:nvPr/>
          </p:nvSpPr>
          <p:spPr>
            <a:xfrm>
              <a:off x="221344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h6349"/>
            <p:cNvSpPr/>
            <p:nvPr/>
          </p:nvSpPr>
          <p:spPr>
            <a:xfrm>
              <a:off x="222288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h6350"/>
            <p:cNvSpPr/>
            <p:nvPr/>
          </p:nvSpPr>
          <p:spPr>
            <a:xfrm>
              <a:off x="223232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h6351"/>
            <p:cNvSpPr/>
            <p:nvPr/>
          </p:nvSpPr>
          <p:spPr>
            <a:xfrm>
              <a:off x="224176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h6352"/>
            <p:cNvSpPr/>
            <p:nvPr/>
          </p:nvSpPr>
          <p:spPr>
            <a:xfrm>
              <a:off x="225120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h6353"/>
            <p:cNvSpPr/>
            <p:nvPr/>
          </p:nvSpPr>
          <p:spPr>
            <a:xfrm>
              <a:off x="226064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h6354"/>
            <p:cNvSpPr/>
            <p:nvPr/>
          </p:nvSpPr>
          <p:spPr>
            <a:xfrm>
              <a:off x="227008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h6355"/>
            <p:cNvSpPr/>
            <p:nvPr/>
          </p:nvSpPr>
          <p:spPr>
            <a:xfrm>
              <a:off x="227952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h6356"/>
            <p:cNvSpPr/>
            <p:nvPr/>
          </p:nvSpPr>
          <p:spPr>
            <a:xfrm>
              <a:off x="228896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h6357"/>
            <p:cNvSpPr/>
            <p:nvPr/>
          </p:nvSpPr>
          <p:spPr>
            <a:xfrm>
              <a:off x="229840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h6358"/>
            <p:cNvSpPr/>
            <p:nvPr/>
          </p:nvSpPr>
          <p:spPr>
            <a:xfrm>
              <a:off x="230784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h6359"/>
            <p:cNvSpPr/>
            <p:nvPr/>
          </p:nvSpPr>
          <p:spPr>
            <a:xfrm>
              <a:off x="231728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h6360"/>
            <p:cNvSpPr/>
            <p:nvPr/>
          </p:nvSpPr>
          <p:spPr>
            <a:xfrm>
              <a:off x="232672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h6361"/>
            <p:cNvSpPr/>
            <p:nvPr/>
          </p:nvSpPr>
          <p:spPr>
            <a:xfrm>
              <a:off x="233616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h6362"/>
            <p:cNvSpPr/>
            <p:nvPr/>
          </p:nvSpPr>
          <p:spPr>
            <a:xfrm>
              <a:off x="234560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h6363"/>
            <p:cNvSpPr/>
            <p:nvPr/>
          </p:nvSpPr>
          <p:spPr>
            <a:xfrm>
              <a:off x="235504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h6364"/>
            <p:cNvSpPr/>
            <p:nvPr/>
          </p:nvSpPr>
          <p:spPr>
            <a:xfrm>
              <a:off x="236448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h6365"/>
            <p:cNvSpPr/>
            <p:nvPr/>
          </p:nvSpPr>
          <p:spPr>
            <a:xfrm>
              <a:off x="237392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h6366"/>
            <p:cNvSpPr/>
            <p:nvPr/>
          </p:nvSpPr>
          <p:spPr>
            <a:xfrm>
              <a:off x="2383368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h6367"/>
            <p:cNvSpPr/>
            <p:nvPr/>
          </p:nvSpPr>
          <p:spPr>
            <a:xfrm>
              <a:off x="239280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h6368"/>
            <p:cNvSpPr/>
            <p:nvPr/>
          </p:nvSpPr>
          <p:spPr>
            <a:xfrm>
              <a:off x="2402248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h6369"/>
            <p:cNvSpPr/>
            <p:nvPr/>
          </p:nvSpPr>
          <p:spPr>
            <a:xfrm>
              <a:off x="241168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h6370"/>
            <p:cNvSpPr/>
            <p:nvPr/>
          </p:nvSpPr>
          <p:spPr>
            <a:xfrm>
              <a:off x="2421129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h6371"/>
            <p:cNvSpPr/>
            <p:nvPr/>
          </p:nvSpPr>
          <p:spPr>
            <a:xfrm>
              <a:off x="2430569" y="1359581"/>
              <a:ext cx="921578" cy="914400"/>
            </a:xfrm>
            <a:custGeom>
              <a:avLst/>
              <a:pathLst>
                <a:path w="921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117" y="896830"/>
                  </a:lnTo>
                  <a:lnTo>
                    <a:pt x="921127" y="897125"/>
                  </a:lnTo>
                  <a:lnTo>
                    <a:pt x="921138" y="897447"/>
                  </a:lnTo>
                  <a:lnTo>
                    <a:pt x="921149" y="897768"/>
                  </a:lnTo>
                  <a:lnTo>
                    <a:pt x="921160" y="898089"/>
                  </a:lnTo>
                  <a:lnTo>
                    <a:pt x="921171" y="898411"/>
                  </a:lnTo>
                  <a:lnTo>
                    <a:pt x="921182" y="898732"/>
                  </a:lnTo>
                  <a:lnTo>
                    <a:pt x="921193" y="899053"/>
                  </a:lnTo>
                  <a:lnTo>
                    <a:pt x="921204" y="899375"/>
                  </a:lnTo>
                  <a:lnTo>
                    <a:pt x="921215" y="899696"/>
                  </a:lnTo>
                  <a:lnTo>
                    <a:pt x="921226" y="900017"/>
                  </a:lnTo>
                  <a:lnTo>
                    <a:pt x="921237" y="900339"/>
                  </a:lnTo>
                  <a:lnTo>
                    <a:pt x="921248" y="900660"/>
                  </a:lnTo>
                  <a:lnTo>
                    <a:pt x="921259" y="900981"/>
                  </a:lnTo>
                  <a:lnTo>
                    <a:pt x="921270" y="901303"/>
                  </a:lnTo>
                  <a:lnTo>
                    <a:pt x="921281" y="901624"/>
                  </a:lnTo>
                  <a:lnTo>
                    <a:pt x="921292" y="901945"/>
                  </a:lnTo>
                  <a:lnTo>
                    <a:pt x="921303" y="902267"/>
                  </a:lnTo>
                  <a:lnTo>
                    <a:pt x="921314" y="902588"/>
                  </a:lnTo>
                  <a:lnTo>
                    <a:pt x="921325" y="902909"/>
                  </a:lnTo>
                  <a:lnTo>
                    <a:pt x="921336" y="903231"/>
                  </a:lnTo>
                  <a:lnTo>
                    <a:pt x="921346" y="903552"/>
                  </a:lnTo>
                  <a:lnTo>
                    <a:pt x="921357" y="903873"/>
                  </a:lnTo>
                  <a:lnTo>
                    <a:pt x="921368" y="904195"/>
                  </a:lnTo>
                  <a:lnTo>
                    <a:pt x="921379" y="904516"/>
                  </a:lnTo>
                  <a:lnTo>
                    <a:pt x="921578" y="914400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h6372"/>
            <p:cNvSpPr/>
            <p:nvPr/>
          </p:nvSpPr>
          <p:spPr>
            <a:xfrm>
              <a:off x="3157467" y="135958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877" y="914400"/>
                  </a:lnTo>
                  <a:lnTo>
                    <a:pt x="913020" y="908318"/>
                  </a:lnTo>
                  <a:lnTo>
                    <a:pt x="914400" y="905913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h6373"/>
            <p:cNvSpPr/>
            <p:nvPr/>
          </p:nvSpPr>
          <p:spPr>
            <a:xfrm>
              <a:off x="3166907" y="1342012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483"/>
                  </a:lnTo>
                  <a:lnTo>
                    <a:pt x="907869" y="918409"/>
                  </a:lnTo>
                  <a:lnTo>
                    <a:pt x="910421" y="91439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h6374"/>
            <p:cNvSpPr/>
            <p:nvPr/>
          </p:nvSpPr>
          <p:spPr>
            <a:xfrm>
              <a:off x="316690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h6375"/>
            <p:cNvSpPr/>
            <p:nvPr/>
          </p:nvSpPr>
          <p:spPr>
            <a:xfrm>
              <a:off x="317634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h6376"/>
            <p:cNvSpPr/>
            <p:nvPr/>
          </p:nvSpPr>
          <p:spPr>
            <a:xfrm>
              <a:off x="3185788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h6377"/>
            <p:cNvSpPr/>
            <p:nvPr/>
          </p:nvSpPr>
          <p:spPr>
            <a:xfrm>
              <a:off x="319522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h6378"/>
            <p:cNvSpPr/>
            <p:nvPr/>
          </p:nvSpPr>
          <p:spPr>
            <a:xfrm>
              <a:off x="320466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h6379"/>
            <p:cNvSpPr/>
            <p:nvPr/>
          </p:nvSpPr>
          <p:spPr>
            <a:xfrm>
              <a:off x="321410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h6380"/>
            <p:cNvSpPr/>
            <p:nvPr/>
          </p:nvSpPr>
          <p:spPr>
            <a:xfrm>
              <a:off x="322354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h6381"/>
            <p:cNvSpPr/>
            <p:nvPr/>
          </p:nvSpPr>
          <p:spPr>
            <a:xfrm>
              <a:off x="323298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h6382"/>
            <p:cNvSpPr/>
            <p:nvPr/>
          </p:nvSpPr>
          <p:spPr>
            <a:xfrm>
              <a:off x="3242429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h6383"/>
            <p:cNvSpPr/>
            <p:nvPr/>
          </p:nvSpPr>
          <p:spPr>
            <a:xfrm>
              <a:off x="325187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h6384"/>
            <p:cNvSpPr/>
            <p:nvPr/>
          </p:nvSpPr>
          <p:spPr>
            <a:xfrm>
              <a:off x="326131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h6385"/>
            <p:cNvSpPr/>
            <p:nvPr/>
          </p:nvSpPr>
          <p:spPr>
            <a:xfrm>
              <a:off x="327075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h6386"/>
            <p:cNvSpPr/>
            <p:nvPr/>
          </p:nvSpPr>
          <p:spPr>
            <a:xfrm>
              <a:off x="328019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h6387"/>
            <p:cNvSpPr/>
            <p:nvPr/>
          </p:nvSpPr>
          <p:spPr>
            <a:xfrm>
              <a:off x="328963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h6388"/>
            <p:cNvSpPr/>
            <p:nvPr/>
          </p:nvSpPr>
          <p:spPr>
            <a:xfrm>
              <a:off x="329907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h6389"/>
            <p:cNvSpPr/>
            <p:nvPr/>
          </p:nvSpPr>
          <p:spPr>
            <a:xfrm>
              <a:off x="330851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h6390"/>
            <p:cNvSpPr/>
            <p:nvPr/>
          </p:nvSpPr>
          <p:spPr>
            <a:xfrm>
              <a:off x="331795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h6391"/>
            <p:cNvSpPr/>
            <p:nvPr/>
          </p:nvSpPr>
          <p:spPr>
            <a:xfrm>
              <a:off x="332739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h6392"/>
            <p:cNvSpPr/>
            <p:nvPr/>
          </p:nvSpPr>
          <p:spPr>
            <a:xfrm>
              <a:off x="333683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h6393"/>
            <p:cNvSpPr/>
            <p:nvPr/>
          </p:nvSpPr>
          <p:spPr>
            <a:xfrm>
              <a:off x="334627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h6394"/>
            <p:cNvSpPr/>
            <p:nvPr/>
          </p:nvSpPr>
          <p:spPr>
            <a:xfrm>
              <a:off x="335571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h6395"/>
            <p:cNvSpPr/>
            <p:nvPr/>
          </p:nvSpPr>
          <p:spPr>
            <a:xfrm>
              <a:off x="336515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h6396"/>
            <p:cNvSpPr/>
            <p:nvPr/>
          </p:nvSpPr>
          <p:spPr>
            <a:xfrm>
              <a:off x="337459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h6397"/>
            <p:cNvSpPr/>
            <p:nvPr/>
          </p:nvSpPr>
          <p:spPr>
            <a:xfrm>
              <a:off x="338403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h6398"/>
            <p:cNvSpPr/>
            <p:nvPr/>
          </p:nvSpPr>
          <p:spPr>
            <a:xfrm>
              <a:off x="339347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h6399"/>
            <p:cNvSpPr/>
            <p:nvPr/>
          </p:nvSpPr>
          <p:spPr>
            <a:xfrm>
              <a:off x="340291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h6400"/>
            <p:cNvSpPr/>
            <p:nvPr/>
          </p:nvSpPr>
          <p:spPr>
            <a:xfrm>
              <a:off x="341235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h6401"/>
            <p:cNvSpPr/>
            <p:nvPr/>
          </p:nvSpPr>
          <p:spPr>
            <a:xfrm>
              <a:off x="342179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h6402"/>
            <p:cNvSpPr/>
            <p:nvPr/>
          </p:nvSpPr>
          <p:spPr>
            <a:xfrm>
              <a:off x="343123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h6403"/>
            <p:cNvSpPr/>
            <p:nvPr/>
          </p:nvSpPr>
          <p:spPr>
            <a:xfrm>
              <a:off x="344067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h6404"/>
            <p:cNvSpPr/>
            <p:nvPr/>
          </p:nvSpPr>
          <p:spPr>
            <a:xfrm>
              <a:off x="345011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h6405"/>
            <p:cNvSpPr/>
            <p:nvPr/>
          </p:nvSpPr>
          <p:spPr>
            <a:xfrm>
              <a:off x="345955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h6406"/>
            <p:cNvSpPr/>
            <p:nvPr/>
          </p:nvSpPr>
          <p:spPr>
            <a:xfrm>
              <a:off x="346899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h6407"/>
            <p:cNvSpPr/>
            <p:nvPr/>
          </p:nvSpPr>
          <p:spPr>
            <a:xfrm>
              <a:off x="347843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h6408"/>
            <p:cNvSpPr/>
            <p:nvPr/>
          </p:nvSpPr>
          <p:spPr>
            <a:xfrm>
              <a:off x="348787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h6409"/>
            <p:cNvSpPr/>
            <p:nvPr/>
          </p:nvSpPr>
          <p:spPr>
            <a:xfrm>
              <a:off x="349731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h6410"/>
            <p:cNvSpPr/>
            <p:nvPr/>
          </p:nvSpPr>
          <p:spPr>
            <a:xfrm>
              <a:off x="350675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h6411"/>
            <p:cNvSpPr/>
            <p:nvPr/>
          </p:nvSpPr>
          <p:spPr>
            <a:xfrm>
              <a:off x="351619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h6412"/>
            <p:cNvSpPr/>
            <p:nvPr/>
          </p:nvSpPr>
          <p:spPr>
            <a:xfrm>
              <a:off x="352563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h6413"/>
            <p:cNvSpPr/>
            <p:nvPr/>
          </p:nvSpPr>
          <p:spPr>
            <a:xfrm>
              <a:off x="353507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h6414"/>
            <p:cNvSpPr/>
            <p:nvPr/>
          </p:nvSpPr>
          <p:spPr>
            <a:xfrm>
              <a:off x="354451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h6415"/>
            <p:cNvSpPr/>
            <p:nvPr/>
          </p:nvSpPr>
          <p:spPr>
            <a:xfrm>
              <a:off x="355395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h6416"/>
            <p:cNvSpPr/>
            <p:nvPr/>
          </p:nvSpPr>
          <p:spPr>
            <a:xfrm>
              <a:off x="356339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h6417"/>
            <p:cNvSpPr/>
            <p:nvPr/>
          </p:nvSpPr>
          <p:spPr>
            <a:xfrm>
              <a:off x="357283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h6418"/>
            <p:cNvSpPr/>
            <p:nvPr/>
          </p:nvSpPr>
          <p:spPr>
            <a:xfrm>
              <a:off x="358227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h6419"/>
            <p:cNvSpPr/>
            <p:nvPr/>
          </p:nvSpPr>
          <p:spPr>
            <a:xfrm>
              <a:off x="359171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h6420"/>
            <p:cNvSpPr/>
            <p:nvPr/>
          </p:nvSpPr>
          <p:spPr>
            <a:xfrm>
              <a:off x="360115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h6421"/>
            <p:cNvSpPr/>
            <p:nvPr/>
          </p:nvSpPr>
          <p:spPr>
            <a:xfrm>
              <a:off x="361059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h6422"/>
            <p:cNvSpPr/>
            <p:nvPr/>
          </p:nvSpPr>
          <p:spPr>
            <a:xfrm>
              <a:off x="362003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ph6423"/>
            <p:cNvSpPr/>
            <p:nvPr/>
          </p:nvSpPr>
          <p:spPr>
            <a:xfrm>
              <a:off x="362947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4" name="ph6424"/>
            <p:cNvSpPr/>
            <p:nvPr/>
          </p:nvSpPr>
          <p:spPr>
            <a:xfrm>
              <a:off x="363891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5" name="ph6425"/>
            <p:cNvSpPr/>
            <p:nvPr/>
          </p:nvSpPr>
          <p:spPr>
            <a:xfrm>
              <a:off x="364836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6" name="ph6426"/>
            <p:cNvSpPr/>
            <p:nvPr/>
          </p:nvSpPr>
          <p:spPr>
            <a:xfrm>
              <a:off x="365780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7" name="ph6427"/>
            <p:cNvSpPr/>
            <p:nvPr/>
          </p:nvSpPr>
          <p:spPr>
            <a:xfrm>
              <a:off x="366724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8" name="ph6428"/>
            <p:cNvSpPr/>
            <p:nvPr/>
          </p:nvSpPr>
          <p:spPr>
            <a:xfrm>
              <a:off x="367668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9" name="ph6429"/>
            <p:cNvSpPr/>
            <p:nvPr/>
          </p:nvSpPr>
          <p:spPr>
            <a:xfrm>
              <a:off x="368612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0" name="ph6430"/>
            <p:cNvSpPr/>
            <p:nvPr/>
          </p:nvSpPr>
          <p:spPr>
            <a:xfrm>
              <a:off x="369556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1" name="ph6431"/>
            <p:cNvSpPr/>
            <p:nvPr/>
          </p:nvSpPr>
          <p:spPr>
            <a:xfrm>
              <a:off x="370500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2" name="ph6432"/>
            <p:cNvSpPr/>
            <p:nvPr/>
          </p:nvSpPr>
          <p:spPr>
            <a:xfrm>
              <a:off x="371444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3" name="ph6433"/>
            <p:cNvSpPr/>
            <p:nvPr/>
          </p:nvSpPr>
          <p:spPr>
            <a:xfrm>
              <a:off x="372388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4" name="ph6434"/>
            <p:cNvSpPr/>
            <p:nvPr/>
          </p:nvSpPr>
          <p:spPr>
            <a:xfrm>
              <a:off x="373332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5" name="ph6435"/>
            <p:cNvSpPr/>
            <p:nvPr/>
          </p:nvSpPr>
          <p:spPr>
            <a:xfrm>
              <a:off x="374276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6" name="ph6436"/>
            <p:cNvSpPr/>
            <p:nvPr/>
          </p:nvSpPr>
          <p:spPr>
            <a:xfrm>
              <a:off x="375220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7" name="ph6437"/>
            <p:cNvSpPr/>
            <p:nvPr/>
          </p:nvSpPr>
          <p:spPr>
            <a:xfrm>
              <a:off x="376164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8" name="ph6438"/>
            <p:cNvSpPr/>
            <p:nvPr/>
          </p:nvSpPr>
          <p:spPr>
            <a:xfrm>
              <a:off x="377108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9" name="ph6439"/>
            <p:cNvSpPr/>
            <p:nvPr/>
          </p:nvSpPr>
          <p:spPr>
            <a:xfrm>
              <a:off x="3780523" y="135958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770"/>
                  </a:lnTo>
                  <a:lnTo>
                    <a:pt x="923391" y="914400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0" name="ph6440"/>
            <p:cNvSpPr/>
            <p:nvPr/>
          </p:nvSpPr>
          <p:spPr>
            <a:xfrm>
              <a:off x="3789963" y="1342012"/>
              <a:ext cx="918411" cy="930340"/>
            </a:xfrm>
            <a:custGeom>
              <a:avLst/>
              <a:pathLst>
                <a:path w="918411" h="930340">
                  <a:moveTo>
                    <a:pt x="914400" y="914399"/>
                  </a:moveTo>
                  <a:lnTo>
                    <a:pt x="918411" y="914507"/>
                  </a:lnTo>
                  <a:lnTo>
                    <a:pt x="915988" y="924572"/>
                  </a:lnTo>
                  <a:lnTo>
                    <a:pt x="914400" y="930340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1" name="ph6441"/>
            <p:cNvSpPr/>
            <p:nvPr/>
          </p:nvSpPr>
          <p:spPr>
            <a:xfrm>
              <a:off x="2081280" y="1324442"/>
              <a:ext cx="914400" cy="931347"/>
            </a:xfrm>
            <a:custGeom>
              <a:avLst/>
              <a:pathLst>
                <a:path w="914400" h="931347">
                  <a:moveTo>
                    <a:pt x="914400" y="914399"/>
                  </a:moveTo>
                  <a:lnTo>
                    <a:pt x="914400" y="931347"/>
                  </a:lnTo>
                  <a:lnTo>
                    <a:pt x="911324" y="926116"/>
                  </a:lnTo>
                  <a:lnTo>
                    <a:pt x="907161" y="918254"/>
                  </a:lnTo>
                  <a:lnTo>
                    <a:pt x="905323" y="91439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2" name="ph6442"/>
            <p:cNvSpPr/>
            <p:nvPr/>
          </p:nvSpPr>
          <p:spPr>
            <a:xfrm>
              <a:off x="208128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765" y="931969"/>
                  </a:lnTo>
                  <a:lnTo>
                    <a:pt x="914400" y="931347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3" name="ph6443"/>
            <p:cNvSpPr/>
            <p:nvPr/>
          </p:nvSpPr>
          <p:spPr>
            <a:xfrm>
              <a:off x="209072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4" name="ph6444"/>
            <p:cNvSpPr/>
            <p:nvPr/>
          </p:nvSpPr>
          <p:spPr>
            <a:xfrm>
              <a:off x="210016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5" name="ph6445"/>
            <p:cNvSpPr/>
            <p:nvPr/>
          </p:nvSpPr>
          <p:spPr>
            <a:xfrm>
              <a:off x="210960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6" name="ph6446"/>
            <p:cNvSpPr/>
            <p:nvPr/>
          </p:nvSpPr>
          <p:spPr>
            <a:xfrm>
              <a:off x="211904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7" name="ph6447"/>
            <p:cNvSpPr/>
            <p:nvPr/>
          </p:nvSpPr>
          <p:spPr>
            <a:xfrm>
              <a:off x="212848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8" name="ph6448"/>
            <p:cNvSpPr/>
            <p:nvPr/>
          </p:nvSpPr>
          <p:spPr>
            <a:xfrm>
              <a:off x="213792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9" name="ph6449"/>
            <p:cNvSpPr/>
            <p:nvPr/>
          </p:nvSpPr>
          <p:spPr>
            <a:xfrm>
              <a:off x="214736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0" name="ph6450"/>
            <p:cNvSpPr/>
            <p:nvPr/>
          </p:nvSpPr>
          <p:spPr>
            <a:xfrm>
              <a:off x="215680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1" name="ph6451"/>
            <p:cNvSpPr/>
            <p:nvPr/>
          </p:nvSpPr>
          <p:spPr>
            <a:xfrm>
              <a:off x="216624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2" name="ph6452"/>
            <p:cNvSpPr/>
            <p:nvPr/>
          </p:nvSpPr>
          <p:spPr>
            <a:xfrm>
              <a:off x="217568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3" name="ph6453"/>
            <p:cNvSpPr/>
            <p:nvPr/>
          </p:nvSpPr>
          <p:spPr>
            <a:xfrm>
              <a:off x="218512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4" name="ph6454"/>
            <p:cNvSpPr/>
            <p:nvPr/>
          </p:nvSpPr>
          <p:spPr>
            <a:xfrm>
              <a:off x="219456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5" name="ph6455"/>
            <p:cNvSpPr/>
            <p:nvPr/>
          </p:nvSpPr>
          <p:spPr>
            <a:xfrm>
              <a:off x="220400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6" name="ph6456"/>
            <p:cNvSpPr/>
            <p:nvPr/>
          </p:nvSpPr>
          <p:spPr>
            <a:xfrm>
              <a:off x="221344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7" name="ph6457"/>
            <p:cNvSpPr/>
            <p:nvPr/>
          </p:nvSpPr>
          <p:spPr>
            <a:xfrm>
              <a:off x="222288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8" name="ph6458"/>
            <p:cNvSpPr/>
            <p:nvPr/>
          </p:nvSpPr>
          <p:spPr>
            <a:xfrm>
              <a:off x="223232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9" name="ph6459"/>
            <p:cNvSpPr/>
            <p:nvPr/>
          </p:nvSpPr>
          <p:spPr>
            <a:xfrm>
              <a:off x="224176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0" name="ph6460"/>
            <p:cNvSpPr/>
            <p:nvPr/>
          </p:nvSpPr>
          <p:spPr>
            <a:xfrm>
              <a:off x="225120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1" name="ph6461"/>
            <p:cNvSpPr/>
            <p:nvPr/>
          </p:nvSpPr>
          <p:spPr>
            <a:xfrm>
              <a:off x="226064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h6462"/>
            <p:cNvSpPr/>
            <p:nvPr/>
          </p:nvSpPr>
          <p:spPr>
            <a:xfrm>
              <a:off x="227008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h6463"/>
            <p:cNvSpPr/>
            <p:nvPr/>
          </p:nvSpPr>
          <p:spPr>
            <a:xfrm>
              <a:off x="227952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h6464"/>
            <p:cNvSpPr/>
            <p:nvPr/>
          </p:nvSpPr>
          <p:spPr>
            <a:xfrm>
              <a:off x="228896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h6465"/>
            <p:cNvSpPr/>
            <p:nvPr/>
          </p:nvSpPr>
          <p:spPr>
            <a:xfrm>
              <a:off x="229840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h6466"/>
            <p:cNvSpPr/>
            <p:nvPr/>
          </p:nvSpPr>
          <p:spPr>
            <a:xfrm>
              <a:off x="230784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h6467"/>
            <p:cNvSpPr/>
            <p:nvPr/>
          </p:nvSpPr>
          <p:spPr>
            <a:xfrm>
              <a:off x="231728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h6468"/>
            <p:cNvSpPr/>
            <p:nvPr/>
          </p:nvSpPr>
          <p:spPr>
            <a:xfrm>
              <a:off x="232672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h6469"/>
            <p:cNvSpPr/>
            <p:nvPr/>
          </p:nvSpPr>
          <p:spPr>
            <a:xfrm>
              <a:off x="233616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h6470"/>
            <p:cNvSpPr/>
            <p:nvPr/>
          </p:nvSpPr>
          <p:spPr>
            <a:xfrm>
              <a:off x="234560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h6471"/>
            <p:cNvSpPr/>
            <p:nvPr/>
          </p:nvSpPr>
          <p:spPr>
            <a:xfrm>
              <a:off x="235504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h6472"/>
            <p:cNvSpPr/>
            <p:nvPr/>
          </p:nvSpPr>
          <p:spPr>
            <a:xfrm>
              <a:off x="236448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h6473"/>
            <p:cNvSpPr/>
            <p:nvPr/>
          </p:nvSpPr>
          <p:spPr>
            <a:xfrm>
              <a:off x="237392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h6474"/>
            <p:cNvSpPr/>
            <p:nvPr/>
          </p:nvSpPr>
          <p:spPr>
            <a:xfrm>
              <a:off x="2383368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h6475"/>
            <p:cNvSpPr/>
            <p:nvPr/>
          </p:nvSpPr>
          <p:spPr>
            <a:xfrm>
              <a:off x="239280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h6476"/>
            <p:cNvSpPr/>
            <p:nvPr/>
          </p:nvSpPr>
          <p:spPr>
            <a:xfrm>
              <a:off x="2402248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h6477"/>
            <p:cNvSpPr/>
            <p:nvPr/>
          </p:nvSpPr>
          <p:spPr>
            <a:xfrm>
              <a:off x="241168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h6478"/>
            <p:cNvSpPr/>
            <p:nvPr/>
          </p:nvSpPr>
          <p:spPr>
            <a:xfrm>
              <a:off x="2421129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h6479"/>
            <p:cNvSpPr/>
            <p:nvPr/>
          </p:nvSpPr>
          <p:spPr>
            <a:xfrm>
              <a:off x="2430569" y="1342012"/>
              <a:ext cx="921117" cy="914399"/>
            </a:xfrm>
            <a:custGeom>
              <a:avLst/>
              <a:pathLst>
                <a:path w="921117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191" y="896830"/>
                  </a:lnTo>
                  <a:lnTo>
                    <a:pt x="920492" y="900727"/>
                  </a:lnTo>
                  <a:lnTo>
                    <a:pt x="921028" y="911804"/>
                  </a:lnTo>
                  <a:lnTo>
                    <a:pt x="921039" y="912124"/>
                  </a:lnTo>
                  <a:lnTo>
                    <a:pt x="921050" y="912446"/>
                  </a:lnTo>
                  <a:lnTo>
                    <a:pt x="921061" y="912767"/>
                  </a:lnTo>
                  <a:lnTo>
                    <a:pt x="921072" y="913088"/>
                  </a:lnTo>
                  <a:lnTo>
                    <a:pt x="921083" y="913410"/>
                  </a:lnTo>
                  <a:lnTo>
                    <a:pt x="921094" y="913731"/>
                  </a:lnTo>
                  <a:lnTo>
                    <a:pt x="921105" y="914052"/>
                  </a:lnTo>
                  <a:lnTo>
                    <a:pt x="921117" y="91439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h6480"/>
            <p:cNvSpPr/>
            <p:nvPr/>
          </p:nvSpPr>
          <p:spPr>
            <a:xfrm>
              <a:off x="3166907" y="1342012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421" y="914399"/>
                  </a:lnTo>
                  <a:lnTo>
                    <a:pt x="912360" y="911355"/>
                  </a:lnTo>
                  <a:lnTo>
                    <a:pt x="914400" y="908474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h6481"/>
            <p:cNvSpPr/>
            <p:nvPr/>
          </p:nvSpPr>
          <p:spPr>
            <a:xfrm>
              <a:off x="3176348" y="1324442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044"/>
                  </a:lnTo>
                  <a:lnTo>
                    <a:pt x="907601" y="922313"/>
                  </a:lnTo>
                  <a:lnTo>
                    <a:pt x="912461" y="916162"/>
                  </a:lnTo>
                  <a:lnTo>
                    <a:pt x="914022" y="91439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h6482"/>
            <p:cNvSpPr/>
            <p:nvPr/>
          </p:nvSpPr>
          <p:spPr>
            <a:xfrm>
              <a:off x="317634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h6483"/>
            <p:cNvSpPr/>
            <p:nvPr/>
          </p:nvSpPr>
          <p:spPr>
            <a:xfrm>
              <a:off x="3185788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h6484"/>
            <p:cNvSpPr/>
            <p:nvPr/>
          </p:nvSpPr>
          <p:spPr>
            <a:xfrm>
              <a:off x="319522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h6485"/>
            <p:cNvSpPr/>
            <p:nvPr/>
          </p:nvSpPr>
          <p:spPr>
            <a:xfrm>
              <a:off x="320466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h6486"/>
            <p:cNvSpPr/>
            <p:nvPr/>
          </p:nvSpPr>
          <p:spPr>
            <a:xfrm>
              <a:off x="321410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h6487"/>
            <p:cNvSpPr/>
            <p:nvPr/>
          </p:nvSpPr>
          <p:spPr>
            <a:xfrm>
              <a:off x="322354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h6488"/>
            <p:cNvSpPr/>
            <p:nvPr/>
          </p:nvSpPr>
          <p:spPr>
            <a:xfrm>
              <a:off x="323298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h6489"/>
            <p:cNvSpPr/>
            <p:nvPr/>
          </p:nvSpPr>
          <p:spPr>
            <a:xfrm>
              <a:off x="3242429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h6490"/>
            <p:cNvSpPr/>
            <p:nvPr/>
          </p:nvSpPr>
          <p:spPr>
            <a:xfrm>
              <a:off x="325187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h6491"/>
            <p:cNvSpPr/>
            <p:nvPr/>
          </p:nvSpPr>
          <p:spPr>
            <a:xfrm>
              <a:off x="326131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h6492"/>
            <p:cNvSpPr/>
            <p:nvPr/>
          </p:nvSpPr>
          <p:spPr>
            <a:xfrm>
              <a:off x="327075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h6493"/>
            <p:cNvSpPr/>
            <p:nvPr/>
          </p:nvSpPr>
          <p:spPr>
            <a:xfrm>
              <a:off x="328019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h6494"/>
            <p:cNvSpPr/>
            <p:nvPr/>
          </p:nvSpPr>
          <p:spPr>
            <a:xfrm>
              <a:off x="328963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h6495"/>
            <p:cNvSpPr/>
            <p:nvPr/>
          </p:nvSpPr>
          <p:spPr>
            <a:xfrm>
              <a:off x="329907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h6496"/>
            <p:cNvSpPr/>
            <p:nvPr/>
          </p:nvSpPr>
          <p:spPr>
            <a:xfrm>
              <a:off x="330851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h6497"/>
            <p:cNvSpPr/>
            <p:nvPr/>
          </p:nvSpPr>
          <p:spPr>
            <a:xfrm>
              <a:off x="331795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h6498"/>
            <p:cNvSpPr/>
            <p:nvPr/>
          </p:nvSpPr>
          <p:spPr>
            <a:xfrm>
              <a:off x="332739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h6499"/>
            <p:cNvSpPr/>
            <p:nvPr/>
          </p:nvSpPr>
          <p:spPr>
            <a:xfrm>
              <a:off x="333683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h6500"/>
            <p:cNvSpPr/>
            <p:nvPr/>
          </p:nvSpPr>
          <p:spPr>
            <a:xfrm>
              <a:off x="334627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h6501"/>
            <p:cNvSpPr/>
            <p:nvPr/>
          </p:nvSpPr>
          <p:spPr>
            <a:xfrm>
              <a:off x="335571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h6502"/>
            <p:cNvSpPr/>
            <p:nvPr/>
          </p:nvSpPr>
          <p:spPr>
            <a:xfrm>
              <a:off x="336515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h6503"/>
            <p:cNvSpPr/>
            <p:nvPr/>
          </p:nvSpPr>
          <p:spPr>
            <a:xfrm>
              <a:off x="337459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h6504"/>
            <p:cNvSpPr/>
            <p:nvPr/>
          </p:nvSpPr>
          <p:spPr>
            <a:xfrm>
              <a:off x="338403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h6505"/>
            <p:cNvSpPr/>
            <p:nvPr/>
          </p:nvSpPr>
          <p:spPr>
            <a:xfrm>
              <a:off x="339347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h6506"/>
            <p:cNvSpPr/>
            <p:nvPr/>
          </p:nvSpPr>
          <p:spPr>
            <a:xfrm>
              <a:off x="340291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h6507"/>
            <p:cNvSpPr/>
            <p:nvPr/>
          </p:nvSpPr>
          <p:spPr>
            <a:xfrm>
              <a:off x="341235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h6508"/>
            <p:cNvSpPr/>
            <p:nvPr/>
          </p:nvSpPr>
          <p:spPr>
            <a:xfrm>
              <a:off x="342179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h6509"/>
            <p:cNvSpPr/>
            <p:nvPr/>
          </p:nvSpPr>
          <p:spPr>
            <a:xfrm>
              <a:off x="343123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h6510"/>
            <p:cNvSpPr/>
            <p:nvPr/>
          </p:nvSpPr>
          <p:spPr>
            <a:xfrm>
              <a:off x="344067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h6511"/>
            <p:cNvSpPr/>
            <p:nvPr/>
          </p:nvSpPr>
          <p:spPr>
            <a:xfrm>
              <a:off x="345011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h6512"/>
            <p:cNvSpPr/>
            <p:nvPr/>
          </p:nvSpPr>
          <p:spPr>
            <a:xfrm>
              <a:off x="345955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h6513"/>
            <p:cNvSpPr/>
            <p:nvPr/>
          </p:nvSpPr>
          <p:spPr>
            <a:xfrm>
              <a:off x="346899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h6514"/>
            <p:cNvSpPr/>
            <p:nvPr/>
          </p:nvSpPr>
          <p:spPr>
            <a:xfrm>
              <a:off x="347843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h6515"/>
            <p:cNvSpPr/>
            <p:nvPr/>
          </p:nvSpPr>
          <p:spPr>
            <a:xfrm>
              <a:off x="348787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h6516"/>
            <p:cNvSpPr/>
            <p:nvPr/>
          </p:nvSpPr>
          <p:spPr>
            <a:xfrm>
              <a:off x="349731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h6517"/>
            <p:cNvSpPr/>
            <p:nvPr/>
          </p:nvSpPr>
          <p:spPr>
            <a:xfrm>
              <a:off x="350675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h6518"/>
            <p:cNvSpPr/>
            <p:nvPr/>
          </p:nvSpPr>
          <p:spPr>
            <a:xfrm>
              <a:off x="351619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h6519"/>
            <p:cNvSpPr/>
            <p:nvPr/>
          </p:nvSpPr>
          <p:spPr>
            <a:xfrm>
              <a:off x="352563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h6520"/>
            <p:cNvSpPr/>
            <p:nvPr/>
          </p:nvSpPr>
          <p:spPr>
            <a:xfrm>
              <a:off x="353507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h6521"/>
            <p:cNvSpPr/>
            <p:nvPr/>
          </p:nvSpPr>
          <p:spPr>
            <a:xfrm>
              <a:off x="354451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h6522"/>
            <p:cNvSpPr/>
            <p:nvPr/>
          </p:nvSpPr>
          <p:spPr>
            <a:xfrm>
              <a:off x="355395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h6523"/>
            <p:cNvSpPr/>
            <p:nvPr/>
          </p:nvSpPr>
          <p:spPr>
            <a:xfrm>
              <a:off x="356339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h6524"/>
            <p:cNvSpPr/>
            <p:nvPr/>
          </p:nvSpPr>
          <p:spPr>
            <a:xfrm>
              <a:off x="357283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h6525"/>
            <p:cNvSpPr/>
            <p:nvPr/>
          </p:nvSpPr>
          <p:spPr>
            <a:xfrm>
              <a:off x="358227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h6526"/>
            <p:cNvSpPr/>
            <p:nvPr/>
          </p:nvSpPr>
          <p:spPr>
            <a:xfrm>
              <a:off x="359171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h6527"/>
            <p:cNvSpPr/>
            <p:nvPr/>
          </p:nvSpPr>
          <p:spPr>
            <a:xfrm>
              <a:off x="360115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h6528"/>
            <p:cNvSpPr/>
            <p:nvPr/>
          </p:nvSpPr>
          <p:spPr>
            <a:xfrm>
              <a:off x="361059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h6529"/>
            <p:cNvSpPr/>
            <p:nvPr/>
          </p:nvSpPr>
          <p:spPr>
            <a:xfrm>
              <a:off x="362003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h6530"/>
            <p:cNvSpPr/>
            <p:nvPr/>
          </p:nvSpPr>
          <p:spPr>
            <a:xfrm>
              <a:off x="362947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h6531"/>
            <p:cNvSpPr/>
            <p:nvPr/>
          </p:nvSpPr>
          <p:spPr>
            <a:xfrm>
              <a:off x="363891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h6532"/>
            <p:cNvSpPr/>
            <p:nvPr/>
          </p:nvSpPr>
          <p:spPr>
            <a:xfrm>
              <a:off x="364836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h6533"/>
            <p:cNvSpPr/>
            <p:nvPr/>
          </p:nvSpPr>
          <p:spPr>
            <a:xfrm>
              <a:off x="365780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h6534"/>
            <p:cNvSpPr/>
            <p:nvPr/>
          </p:nvSpPr>
          <p:spPr>
            <a:xfrm>
              <a:off x="366724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h6535"/>
            <p:cNvSpPr/>
            <p:nvPr/>
          </p:nvSpPr>
          <p:spPr>
            <a:xfrm>
              <a:off x="367668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h6536"/>
            <p:cNvSpPr/>
            <p:nvPr/>
          </p:nvSpPr>
          <p:spPr>
            <a:xfrm>
              <a:off x="368612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h6537"/>
            <p:cNvSpPr/>
            <p:nvPr/>
          </p:nvSpPr>
          <p:spPr>
            <a:xfrm>
              <a:off x="369556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h6538"/>
            <p:cNvSpPr/>
            <p:nvPr/>
          </p:nvSpPr>
          <p:spPr>
            <a:xfrm>
              <a:off x="370500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h6539"/>
            <p:cNvSpPr/>
            <p:nvPr/>
          </p:nvSpPr>
          <p:spPr>
            <a:xfrm>
              <a:off x="371444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h6540"/>
            <p:cNvSpPr/>
            <p:nvPr/>
          </p:nvSpPr>
          <p:spPr>
            <a:xfrm>
              <a:off x="372388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h6541"/>
            <p:cNvSpPr/>
            <p:nvPr/>
          </p:nvSpPr>
          <p:spPr>
            <a:xfrm>
              <a:off x="373332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h6542"/>
            <p:cNvSpPr/>
            <p:nvPr/>
          </p:nvSpPr>
          <p:spPr>
            <a:xfrm>
              <a:off x="374276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h6543"/>
            <p:cNvSpPr/>
            <p:nvPr/>
          </p:nvSpPr>
          <p:spPr>
            <a:xfrm>
              <a:off x="375220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h6544"/>
            <p:cNvSpPr/>
            <p:nvPr/>
          </p:nvSpPr>
          <p:spPr>
            <a:xfrm>
              <a:off x="376164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h6545"/>
            <p:cNvSpPr/>
            <p:nvPr/>
          </p:nvSpPr>
          <p:spPr>
            <a:xfrm>
              <a:off x="377108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h6546"/>
            <p:cNvSpPr/>
            <p:nvPr/>
          </p:nvSpPr>
          <p:spPr>
            <a:xfrm>
              <a:off x="378052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h6547"/>
            <p:cNvSpPr/>
            <p:nvPr/>
          </p:nvSpPr>
          <p:spPr>
            <a:xfrm>
              <a:off x="3789963" y="1342012"/>
              <a:ext cx="921849" cy="914399"/>
            </a:xfrm>
            <a:custGeom>
              <a:avLst/>
              <a:pathLst>
                <a:path w="92184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49" y="896830"/>
                  </a:lnTo>
                  <a:lnTo>
                    <a:pt x="920548" y="904221"/>
                  </a:lnTo>
                  <a:lnTo>
                    <a:pt x="918433" y="91439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h6548"/>
            <p:cNvSpPr/>
            <p:nvPr/>
          </p:nvSpPr>
          <p:spPr>
            <a:xfrm>
              <a:off x="2071840" y="1306872"/>
              <a:ext cx="914400" cy="931206"/>
            </a:xfrm>
            <a:custGeom>
              <a:avLst/>
              <a:pathLst>
                <a:path w="914400" h="931206">
                  <a:moveTo>
                    <a:pt x="914400" y="914400"/>
                  </a:moveTo>
                  <a:lnTo>
                    <a:pt x="914400" y="931206"/>
                  </a:lnTo>
                  <a:lnTo>
                    <a:pt x="912665" y="927568"/>
                  </a:lnTo>
                  <a:lnTo>
                    <a:pt x="908966" y="918939"/>
                  </a:lnTo>
                  <a:lnTo>
                    <a:pt x="907221" y="914400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h6549"/>
            <p:cNvSpPr/>
            <p:nvPr/>
          </p:nvSpPr>
          <p:spPr>
            <a:xfrm>
              <a:off x="207184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763" y="931969"/>
                  </a:lnTo>
                  <a:lnTo>
                    <a:pt x="914400" y="931206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h6550"/>
            <p:cNvSpPr/>
            <p:nvPr/>
          </p:nvSpPr>
          <p:spPr>
            <a:xfrm>
              <a:off x="208128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h6551"/>
            <p:cNvSpPr/>
            <p:nvPr/>
          </p:nvSpPr>
          <p:spPr>
            <a:xfrm>
              <a:off x="209072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h6552"/>
            <p:cNvSpPr/>
            <p:nvPr/>
          </p:nvSpPr>
          <p:spPr>
            <a:xfrm>
              <a:off x="210016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h6553"/>
            <p:cNvSpPr/>
            <p:nvPr/>
          </p:nvSpPr>
          <p:spPr>
            <a:xfrm>
              <a:off x="210960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h6554"/>
            <p:cNvSpPr/>
            <p:nvPr/>
          </p:nvSpPr>
          <p:spPr>
            <a:xfrm>
              <a:off x="211904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h6555"/>
            <p:cNvSpPr/>
            <p:nvPr/>
          </p:nvSpPr>
          <p:spPr>
            <a:xfrm>
              <a:off x="212848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h6556"/>
            <p:cNvSpPr/>
            <p:nvPr/>
          </p:nvSpPr>
          <p:spPr>
            <a:xfrm>
              <a:off x="213792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h6557"/>
            <p:cNvSpPr/>
            <p:nvPr/>
          </p:nvSpPr>
          <p:spPr>
            <a:xfrm>
              <a:off x="214736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h6558"/>
            <p:cNvSpPr/>
            <p:nvPr/>
          </p:nvSpPr>
          <p:spPr>
            <a:xfrm>
              <a:off x="215680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h6559"/>
            <p:cNvSpPr/>
            <p:nvPr/>
          </p:nvSpPr>
          <p:spPr>
            <a:xfrm>
              <a:off x="216624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h6560"/>
            <p:cNvSpPr/>
            <p:nvPr/>
          </p:nvSpPr>
          <p:spPr>
            <a:xfrm>
              <a:off x="217568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h6561"/>
            <p:cNvSpPr/>
            <p:nvPr/>
          </p:nvSpPr>
          <p:spPr>
            <a:xfrm>
              <a:off x="218512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h6562"/>
            <p:cNvSpPr/>
            <p:nvPr/>
          </p:nvSpPr>
          <p:spPr>
            <a:xfrm>
              <a:off x="219456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h6563"/>
            <p:cNvSpPr/>
            <p:nvPr/>
          </p:nvSpPr>
          <p:spPr>
            <a:xfrm>
              <a:off x="220400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h6564"/>
            <p:cNvSpPr/>
            <p:nvPr/>
          </p:nvSpPr>
          <p:spPr>
            <a:xfrm>
              <a:off x="221344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h6565"/>
            <p:cNvSpPr/>
            <p:nvPr/>
          </p:nvSpPr>
          <p:spPr>
            <a:xfrm>
              <a:off x="222288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h6566"/>
            <p:cNvSpPr/>
            <p:nvPr/>
          </p:nvSpPr>
          <p:spPr>
            <a:xfrm>
              <a:off x="223232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h6567"/>
            <p:cNvSpPr/>
            <p:nvPr/>
          </p:nvSpPr>
          <p:spPr>
            <a:xfrm>
              <a:off x="224176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h6568"/>
            <p:cNvSpPr/>
            <p:nvPr/>
          </p:nvSpPr>
          <p:spPr>
            <a:xfrm>
              <a:off x="225120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h6569"/>
            <p:cNvSpPr/>
            <p:nvPr/>
          </p:nvSpPr>
          <p:spPr>
            <a:xfrm>
              <a:off x="226064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h6570"/>
            <p:cNvSpPr/>
            <p:nvPr/>
          </p:nvSpPr>
          <p:spPr>
            <a:xfrm>
              <a:off x="227008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h6571"/>
            <p:cNvSpPr/>
            <p:nvPr/>
          </p:nvSpPr>
          <p:spPr>
            <a:xfrm>
              <a:off x="227952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h6572"/>
            <p:cNvSpPr/>
            <p:nvPr/>
          </p:nvSpPr>
          <p:spPr>
            <a:xfrm>
              <a:off x="228896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h6573"/>
            <p:cNvSpPr/>
            <p:nvPr/>
          </p:nvSpPr>
          <p:spPr>
            <a:xfrm>
              <a:off x="229840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h6574"/>
            <p:cNvSpPr/>
            <p:nvPr/>
          </p:nvSpPr>
          <p:spPr>
            <a:xfrm>
              <a:off x="230784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h6575"/>
            <p:cNvSpPr/>
            <p:nvPr/>
          </p:nvSpPr>
          <p:spPr>
            <a:xfrm>
              <a:off x="231728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h6576"/>
            <p:cNvSpPr/>
            <p:nvPr/>
          </p:nvSpPr>
          <p:spPr>
            <a:xfrm>
              <a:off x="232672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h6577"/>
            <p:cNvSpPr/>
            <p:nvPr/>
          </p:nvSpPr>
          <p:spPr>
            <a:xfrm>
              <a:off x="233616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h6578"/>
            <p:cNvSpPr/>
            <p:nvPr/>
          </p:nvSpPr>
          <p:spPr>
            <a:xfrm>
              <a:off x="234560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h6579"/>
            <p:cNvSpPr/>
            <p:nvPr/>
          </p:nvSpPr>
          <p:spPr>
            <a:xfrm>
              <a:off x="235504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h6580"/>
            <p:cNvSpPr/>
            <p:nvPr/>
          </p:nvSpPr>
          <p:spPr>
            <a:xfrm>
              <a:off x="236448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h6581"/>
            <p:cNvSpPr/>
            <p:nvPr/>
          </p:nvSpPr>
          <p:spPr>
            <a:xfrm>
              <a:off x="237392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h6582"/>
            <p:cNvSpPr/>
            <p:nvPr/>
          </p:nvSpPr>
          <p:spPr>
            <a:xfrm>
              <a:off x="2383368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h6583"/>
            <p:cNvSpPr/>
            <p:nvPr/>
          </p:nvSpPr>
          <p:spPr>
            <a:xfrm>
              <a:off x="239280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h6584"/>
            <p:cNvSpPr/>
            <p:nvPr/>
          </p:nvSpPr>
          <p:spPr>
            <a:xfrm>
              <a:off x="2402248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h6585"/>
            <p:cNvSpPr/>
            <p:nvPr/>
          </p:nvSpPr>
          <p:spPr>
            <a:xfrm>
              <a:off x="241168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h6586"/>
            <p:cNvSpPr/>
            <p:nvPr/>
          </p:nvSpPr>
          <p:spPr>
            <a:xfrm>
              <a:off x="2421129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h6587"/>
            <p:cNvSpPr/>
            <p:nvPr/>
          </p:nvSpPr>
          <p:spPr>
            <a:xfrm>
              <a:off x="2430569" y="1324442"/>
              <a:ext cx="920191" cy="914399"/>
            </a:xfrm>
            <a:custGeom>
              <a:avLst/>
              <a:pathLst>
                <a:path w="920191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8530" y="896830"/>
                  </a:lnTo>
                  <a:lnTo>
                    <a:pt x="919642" y="907288"/>
                  </a:lnTo>
                  <a:lnTo>
                    <a:pt x="920191" y="91439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h6588"/>
            <p:cNvSpPr/>
            <p:nvPr/>
          </p:nvSpPr>
          <p:spPr>
            <a:xfrm>
              <a:off x="3176348" y="1324442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4022" y="914399"/>
                  </a:lnTo>
                  <a:lnTo>
                    <a:pt x="914400" y="913973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h6589"/>
            <p:cNvSpPr/>
            <p:nvPr/>
          </p:nvSpPr>
          <p:spPr>
            <a:xfrm>
              <a:off x="3185788" y="1324442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4959" y="914399"/>
                  </a:lnTo>
                  <a:lnTo>
                    <a:pt x="904959" y="913973"/>
                  </a:lnTo>
                  <a:lnTo>
                    <a:pt x="908046" y="910489"/>
                  </a:lnTo>
                  <a:lnTo>
                    <a:pt x="913221" y="905308"/>
                  </a:lnTo>
                  <a:lnTo>
                    <a:pt x="914399" y="904271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h6590"/>
            <p:cNvSpPr/>
            <p:nvPr/>
          </p:nvSpPr>
          <p:spPr>
            <a:xfrm>
              <a:off x="3195228" y="130687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1841"/>
                  </a:lnTo>
                  <a:lnTo>
                    <a:pt x="909095" y="918203"/>
                  </a:lnTo>
                  <a:lnTo>
                    <a:pt x="914071" y="914400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h6591"/>
            <p:cNvSpPr/>
            <p:nvPr/>
          </p:nvSpPr>
          <p:spPr>
            <a:xfrm>
              <a:off x="319522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h6592"/>
            <p:cNvSpPr/>
            <p:nvPr/>
          </p:nvSpPr>
          <p:spPr>
            <a:xfrm>
              <a:off x="320466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h6593"/>
            <p:cNvSpPr/>
            <p:nvPr/>
          </p:nvSpPr>
          <p:spPr>
            <a:xfrm>
              <a:off x="321410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h6594"/>
            <p:cNvSpPr/>
            <p:nvPr/>
          </p:nvSpPr>
          <p:spPr>
            <a:xfrm>
              <a:off x="322354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h6595"/>
            <p:cNvSpPr/>
            <p:nvPr/>
          </p:nvSpPr>
          <p:spPr>
            <a:xfrm>
              <a:off x="323298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h6596"/>
            <p:cNvSpPr/>
            <p:nvPr/>
          </p:nvSpPr>
          <p:spPr>
            <a:xfrm>
              <a:off x="3242429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h6597"/>
            <p:cNvSpPr/>
            <p:nvPr/>
          </p:nvSpPr>
          <p:spPr>
            <a:xfrm>
              <a:off x="325187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h6598"/>
            <p:cNvSpPr/>
            <p:nvPr/>
          </p:nvSpPr>
          <p:spPr>
            <a:xfrm>
              <a:off x="326131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h6599"/>
            <p:cNvSpPr/>
            <p:nvPr/>
          </p:nvSpPr>
          <p:spPr>
            <a:xfrm>
              <a:off x="327075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h6600"/>
            <p:cNvSpPr/>
            <p:nvPr/>
          </p:nvSpPr>
          <p:spPr>
            <a:xfrm>
              <a:off x="328019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h6601"/>
            <p:cNvSpPr/>
            <p:nvPr/>
          </p:nvSpPr>
          <p:spPr>
            <a:xfrm>
              <a:off x="328963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h6602"/>
            <p:cNvSpPr/>
            <p:nvPr/>
          </p:nvSpPr>
          <p:spPr>
            <a:xfrm>
              <a:off x="329907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h6603"/>
            <p:cNvSpPr/>
            <p:nvPr/>
          </p:nvSpPr>
          <p:spPr>
            <a:xfrm>
              <a:off x="330851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h6604"/>
            <p:cNvSpPr/>
            <p:nvPr/>
          </p:nvSpPr>
          <p:spPr>
            <a:xfrm>
              <a:off x="331795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h6605"/>
            <p:cNvSpPr/>
            <p:nvPr/>
          </p:nvSpPr>
          <p:spPr>
            <a:xfrm>
              <a:off x="332739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h6606"/>
            <p:cNvSpPr/>
            <p:nvPr/>
          </p:nvSpPr>
          <p:spPr>
            <a:xfrm>
              <a:off x="333683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h6607"/>
            <p:cNvSpPr/>
            <p:nvPr/>
          </p:nvSpPr>
          <p:spPr>
            <a:xfrm>
              <a:off x="334627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h6608"/>
            <p:cNvSpPr/>
            <p:nvPr/>
          </p:nvSpPr>
          <p:spPr>
            <a:xfrm>
              <a:off x="335571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h6609"/>
            <p:cNvSpPr/>
            <p:nvPr/>
          </p:nvSpPr>
          <p:spPr>
            <a:xfrm>
              <a:off x="336515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h6610"/>
            <p:cNvSpPr/>
            <p:nvPr/>
          </p:nvSpPr>
          <p:spPr>
            <a:xfrm>
              <a:off x="337459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h6611"/>
            <p:cNvSpPr/>
            <p:nvPr/>
          </p:nvSpPr>
          <p:spPr>
            <a:xfrm>
              <a:off x="338403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h6612"/>
            <p:cNvSpPr/>
            <p:nvPr/>
          </p:nvSpPr>
          <p:spPr>
            <a:xfrm>
              <a:off x="339347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h6613"/>
            <p:cNvSpPr/>
            <p:nvPr/>
          </p:nvSpPr>
          <p:spPr>
            <a:xfrm>
              <a:off x="340291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h6614"/>
            <p:cNvSpPr/>
            <p:nvPr/>
          </p:nvSpPr>
          <p:spPr>
            <a:xfrm>
              <a:off x="341235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h6615"/>
            <p:cNvSpPr/>
            <p:nvPr/>
          </p:nvSpPr>
          <p:spPr>
            <a:xfrm>
              <a:off x="342179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h6616"/>
            <p:cNvSpPr/>
            <p:nvPr/>
          </p:nvSpPr>
          <p:spPr>
            <a:xfrm>
              <a:off x="343123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h6617"/>
            <p:cNvSpPr/>
            <p:nvPr/>
          </p:nvSpPr>
          <p:spPr>
            <a:xfrm>
              <a:off x="344067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h6618"/>
            <p:cNvSpPr/>
            <p:nvPr/>
          </p:nvSpPr>
          <p:spPr>
            <a:xfrm>
              <a:off x="345011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h6619"/>
            <p:cNvSpPr/>
            <p:nvPr/>
          </p:nvSpPr>
          <p:spPr>
            <a:xfrm>
              <a:off x="345955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h6620"/>
            <p:cNvSpPr/>
            <p:nvPr/>
          </p:nvSpPr>
          <p:spPr>
            <a:xfrm>
              <a:off x="346899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h6621"/>
            <p:cNvSpPr/>
            <p:nvPr/>
          </p:nvSpPr>
          <p:spPr>
            <a:xfrm>
              <a:off x="347843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h6622"/>
            <p:cNvSpPr/>
            <p:nvPr/>
          </p:nvSpPr>
          <p:spPr>
            <a:xfrm>
              <a:off x="348787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h6623"/>
            <p:cNvSpPr/>
            <p:nvPr/>
          </p:nvSpPr>
          <p:spPr>
            <a:xfrm>
              <a:off x="349731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h6624"/>
            <p:cNvSpPr/>
            <p:nvPr/>
          </p:nvSpPr>
          <p:spPr>
            <a:xfrm>
              <a:off x="350675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h6625"/>
            <p:cNvSpPr/>
            <p:nvPr/>
          </p:nvSpPr>
          <p:spPr>
            <a:xfrm>
              <a:off x="351619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h6626"/>
            <p:cNvSpPr/>
            <p:nvPr/>
          </p:nvSpPr>
          <p:spPr>
            <a:xfrm>
              <a:off x="352563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h6627"/>
            <p:cNvSpPr/>
            <p:nvPr/>
          </p:nvSpPr>
          <p:spPr>
            <a:xfrm>
              <a:off x="353507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h6628"/>
            <p:cNvSpPr/>
            <p:nvPr/>
          </p:nvSpPr>
          <p:spPr>
            <a:xfrm>
              <a:off x="354451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h6629"/>
            <p:cNvSpPr/>
            <p:nvPr/>
          </p:nvSpPr>
          <p:spPr>
            <a:xfrm>
              <a:off x="355395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h6630"/>
            <p:cNvSpPr/>
            <p:nvPr/>
          </p:nvSpPr>
          <p:spPr>
            <a:xfrm>
              <a:off x="356339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h6631"/>
            <p:cNvSpPr/>
            <p:nvPr/>
          </p:nvSpPr>
          <p:spPr>
            <a:xfrm>
              <a:off x="357283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h6632"/>
            <p:cNvSpPr/>
            <p:nvPr/>
          </p:nvSpPr>
          <p:spPr>
            <a:xfrm>
              <a:off x="358227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h6633"/>
            <p:cNvSpPr/>
            <p:nvPr/>
          </p:nvSpPr>
          <p:spPr>
            <a:xfrm>
              <a:off x="359171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h6634"/>
            <p:cNvSpPr/>
            <p:nvPr/>
          </p:nvSpPr>
          <p:spPr>
            <a:xfrm>
              <a:off x="360115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h6635"/>
            <p:cNvSpPr/>
            <p:nvPr/>
          </p:nvSpPr>
          <p:spPr>
            <a:xfrm>
              <a:off x="361059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h6636"/>
            <p:cNvSpPr/>
            <p:nvPr/>
          </p:nvSpPr>
          <p:spPr>
            <a:xfrm>
              <a:off x="362003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h6637"/>
            <p:cNvSpPr/>
            <p:nvPr/>
          </p:nvSpPr>
          <p:spPr>
            <a:xfrm>
              <a:off x="362947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h6638"/>
            <p:cNvSpPr/>
            <p:nvPr/>
          </p:nvSpPr>
          <p:spPr>
            <a:xfrm>
              <a:off x="363891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h6639"/>
            <p:cNvSpPr/>
            <p:nvPr/>
          </p:nvSpPr>
          <p:spPr>
            <a:xfrm>
              <a:off x="364836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h6640"/>
            <p:cNvSpPr/>
            <p:nvPr/>
          </p:nvSpPr>
          <p:spPr>
            <a:xfrm>
              <a:off x="365780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h6641"/>
            <p:cNvSpPr/>
            <p:nvPr/>
          </p:nvSpPr>
          <p:spPr>
            <a:xfrm>
              <a:off x="366724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h6642"/>
            <p:cNvSpPr/>
            <p:nvPr/>
          </p:nvSpPr>
          <p:spPr>
            <a:xfrm>
              <a:off x="367668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h6643"/>
            <p:cNvSpPr/>
            <p:nvPr/>
          </p:nvSpPr>
          <p:spPr>
            <a:xfrm>
              <a:off x="368612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h6644"/>
            <p:cNvSpPr/>
            <p:nvPr/>
          </p:nvSpPr>
          <p:spPr>
            <a:xfrm>
              <a:off x="369556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h6645"/>
            <p:cNvSpPr/>
            <p:nvPr/>
          </p:nvSpPr>
          <p:spPr>
            <a:xfrm>
              <a:off x="370500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h6646"/>
            <p:cNvSpPr/>
            <p:nvPr/>
          </p:nvSpPr>
          <p:spPr>
            <a:xfrm>
              <a:off x="371444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h6647"/>
            <p:cNvSpPr/>
            <p:nvPr/>
          </p:nvSpPr>
          <p:spPr>
            <a:xfrm>
              <a:off x="372388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h6648"/>
            <p:cNvSpPr/>
            <p:nvPr/>
          </p:nvSpPr>
          <p:spPr>
            <a:xfrm>
              <a:off x="373332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h6649"/>
            <p:cNvSpPr/>
            <p:nvPr/>
          </p:nvSpPr>
          <p:spPr>
            <a:xfrm>
              <a:off x="374276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h6650"/>
            <p:cNvSpPr/>
            <p:nvPr/>
          </p:nvSpPr>
          <p:spPr>
            <a:xfrm>
              <a:off x="375220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h6651"/>
            <p:cNvSpPr/>
            <p:nvPr/>
          </p:nvSpPr>
          <p:spPr>
            <a:xfrm>
              <a:off x="376164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h6652"/>
            <p:cNvSpPr/>
            <p:nvPr/>
          </p:nvSpPr>
          <p:spPr>
            <a:xfrm>
              <a:off x="377108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h6653"/>
            <p:cNvSpPr/>
            <p:nvPr/>
          </p:nvSpPr>
          <p:spPr>
            <a:xfrm>
              <a:off x="378052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h6654"/>
            <p:cNvSpPr/>
            <p:nvPr/>
          </p:nvSpPr>
          <p:spPr>
            <a:xfrm>
              <a:off x="3789963" y="1324442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360"/>
                  </a:lnTo>
                  <a:lnTo>
                    <a:pt x="922393" y="911310"/>
                  </a:lnTo>
                  <a:lnTo>
                    <a:pt x="921849" y="91439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h6655"/>
            <p:cNvSpPr/>
            <p:nvPr/>
          </p:nvSpPr>
          <p:spPr>
            <a:xfrm>
              <a:off x="3799404" y="1306872"/>
              <a:ext cx="914944" cy="918930"/>
            </a:xfrm>
            <a:custGeom>
              <a:avLst/>
              <a:pathLst>
                <a:path w="914944" h="918930">
                  <a:moveTo>
                    <a:pt x="914400" y="914400"/>
                  </a:moveTo>
                  <a:lnTo>
                    <a:pt x="914944" y="914400"/>
                  </a:lnTo>
                  <a:lnTo>
                    <a:pt x="914501" y="918234"/>
                  </a:lnTo>
                  <a:lnTo>
                    <a:pt x="914400" y="918930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h6656"/>
            <p:cNvSpPr/>
            <p:nvPr/>
          </p:nvSpPr>
          <p:spPr>
            <a:xfrm>
              <a:off x="2062399" y="1289302"/>
              <a:ext cx="914400" cy="925912"/>
            </a:xfrm>
            <a:custGeom>
              <a:avLst/>
              <a:pathLst>
                <a:path w="914400" h="925912">
                  <a:moveTo>
                    <a:pt x="914400" y="914400"/>
                  </a:moveTo>
                  <a:lnTo>
                    <a:pt x="914400" y="925912"/>
                  </a:lnTo>
                  <a:lnTo>
                    <a:pt x="911762" y="918230"/>
                  </a:lnTo>
                  <a:lnTo>
                    <a:pt x="910594" y="914400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h6657"/>
            <p:cNvSpPr/>
            <p:nvPr/>
          </p:nvSpPr>
          <p:spPr>
            <a:xfrm>
              <a:off x="206239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662" y="931969"/>
                  </a:lnTo>
                  <a:lnTo>
                    <a:pt x="914956" y="927531"/>
                  </a:lnTo>
                  <a:lnTo>
                    <a:pt x="914400" y="925912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h6658"/>
            <p:cNvSpPr/>
            <p:nvPr/>
          </p:nvSpPr>
          <p:spPr>
            <a:xfrm>
              <a:off x="207184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h6659"/>
            <p:cNvSpPr/>
            <p:nvPr/>
          </p:nvSpPr>
          <p:spPr>
            <a:xfrm>
              <a:off x="208128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h6660"/>
            <p:cNvSpPr/>
            <p:nvPr/>
          </p:nvSpPr>
          <p:spPr>
            <a:xfrm>
              <a:off x="209072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h6661"/>
            <p:cNvSpPr/>
            <p:nvPr/>
          </p:nvSpPr>
          <p:spPr>
            <a:xfrm>
              <a:off x="210016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h6662"/>
            <p:cNvSpPr/>
            <p:nvPr/>
          </p:nvSpPr>
          <p:spPr>
            <a:xfrm>
              <a:off x="210960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h6663"/>
            <p:cNvSpPr/>
            <p:nvPr/>
          </p:nvSpPr>
          <p:spPr>
            <a:xfrm>
              <a:off x="211904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h6664"/>
            <p:cNvSpPr/>
            <p:nvPr/>
          </p:nvSpPr>
          <p:spPr>
            <a:xfrm>
              <a:off x="212848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h6665"/>
            <p:cNvSpPr/>
            <p:nvPr/>
          </p:nvSpPr>
          <p:spPr>
            <a:xfrm>
              <a:off x="213792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h6666"/>
            <p:cNvSpPr/>
            <p:nvPr/>
          </p:nvSpPr>
          <p:spPr>
            <a:xfrm>
              <a:off x="214736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h6667"/>
            <p:cNvSpPr/>
            <p:nvPr/>
          </p:nvSpPr>
          <p:spPr>
            <a:xfrm>
              <a:off x="215680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h6668"/>
            <p:cNvSpPr/>
            <p:nvPr/>
          </p:nvSpPr>
          <p:spPr>
            <a:xfrm>
              <a:off x="216624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h6669"/>
            <p:cNvSpPr/>
            <p:nvPr/>
          </p:nvSpPr>
          <p:spPr>
            <a:xfrm>
              <a:off x="217568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h6670"/>
            <p:cNvSpPr/>
            <p:nvPr/>
          </p:nvSpPr>
          <p:spPr>
            <a:xfrm>
              <a:off x="218512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h6671"/>
            <p:cNvSpPr/>
            <p:nvPr/>
          </p:nvSpPr>
          <p:spPr>
            <a:xfrm>
              <a:off x="219456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h6672"/>
            <p:cNvSpPr/>
            <p:nvPr/>
          </p:nvSpPr>
          <p:spPr>
            <a:xfrm>
              <a:off x="220400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h6673"/>
            <p:cNvSpPr/>
            <p:nvPr/>
          </p:nvSpPr>
          <p:spPr>
            <a:xfrm>
              <a:off x="221344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h6674"/>
            <p:cNvSpPr/>
            <p:nvPr/>
          </p:nvSpPr>
          <p:spPr>
            <a:xfrm>
              <a:off x="222288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h6675"/>
            <p:cNvSpPr/>
            <p:nvPr/>
          </p:nvSpPr>
          <p:spPr>
            <a:xfrm>
              <a:off x="223232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h6676"/>
            <p:cNvSpPr/>
            <p:nvPr/>
          </p:nvSpPr>
          <p:spPr>
            <a:xfrm>
              <a:off x="224176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h6677"/>
            <p:cNvSpPr/>
            <p:nvPr/>
          </p:nvSpPr>
          <p:spPr>
            <a:xfrm>
              <a:off x="225120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h6678"/>
            <p:cNvSpPr/>
            <p:nvPr/>
          </p:nvSpPr>
          <p:spPr>
            <a:xfrm>
              <a:off x="226064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h6679"/>
            <p:cNvSpPr/>
            <p:nvPr/>
          </p:nvSpPr>
          <p:spPr>
            <a:xfrm>
              <a:off x="227008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h6680"/>
            <p:cNvSpPr/>
            <p:nvPr/>
          </p:nvSpPr>
          <p:spPr>
            <a:xfrm>
              <a:off x="227952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h6681"/>
            <p:cNvSpPr/>
            <p:nvPr/>
          </p:nvSpPr>
          <p:spPr>
            <a:xfrm>
              <a:off x="228896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h6682"/>
            <p:cNvSpPr/>
            <p:nvPr/>
          </p:nvSpPr>
          <p:spPr>
            <a:xfrm>
              <a:off x="229840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h6683"/>
            <p:cNvSpPr/>
            <p:nvPr/>
          </p:nvSpPr>
          <p:spPr>
            <a:xfrm>
              <a:off x="230784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h6684"/>
            <p:cNvSpPr/>
            <p:nvPr/>
          </p:nvSpPr>
          <p:spPr>
            <a:xfrm>
              <a:off x="231728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h6685"/>
            <p:cNvSpPr/>
            <p:nvPr/>
          </p:nvSpPr>
          <p:spPr>
            <a:xfrm>
              <a:off x="232672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h6686"/>
            <p:cNvSpPr/>
            <p:nvPr/>
          </p:nvSpPr>
          <p:spPr>
            <a:xfrm>
              <a:off x="233616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h6687"/>
            <p:cNvSpPr/>
            <p:nvPr/>
          </p:nvSpPr>
          <p:spPr>
            <a:xfrm>
              <a:off x="234560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h6688"/>
            <p:cNvSpPr/>
            <p:nvPr/>
          </p:nvSpPr>
          <p:spPr>
            <a:xfrm>
              <a:off x="235504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h6689"/>
            <p:cNvSpPr/>
            <p:nvPr/>
          </p:nvSpPr>
          <p:spPr>
            <a:xfrm>
              <a:off x="236448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h6690"/>
            <p:cNvSpPr/>
            <p:nvPr/>
          </p:nvSpPr>
          <p:spPr>
            <a:xfrm>
              <a:off x="237392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h6691"/>
            <p:cNvSpPr/>
            <p:nvPr/>
          </p:nvSpPr>
          <p:spPr>
            <a:xfrm>
              <a:off x="2383368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h6692"/>
            <p:cNvSpPr/>
            <p:nvPr/>
          </p:nvSpPr>
          <p:spPr>
            <a:xfrm>
              <a:off x="239280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h6693"/>
            <p:cNvSpPr/>
            <p:nvPr/>
          </p:nvSpPr>
          <p:spPr>
            <a:xfrm>
              <a:off x="2402248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h6694"/>
            <p:cNvSpPr/>
            <p:nvPr/>
          </p:nvSpPr>
          <p:spPr>
            <a:xfrm>
              <a:off x="241168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h6695"/>
            <p:cNvSpPr/>
            <p:nvPr/>
          </p:nvSpPr>
          <p:spPr>
            <a:xfrm>
              <a:off x="2421129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h6696"/>
            <p:cNvSpPr/>
            <p:nvPr/>
          </p:nvSpPr>
          <p:spPr>
            <a:xfrm>
              <a:off x="2430569" y="1306872"/>
              <a:ext cx="918530" cy="914400"/>
            </a:xfrm>
            <a:custGeom>
              <a:avLst/>
              <a:pathLst>
                <a:path w="9185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958" y="896830"/>
                  </a:lnTo>
                  <a:lnTo>
                    <a:pt x="917014" y="903166"/>
                  </a:lnTo>
                  <a:lnTo>
                    <a:pt x="918482" y="913947"/>
                  </a:lnTo>
                  <a:lnTo>
                    <a:pt x="918530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h6697"/>
            <p:cNvSpPr/>
            <p:nvPr/>
          </p:nvSpPr>
          <p:spPr>
            <a:xfrm>
              <a:off x="3195228" y="13068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071" y="914400"/>
                  </a:lnTo>
                  <a:lnTo>
                    <a:pt x="914400" y="91414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h6698"/>
            <p:cNvSpPr/>
            <p:nvPr/>
          </p:nvSpPr>
          <p:spPr>
            <a:xfrm>
              <a:off x="3204668" y="13068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4149"/>
                  </a:lnTo>
                  <a:lnTo>
                    <a:pt x="905091" y="914048"/>
                  </a:lnTo>
                  <a:lnTo>
                    <a:pt x="910636" y="910423"/>
                  </a:lnTo>
                  <a:lnTo>
                    <a:pt x="914400" y="908364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h6699"/>
            <p:cNvSpPr/>
            <p:nvPr/>
          </p:nvSpPr>
          <p:spPr>
            <a:xfrm>
              <a:off x="3214109" y="13068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364"/>
                  </a:lnTo>
                  <a:lnTo>
                    <a:pt x="906834" y="907339"/>
                  </a:lnTo>
                  <a:lnTo>
                    <a:pt x="907133" y="907190"/>
                  </a:lnTo>
                  <a:lnTo>
                    <a:pt x="907434" y="907041"/>
                  </a:lnTo>
                  <a:lnTo>
                    <a:pt x="907736" y="906892"/>
                  </a:lnTo>
                  <a:lnTo>
                    <a:pt x="908037" y="906743"/>
                  </a:lnTo>
                  <a:lnTo>
                    <a:pt x="908338" y="906594"/>
                  </a:lnTo>
                  <a:lnTo>
                    <a:pt x="908640" y="906445"/>
                  </a:lnTo>
                  <a:lnTo>
                    <a:pt x="908941" y="906296"/>
                  </a:lnTo>
                  <a:lnTo>
                    <a:pt x="909242" y="906146"/>
                  </a:lnTo>
                  <a:lnTo>
                    <a:pt x="909544" y="905997"/>
                  </a:lnTo>
                  <a:lnTo>
                    <a:pt x="909845" y="905848"/>
                  </a:lnTo>
                  <a:lnTo>
                    <a:pt x="910147" y="905699"/>
                  </a:lnTo>
                  <a:lnTo>
                    <a:pt x="910448" y="905550"/>
                  </a:lnTo>
                  <a:lnTo>
                    <a:pt x="910749" y="905401"/>
                  </a:lnTo>
                  <a:lnTo>
                    <a:pt x="911051" y="905252"/>
                  </a:lnTo>
                  <a:lnTo>
                    <a:pt x="911352" y="905103"/>
                  </a:lnTo>
                  <a:lnTo>
                    <a:pt x="911654" y="904954"/>
                  </a:lnTo>
                  <a:lnTo>
                    <a:pt x="911955" y="904805"/>
                  </a:lnTo>
                  <a:lnTo>
                    <a:pt x="912256" y="904656"/>
                  </a:lnTo>
                  <a:lnTo>
                    <a:pt x="912558" y="904507"/>
                  </a:lnTo>
                  <a:lnTo>
                    <a:pt x="912859" y="904358"/>
                  </a:lnTo>
                  <a:lnTo>
                    <a:pt x="913161" y="904209"/>
                  </a:lnTo>
                  <a:lnTo>
                    <a:pt x="913462" y="904060"/>
                  </a:lnTo>
                  <a:lnTo>
                    <a:pt x="913764" y="903911"/>
                  </a:lnTo>
                  <a:lnTo>
                    <a:pt x="914065" y="903762"/>
                  </a:lnTo>
                  <a:lnTo>
                    <a:pt x="914400" y="903597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h6700"/>
            <p:cNvSpPr/>
            <p:nvPr/>
          </p:nvSpPr>
          <p:spPr>
            <a:xfrm>
              <a:off x="3223549" y="13068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597"/>
                  </a:lnTo>
                  <a:lnTo>
                    <a:pt x="905228" y="903464"/>
                  </a:lnTo>
                  <a:lnTo>
                    <a:pt x="905529" y="903315"/>
                  </a:lnTo>
                  <a:lnTo>
                    <a:pt x="905831" y="903166"/>
                  </a:lnTo>
                  <a:lnTo>
                    <a:pt x="906132" y="903017"/>
                  </a:lnTo>
                  <a:lnTo>
                    <a:pt x="906434" y="902868"/>
                  </a:lnTo>
                  <a:lnTo>
                    <a:pt x="906735" y="902719"/>
                  </a:lnTo>
                  <a:lnTo>
                    <a:pt x="907037" y="902570"/>
                  </a:lnTo>
                  <a:lnTo>
                    <a:pt x="907338" y="902421"/>
                  </a:lnTo>
                  <a:lnTo>
                    <a:pt x="907640" y="902272"/>
                  </a:lnTo>
                  <a:lnTo>
                    <a:pt x="907942" y="902123"/>
                  </a:lnTo>
                  <a:lnTo>
                    <a:pt x="908243" y="901974"/>
                  </a:lnTo>
                  <a:lnTo>
                    <a:pt x="908545" y="901826"/>
                  </a:lnTo>
                  <a:lnTo>
                    <a:pt x="908846" y="901677"/>
                  </a:lnTo>
                  <a:lnTo>
                    <a:pt x="909148" y="901528"/>
                  </a:lnTo>
                  <a:lnTo>
                    <a:pt x="909449" y="901379"/>
                  </a:lnTo>
                  <a:lnTo>
                    <a:pt x="909751" y="901230"/>
                  </a:lnTo>
                  <a:lnTo>
                    <a:pt x="910053" y="901081"/>
                  </a:lnTo>
                  <a:lnTo>
                    <a:pt x="910354" y="900932"/>
                  </a:lnTo>
                  <a:lnTo>
                    <a:pt x="910656" y="900783"/>
                  </a:lnTo>
                  <a:lnTo>
                    <a:pt x="910957" y="900635"/>
                  </a:lnTo>
                  <a:lnTo>
                    <a:pt x="911259" y="900486"/>
                  </a:lnTo>
                  <a:lnTo>
                    <a:pt x="911561" y="900337"/>
                  </a:lnTo>
                  <a:lnTo>
                    <a:pt x="911862" y="900188"/>
                  </a:lnTo>
                  <a:lnTo>
                    <a:pt x="912164" y="900039"/>
                  </a:lnTo>
                  <a:lnTo>
                    <a:pt x="912466" y="899890"/>
                  </a:lnTo>
                  <a:lnTo>
                    <a:pt x="912767" y="899742"/>
                  </a:lnTo>
                  <a:lnTo>
                    <a:pt x="913069" y="899593"/>
                  </a:lnTo>
                  <a:lnTo>
                    <a:pt x="913371" y="899444"/>
                  </a:lnTo>
                  <a:lnTo>
                    <a:pt x="913672" y="899295"/>
                  </a:lnTo>
                  <a:lnTo>
                    <a:pt x="913974" y="899146"/>
                  </a:lnTo>
                  <a:lnTo>
                    <a:pt x="914400" y="898937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h6701"/>
            <p:cNvSpPr/>
            <p:nvPr/>
          </p:nvSpPr>
          <p:spPr>
            <a:xfrm>
              <a:off x="3232989" y="128930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06"/>
                  </a:lnTo>
                  <a:lnTo>
                    <a:pt x="905137" y="916419"/>
                  </a:lnTo>
                  <a:lnTo>
                    <a:pt x="905439" y="916270"/>
                  </a:lnTo>
                  <a:lnTo>
                    <a:pt x="905741" y="916121"/>
                  </a:lnTo>
                  <a:lnTo>
                    <a:pt x="906042" y="915972"/>
                  </a:lnTo>
                  <a:lnTo>
                    <a:pt x="906344" y="915824"/>
                  </a:lnTo>
                  <a:lnTo>
                    <a:pt x="906646" y="915675"/>
                  </a:lnTo>
                  <a:lnTo>
                    <a:pt x="906948" y="915526"/>
                  </a:lnTo>
                  <a:lnTo>
                    <a:pt x="907249" y="915378"/>
                  </a:lnTo>
                  <a:lnTo>
                    <a:pt x="909452" y="914400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h6702"/>
            <p:cNvSpPr/>
            <p:nvPr/>
          </p:nvSpPr>
          <p:spPr>
            <a:xfrm>
              <a:off x="323298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h6703"/>
            <p:cNvSpPr/>
            <p:nvPr/>
          </p:nvSpPr>
          <p:spPr>
            <a:xfrm>
              <a:off x="3242429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h6704"/>
            <p:cNvSpPr/>
            <p:nvPr/>
          </p:nvSpPr>
          <p:spPr>
            <a:xfrm>
              <a:off x="325187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h6705"/>
            <p:cNvSpPr/>
            <p:nvPr/>
          </p:nvSpPr>
          <p:spPr>
            <a:xfrm>
              <a:off x="326131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h6706"/>
            <p:cNvSpPr/>
            <p:nvPr/>
          </p:nvSpPr>
          <p:spPr>
            <a:xfrm>
              <a:off x="327075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h6707"/>
            <p:cNvSpPr/>
            <p:nvPr/>
          </p:nvSpPr>
          <p:spPr>
            <a:xfrm>
              <a:off x="328019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h6708"/>
            <p:cNvSpPr/>
            <p:nvPr/>
          </p:nvSpPr>
          <p:spPr>
            <a:xfrm>
              <a:off x="328963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h6709"/>
            <p:cNvSpPr/>
            <p:nvPr/>
          </p:nvSpPr>
          <p:spPr>
            <a:xfrm>
              <a:off x="329907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h6710"/>
            <p:cNvSpPr/>
            <p:nvPr/>
          </p:nvSpPr>
          <p:spPr>
            <a:xfrm>
              <a:off x="330851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h6711"/>
            <p:cNvSpPr/>
            <p:nvPr/>
          </p:nvSpPr>
          <p:spPr>
            <a:xfrm>
              <a:off x="331795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h6712"/>
            <p:cNvSpPr/>
            <p:nvPr/>
          </p:nvSpPr>
          <p:spPr>
            <a:xfrm>
              <a:off x="332739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h6713"/>
            <p:cNvSpPr/>
            <p:nvPr/>
          </p:nvSpPr>
          <p:spPr>
            <a:xfrm>
              <a:off x="333683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h6714"/>
            <p:cNvSpPr/>
            <p:nvPr/>
          </p:nvSpPr>
          <p:spPr>
            <a:xfrm>
              <a:off x="334627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h6715"/>
            <p:cNvSpPr/>
            <p:nvPr/>
          </p:nvSpPr>
          <p:spPr>
            <a:xfrm>
              <a:off x="335571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h6716"/>
            <p:cNvSpPr/>
            <p:nvPr/>
          </p:nvSpPr>
          <p:spPr>
            <a:xfrm>
              <a:off x="336515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h6717"/>
            <p:cNvSpPr/>
            <p:nvPr/>
          </p:nvSpPr>
          <p:spPr>
            <a:xfrm>
              <a:off x="337459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h6718"/>
            <p:cNvSpPr/>
            <p:nvPr/>
          </p:nvSpPr>
          <p:spPr>
            <a:xfrm>
              <a:off x="338403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h6719"/>
            <p:cNvSpPr/>
            <p:nvPr/>
          </p:nvSpPr>
          <p:spPr>
            <a:xfrm>
              <a:off x="339347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h6720"/>
            <p:cNvSpPr/>
            <p:nvPr/>
          </p:nvSpPr>
          <p:spPr>
            <a:xfrm>
              <a:off x="340291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h6721"/>
            <p:cNvSpPr/>
            <p:nvPr/>
          </p:nvSpPr>
          <p:spPr>
            <a:xfrm>
              <a:off x="341235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h6722"/>
            <p:cNvSpPr/>
            <p:nvPr/>
          </p:nvSpPr>
          <p:spPr>
            <a:xfrm>
              <a:off x="342179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h6723"/>
            <p:cNvSpPr/>
            <p:nvPr/>
          </p:nvSpPr>
          <p:spPr>
            <a:xfrm>
              <a:off x="343123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h6724"/>
            <p:cNvSpPr/>
            <p:nvPr/>
          </p:nvSpPr>
          <p:spPr>
            <a:xfrm>
              <a:off x="344067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h6725"/>
            <p:cNvSpPr/>
            <p:nvPr/>
          </p:nvSpPr>
          <p:spPr>
            <a:xfrm>
              <a:off x="345011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h6726"/>
            <p:cNvSpPr/>
            <p:nvPr/>
          </p:nvSpPr>
          <p:spPr>
            <a:xfrm>
              <a:off x="345955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h6727"/>
            <p:cNvSpPr/>
            <p:nvPr/>
          </p:nvSpPr>
          <p:spPr>
            <a:xfrm>
              <a:off x="346899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h6728"/>
            <p:cNvSpPr/>
            <p:nvPr/>
          </p:nvSpPr>
          <p:spPr>
            <a:xfrm>
              <a:off x="347843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h6729"/>
            <p:cNvSpPr/>
            <p:nvPr/>
          </p:nvSpPr>
          <p:spPr>
            <a:xfrm>
              <a:off x="348787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h6730"/>
            <p:cNvSpPr/>
            <p:nvPr/>
          </p:nvSpPr>
          <p:spPr>
            <a:xfrm>
              <a:off x="349731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h6731"/>
            <p:cNvSpPr/>
            <p:nvPr/>
          </p:nvSpPr>
          <p:spPr>
            <a:xfrm>
              <a:off x="350675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h6732"/>
            <p:cNvSpPr/>
            <p:nvPr/>
          </p:nvSpPr>
          <p:spPr>
            <a:xfrm>
              <a:off x="351619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h6733"/>
            <p:cNvSpPr/>
            <p:nvPr/>
          </p:nvSpPr>
          <p:spPr>
            <a:xfrm>
              <a:off x="352563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h6734"/>
            <p:cNvSpPr/>
            <p:nvPr/>
          </p:nvSpPr>
          <p:spPr>
            <a:xfrm>
              <a:off x="353507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h6735"/>
            <p:cNvSpPr/>
            <p:nvPr/>
          </p:nvSpPr>
          <p:spPr>
            <a:xfrm>
              <a:off x="354451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h6736"/>
            <p:cNvSpPr/>
            <p:nvPr/>
          </p:nvSpPr>
          <p:spPr>
            <a:xfrm>
              <a:off x="355395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h6737"/>
            <p:cNvSpPr/>
            <p:nvPr/>
          </p:nvSpPr>
          <p:spPr>
            <a:xfrm>
              <a:off x="356339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h6738"/>
            <p:cNvSpPr/>
            <p:nvPr/>
          </p:nvSpPr>
          <p:spPr>
            <a:xfrm>
              <a:off x="357283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h6739"/>
            <p:cNvSpPr/>
            <p:nvPr/>
          </p:nvSpPr>
          <p:spPr>
            <a:xfrm>
              <a:off x="358227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h6740"/>
            <p:cNvSpPr/>
            <p:nvPr/>
          </p:nvSpPr>
          <p:spPr>
            <a:xfrm>
              <a:off x="359171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h6741"/>
            <p:cNvSpPr/>
            <p:nvPr/>
          </p:nvSpPr>
          <p:spPr>
            <a:xfrm>
              <a:off x="360115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h6742"/>
            <p:cNvSpPr/>
            <p:nvPr/>
          </p:nvSpPr>
          <p:spPr>
            <a:xfrm>
              <a:off x="361059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h6743"/>
            <p:cNvSpPr/>
            <p:nvPr/>
          </p:nvSpPr>
          <p:spPr>
            <a:xfrm>
              <a:off x="362003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h6744"/>
            <p:cNvSpPr/>
            <p:nvPr/>
          </p:nvSpPr>
          <p:spPr>
            <a:xfrm>
              <a:off x="362947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h6745"/>
            <p:cNvSpPr/>
            <p:nvPr/>
          </p:nvSpPr>
          <p:spPr>
            <a:xfrm>
              <a:off x="363891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h6746"/>
            <p:cNvSpPr/>
            <p:nvPr/>
          </p:nvSpPr>
          <p:spPr>
            <a:xfrm>
              <a:off x="364836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h6747"/>
            <p:cNvSpPr/>
            <p:nvPr/>
          </p:nvSpPr>
          <p:spPr>
            <a:xfrm>
              <a:off x="365780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h6748"/>
            <p:cNvSpPr/>
            <p:nvPr/>
          </p:nvSpPr>
          <p:spPr>
            <a:xfrm>
              <a:off x="366724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h6749"/>
            <p:cNvSpPr/>
            <p:nvPr/>
          </p:nvSpPr>
          <p:spPr>
            <a:xfrm>
              <a:off x="367668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h6750"/>
            <p:cNvSpPr/>
            <p:nvPr/>
          </p:nvSpPr>
          <p:spPr>
            <a:xfrm>
              <a:off x="368612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h6751"/>
            <p:cNvSpPr/>
            <p:nvPr/>
          </p:nvSpPr>
          <p:spPr>
            <a:xfrm>
              <a:off x="369556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h6752"/>
            <p:cNvSpPr/>
            <p:nvPr/>
          </p:nvSpPr>
          <p:spPr>
            <a:xfrm>
              <a:off x="370500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h6753"/>
            <p:cNvSpPr/>
            <p:nvPr/>
          </p:nvSpPr>
          <p:spPr>
            <a:xfrm>
              <a:off x="371444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h6754"/>
            <p:cNvSpPr/>
            <p:nvPr/>
          </p:nvSpPr>
          <p:spPr>
            <a:xfrm>
              <a:off x="372388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h6755"/>
            <p:cNvSpPr/>
            <p:nvPr/>
          </p:nvSpPr>
          <p:spPr>
            <a:xfrm>
              <a:off x="373332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h6756"/>
            <p:cNvSpPr/>
            <p:nvPr/>
          </p:nvSpPr>
          <p:spPr>
            <a:xfrm>
              <a:off x="374276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h6757"/>
            <p:cNvSpPr/>
            <p:nvPr/>
          </p:nvSpPr>
          <p:spPr>
            <a:xfrm>
              <a:off x="375220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h6758"/>
            <p:cNvSpPr/>
            <p:nvPr/>
          </p:nvSpPr>
          <p:spPr>
            <a:xfrm>
              <a:off x="376164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h6759"/>
            <p:cNvSpPr/>
            <p:nvPr/>
          </p:nvSpPr>
          <p:spPr>
            <a:xfrm>
              <a:off x="377108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h6760"/>
            <p:cNvSpPr/>
            <p:nvPr/>
          </p:nvSpPr>
          <p:spPr>
            <a:xfrm>
              <a:off x="378052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h6761"/>
            <p:cNvSpPr/>
            <p:nvPr/>
          </p:nvSpPr>
          <p:spPr>
            <a:xfrm>
              <a:off x="378996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h6762"/>
            <p:cNvSpPr/>
            <p:nvPr/>
          </p:nvSpPr>
          <p:spPr>
            <a:xfrm>
              <a:off x="3799404" y="130687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809"/>
                  </a:lnTo>
                  <a:lnTo>
                    <a:pt x="922167" y="905486"/>
                  </a:lnTo>
                  <a:lnTo>
                    <a:pt x="916870" y="910155"/>
                  </a:lnTo>
                  <a:lnTo>
                    <a:pt x="915296" y="911361"/>
                  </a:lnTo>
                  <a:lnTo>
                    <a:pt x="914944" y="914400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h6763"/>
            <p:cNvSpPr/>
            <p:nvPr/>
          </p:nvSpPr>
          <p:spPr>
            <a:xfrm>
              <a:off x="3808844" y="1289302"/>
              <a:ext cx="920969" cy="921379"/>
            </a:xfrm>
            <a:custGeom>
              <a:avLst/>
              <a:pathLst>
                <a:path w="920969" h="921379">
                  <a:moveTo>
                    <a:pt x="914400" y="914400"/>
                  </a:moveTo>
                  <a:lnTo>
                    <a:pt x="920969" y="914400"/>
                  </a:lnTo>
                  <a:lnTo>
                    <a:pt x="917887" y="917883"/>
                  </a:lnTo>
                  <a:lnTo>
                    <a:pt x="914400" y="92137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h6764"/>
            <p:cNvSpPr/>
            <p:nvPr/>
          </p:nvSpPr>
          <p:spPr>
            <a:xfrm>
              <a:off x="2062399" y="127173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594" y="931969"/>
                  </a:lnTo>
                  <a:lnTo>
                    <a:pt x="908834" y="926200"/>
                  </a:lnTo>
                  <a:lnTo>
                    <a:pt x="906180" y="916329"/>
                  </a:lnTo>
                  <a:lnTo>
                    <a:pt x="905728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h6765"/>
            <p:cNvSpPr/>
            <p:nvPr/>
          </p:nvSpPr>
          <p:spPr>
            <a:xfrm>
              <a:off x="206239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h6766"/>
            <p:cNvSpPr/>
            <p:nvPr/>
          </p:nvSpPr>
          <p:spPr>
            <a:xfrm>
              <a:off x="207184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h6767"/>
            <p:cNvSpPr/>
            <p:nvPr/>
          </p:nvSpPr>
          <p:spPr>
            <a:xfrm>
              <a:off x="208128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h6768"/>
            <p:cNvSpPr/>
            <p:nvPr/>
          </p:nvSpPr>
          <p:spPr>
            <a:xfrm>
              <a:off x="209072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h6769"/>
            <p:cNvSpPr/>
            <p:nvPr/>
          </p:nvSpPr>
          <p:spPr>
            <a:xfrm>
              <a:off x="210016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h6770"/>
            <p:cNvSpPr/>
            <p:nvPr/>
          </p:nvSpPr>
          <p:spPr>
            <a:xfrm>
              <a:off x="210960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h6771"/>
            <p:cNvSpPr/>
            <p:nvPr/>
          </p:nvSpPr>
          <p:spPr>
            <a:xfrm>
              <a:off x="211904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h6772"/>
            <p:cNvSpPr/>
            <p:nvPr/>
          </p:nvSpPr>
          <p:spPr>
            <a:xfrm>
              <a:off x="212848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h6773"/>
            <p:cNvSpPr/>
            <p:nvPr/>
          </p:nvSpPr>
          <p:spPr>
            <a:xfrm>
              <a:off x="213792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h6774"/>
            <p:cNvSpPr/>
            <p:nvPr/>
          </p:nvSpPr>
          <p:spPr>
            <a:xfrm>
              <a:off x="214736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h6775"/>
            <p:cNvSpPr/>
            <p:nvPr/>
          </p:nvSpPr>
          <p:spPr>
            <a:xfrm>
              <a:off x="215680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h6776"/>
            <p:cNvSpPr/>
            <p:nvPr/>
          </p:nvSpPr>
          <p:spPr>
            <a:xfrm>
              <a:off x="216624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h6777"/>
            <p:cNvSpPr/>
            <p:nvPr/>
          </p:nvSpPr>
          <p:spPr>
            <a:xfrm>
              <a:off x="217568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h6778"/>
            <p:cNvSpPr/>
            <p:nvPr/>
          </p:nvSpPr>
          <p:spPr>
            <a:xfrm>
              <a:off x="218512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h6779"/>
            <p:cNvSpPr/>
            <p:nvPr/>
          </p:nvSpPr>
          <p:spPr>
            <a:xfrm>
              <a:off x="219456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h6780"/>
            <p:cNvSpPr/>
            <p:nvPr/>
          </p:nvSpPr>
          <p:spPr>
            <a:xfrm>
              <a:off x="220400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h6781"/>
            <p:cNvSpPr/>
            <p:nvPr/>
          </p:nvSpPr>
          <p:spPr>
            <a:xfrm>
              <a:off x="221344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h6782"/>
            <p:cNvSpPr/>
            <p:nvPr/>
          </p:nvSpPr>
          <p:spPr>
            <a:xfrm>
              <a:off x="222288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h6783"/>
            <p:cNvSpPr/>
            <p:nvPr/>
          </p:nvSpPr>
          <p:spPr>
            <a:xfrm>
              <a:off x="223232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h6784"/>
            <p:cNvSpPr/>
            <p:nvPr/>
          </p:nvSpPr>
          <p:spPr>
            <a:xfrm>
              <a:off x="224176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h6785"/>
            <p:cNvSpPr/>
            <p:nvPr/>
          </p:nvSpPr>
          <p:spPr>
            <a:xfrm>
              <a:off x="225120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h6786"/>
            <p:cNvSpPr/>
            <p:nvPr/>
          </p:nvSpPr>
          <p:spPr>
            <a:xfrm>
              <a:off x="226064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h6787"/>
            <p:cNvSpPr/>
            <p:nvPr/>
          </p:nvSpPr>
          <p:spPr>
            <a:xfrm>
              <a:off x="227008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h6788"/>
            <p:cNvSpPr/>
            <p:nvPr/>
          </p:nvSpPr>
          <p:spPr>
            <a:xfrm>
              <a:off x="227952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h6789"/>
            <p:cNvSpPr/>
            <p:nvPr/>
          </p:nvSpPr>
          <p:spPr>
            <a:xfrm>
              <a:off x="228896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h6790"/>
            <p:cNvSpPr/>
            <p:nvPr/>
          </p:nvSpPr>
          <p:spPr>
            <a:xfrm>
              <a:off x="229840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h6791"/>
            <p:cNvSpPr/>
            <p:nvPr/>
          </p:nvSpPr>
          <p:spPr>
            <a:xfrm>
              <a:off x="230784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h6792"/>
            <p:cNvSpPr/>
            <p:nvPr/>
          </p:nvSpPr>
          <p:spPr>
            <a:xfrm>
              <a:off x="231728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h6793"/>
            <p:cNvSpPr/>
            <p:nvPr/>
          </p:nvSpPr>
          <p:spPr>
            <a:xfrm>
              <a:off x="232672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h6794"/>
            <p:cNvSpPr/>
            <p:nvPr/>
          </p:nvSpPr>
          <p:spPr>
            <a:xfrm>
              <a:off x="233616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h6795"/>
            <p:cNvSpPr/>
            <p:nvPr/>
          </p:nvSpPr>
          <p:spPr>
            <a:xfrm>
              <a:off x="234560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h6796"/>
            <p:cNvSpPr/>
            <p:nvPr/>
          </p:nvSpPr>
          <p:spPr>
            <a:xfrm>
              <a:off x="235504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h6797"/>
            <p:cNvSpPr/>
            <p:nvPr/>
          </p:nvSpPr>
          <p:spPr>
            <a:xfrm>
              <a:off x="236448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h6798"/>
            <p:cNvSpPr/>
            <p:nvPr/>
          </p:nvSpPr>
          <p:spPr>
            <a:xfrm>
              <a:off x="237392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h6799"/>
            <p:cNvSpPr/>
            <p:nvPr/>
          </p:nvSpPr>
          <p:spPr>
            <a:xfrm>
              <a:off x="2383368" y="12717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h6800"/>
            <p:cNvSpPr/>
            <p:nvPr/>
          </p:nvSpPr>
          <p:spPr>
            <a:xfrm>
              <a:off x="239280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h6801"/>
            <p:cNvSpPr/>
            <p:nvPr/>
          </p:nvSpPr>
          <p:spPr>
            <a:xfrm>
              <a:off x="2402248" y="12717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h6802"/>
            <p:cNvSpPr/>
            <p:nvPr/>
          </p:nvSpPr>
          <p:spPr>
            <a:xfrm>
              <a:off x="241168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h6803"/>
            <p:cNvSpPr/>
            <p:nvPr/>
          </p:nvSpPr>
          <p:spPr>
            <a:xfrm>
              <a:off x="2430569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514" y="896830"/>
                  </a:lnTo>
                  <a:lnTo>
                    <a:pt x="913174" y="899681"/>
                  </a:lnTo>
                  <a:lnTo>
                    <a:pt x="914400" y="905861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h6804"/>
            <p:cNvSpPr/>
            <p:nvPr/>
          </p:nvSpPr>
          <p:spPr>
            <a:xfrm>
              <a:off x="2430569" y="1289302"/>
              <a:ext cx="915958" cy="914400"/>
            </a:xfrm>
            <a:custGeom>
              <a:avLst/>
              <a:pathLst>
                <a:path w="915958" h="914400">
                  <a:moveTo>
                    <a:pt x="914400" y="914400"/>
                  </a:moveTo>
                  <a:lnTo>
                    <a:pt x="914400" y="905861"/>
                  </a:lnTo>
                  <a:lnTo>
                    <a:pt x="915243" y="910114"/>
                  </a:lnTo>
                  <a:lnTo>
                    <a:pt x="915958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h6805"/>
            <p:cNvSpPr/>
            <p:nvPr/>
          </p:nvSpPr>
          <p:spPr>
            <a:xfrm>
              <a:off x="3232989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452" y="914400"/>
                  </a:lnTo>
                  <a:lnTo>
                    <a:pt x="912686" y="912964"/>
                  </a:lnTo>
                  <a:lnTo>
                    <a:pt x="914400" y="912367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h6806"/>
            <p:cNvSpPr/>
            <p:nvPr/>
          </p:nvSpPr>
          <p:spPr>
            <a:xfrm>
              <a:off x="3242429" y="128930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2367"/>
                  </a:lnTo>
                  <a:lnTo>
                    <a:pt x="908740" y="911052"/>
                  </a:lnTo>
                  <a:lnTo>
                    <a:pt x="914399" y="909627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h6807"/>
            <p:cNvSpPr/>
            <p:nvPr/>
          </p:nvSpPr>
          <p:spPr>
            <a:xfrm>
              <a:off x="3251870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627"/>
                  </a:lnTo>
                  <a:lnTo>
                    <a:pt x="910406" y="908752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h6808"/>
            <p:cNvSpPr/>
            <p:nvPr/>
          </p:nvSpPr>
          <p:spPr>
            <a:xfrm>
              <a:off x="3261310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478"/>
                  </a:lnTo>
                  <a:lnTo>
                    <a:pt x="906551" y="908369"/>
                  </a:lnTo>
                  <a:lnTo>
                    <a:pt x="912140" y="908499"/>
                  </a:lnTo>
                  <a:lnTo>
                    <a:pt x="912618" y="908532"/>
                  </a:lnTo>
                  <a:lnTo>
                    <a:pt x="913097" y="908566"/>
                  </a:lnTo>
                  <a:lnTo>
                    <a:pt x="913577" y="908599"/>
                  </a:lnTo>
                  <a:lnTo>
                    <a:pt x="914057" y="908632"/>
                  </a:lnTo>
                  <a:lnTo>
                    <a:pt x="914400" y="908656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h6809"/>
            <p:cNvSpPr/>
            <p:nvPr/>
          </p:nvSpPr>
          <p:spPr>
            <a:xfrm>
              <a:off x="3270750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56"/>
                  </a:lnTo>
                  <a:lnTo>
                    <a:pt x="905096" y="908665"/>
                  </a:lnTo>
                  <a:lnTo>
                    <a:pt x="905576" y="908699"/>
                  </a:lnTo>
                  <a:lnTo>
                    <a:pt x="906055" y="908732"/>
                  </a:lnTo>
                  <a:lnTo>
                    <a:pt x="906535" y="908765"/>
                  </a:lnTo>
                  <a:lnTo>
                    <a:pt x="907014" y="908799"/>
                  </a:lnTo>
                  <a:lnTo>
                    <a:pt x="907494" y="908832"/>
                  </a:lnTo>
                  <a:lnTo>
                    <a:pt x="907974" y="908866"/>
                  </a:lnTo>
                  <a:lnTo>
                    <a:pt x="908453" y="908899"/>
                  </a:lnTo>
                  <a:lnTo>
                    <a:pt x="908933" y="908932"/>
                  </a:lnTo>
                  <a:lnTo>
                    <a:pt x="909412" y="908966"/>
                  </a:lnTo>
                  <a:lnTo>
                    <a:pt x="909892" y="908999"/>
                  </a:lnTo>
                  <a:lnTo>
                    <a:pt x="910372" y="909033"/>
                  </a:lnTo>
                  <a:lnTo>
                    <a:pt x="910851" y="909066"/>
                  </a:lnTo>
                  <a:lnTo>
                    <a:pt x="911331" y="909100"/>
                  </a:lnTo>
                  <a:lnTo>
                    <a:pt x="911810" y="909133"/>
                  </a:lnTo>
                  <a:lnTo>
                    <a:pt x="912290" y="909167"/>
                  </a:lnTo>
                  <a:lnTo>
                    <a:pt x="912770" y="909201"/>
                  </a:lnTo>
                  <a:lnTo>
                    <a:pt x="913249" y="909234"/>
                  </a:lnTo>
                  <a:lnTo>
                    <a:pt x="913729" y="909268"/>
                  </a:lnTo>
                  <a:lnTo>
                    <a:pt x="914208" y="909301"/>
                  </a:lnTo>
                  <a:lnTo>
                    <a:pt x="914400" y="909315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h6810"/>
            <p:cNvSpPr/>
            <p:nvPr/>
          </p:nvSpPr>
          <p:spPr>
            <a:xfrm>
              <a:off x="3280190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315"/>
                  </a:lnTo>
                  <a:lnTo>
                    <a:pt x="905248" y="909335"/>
                  </a:lnTo>
                  <a:lnTo>
                    <a:pt x="905727" y="909369"/>
                  </a:lnTo>
                  <a:lnTo>
                    <a:pt x="906207" y="909402"/>
                  </a:lnTo>
                  <a:lnTo>
                    <a:pt x="906686" y="909436"/>
                  </a:lnTo>
                  <a:lnTo>
                    <a:pt x="907166" y="909470"/>
                  </a:lnTo>
                  <a:lnTo>
                    <a:pt x="907645" y="909504"/>
                  </a:lnTo>
                  <a:lnTo>
                    <a:pt x="908125" y="909537"/>
                  </a:lnTo>
                  <a:lnTo>
                    <a:pt x="908605" y="909571"/>
                  </a:lnTo>
                  <a:lnTo>
                    <a:pt x="909084" y="909605"/>
                  </a:lnTo>
                  <a:lnTo>
                    <a:pt x="909564" y="909639"/>
                  </a:lnTo>
                  <a:lnTo>
                    <a:pt x="910043" y="909673"/>
                  </a:lnTo>
                  <a:lnTo>
                    <a:pt x="910523" y="909706"/>
                  </a:lnTo>
                  <a:lnTo>
                    <a:pt x="911002" y="909740"/>
                  </a:lnTo>
                  <a:lnTo>
                    <a:pt x="911482" y="909774"/>
                  </a:lnTo>
                  <a:lnTo>
                    <a:pt x="911961" y="909808"/>
                  </a:lnTo>
                  <a:lnTo>
                    <a:pt x="912441" y="909842"/>
                  </a:lnTo>
                  <a:lnTo>
                    <a:pt x="912920" y="909876"/>
                  </a:lnTo>
                  <a:lnTo>
                    <a:pt x="913400" y="909910"/>
                  </a:lnTo>
                  <a:lnTo>
                    <a:pt x="913879" y="909944"/>
                  </a:lnTo>
                  <a:lnTo>
                    <a:pt x="914400" y="909981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h6811"/>
            <p:cNvSpPr/>
            <p:nvPr/>
          </p:nvSpPr>
          <p:spPr>
            <a:xfrm>
              <a:off x="3289631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1"/>
                  </a:lnTo>
                  <a:lnTo>
                    <a:pt x="905398" y="910012"/>
                  </a:lnTo>
                  <a:lnTo>
                    <a:pt x="905878" y="910046"/>
                  </a:lnTo>
                  <a:lnTo>
                    <a:pt x="906357" y="910080"/>
                  </a:lnTo>
                  <a:lnTo>
                    <a:pt x="906837" y="910114"/>
                  </a:lnTo>
                  <a:lnTo>
                    <a:pt x="907316" y="910148"/>
                  </a:lnTo>
                  <a:lnTo>
                    <a:pt x="907796" y="910182"/>
                  </a:lnTo>
                  <a:lnTo>
                    <a:pt x="908275" y="910216"/>
                  </a:lnTo>
                  <a:lnTo>
                    <a:pt x="908755" y="910250"/>
                  </a:lnTo>
                  <a:lnTo>
                    <a:pt x="909234" y="910284"/>
                  </a:lnTo>
                  <a:lnTo>
                    <a:pt x="909714" y="910319"/>
                  </a:lnTo>
                  <a:lnTo>
                    <a:pt x="910193" y="910353"/>
                  </a:lnTo>
                  <a:lnTo>
                    <a:pt x="910673" y="910387"/>
                  </a:lnTo>
                  <a:lnTo>
                    <a:pt x="914400" y="910653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h6812"/>
            <p:cNvSpPr/>
            <p:nvPr/>
          </p:nvSpPr>
          <p:spPr>
            <a:xfrm>
              <a:off x="3299071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653"/>
                  </a:lnTo>
                  <a:lnTo>
                    <a:pt x="914400" y="911326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h6813"/>
            <p:cNvSpPr/>
            <p:nvPr/>
          </p:nvSpPr>
          <p:spPr>
            <a:xfrm>
              <a:off x="3308511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26"/>
                  </a:lnTo>
                  <a:lnTo>
                    <a:pt x="914400" y="912000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h6814"/>
            <p:cNvSpPr/>
            <p:nvPr/>
          </p:nvSpPr>
          <p:spPr>
            <a:xfrm>
              <a:off x="3317951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00"/>
                  </a:lnTo>
                  <a:lnTo>
                    <a:pt x="914400" y="912673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h6815"/>
            <p:cNvSpPr/>
            <p:nvPr/>
          </p:nvSpPr>
          <p:spPr>
            <a:xfrm>
              <a:off x="3327392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673"/>
                  </a:lnTo>
                  <a:lnTo>
                    <a:pt x="914400" y="912474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h6816"/>
            <p:cNvSpPr/>
            <p:nvPr/>
          </p:nvSpPr>
          <p:spPr>
            <a:xfrm>
              <a:off x="3336832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474"/>
                  </a:lnTo>
                  <a:lnTo>
                    <a:pt x="914400" y="912274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h6817"/>
            <p:cNvSpPr/>
            <p:nvPr/>
          </p:nvSpPr>
          <p:spPr>
            <a:xfrm>
              <a:off x="3346272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274"/>
                  </a:lnTo>
                  <a:lnTo>
                    <a:pt x="914400" y="912075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h6818"/>
            <p:cNvSpPr/>
            <p:nvPr/>
          </p:nvSpPr>
          <p:spPr>
            <a:xfrm>
              <a:off x="3355712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75"/>
                  </a:lnTo>
                  <a:lnTo>
                    <a:pt x="913851" y="911830"/>
                  </a:lnTo>
                  <a:lnTo>
                    <a:pt x="914223" y="911516"/>
                  </a:lnTo>
                  <a:lnTo>
                    <a:pt x="914400" y="911367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h6819"/>
            <p:cNvSpPr/>
            <p:nvPr/>
          </p:nvSpPr>
          <p:spPr>
            <a:xfrm>
              <a:off x="3365153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67"/>
                  </a:lnTo>
                  <a:lnTo>
                    <a:pt x="905155" y="911203"/>
                  </a:lnTo>
                  <a:lnTo>
                    <a:pt x="905526" y="910889"/>
                  </a:lnTo>
                  <a:lnTo>
                    <a:pt x="905898" y="910575"/>
                  </a:lnTo>
                  <a:lnTo>
                    <a:pt x="910960" y="906577"/>
                  </a:lnTo>
                  <a:lnTo>
                    <a:pt x="914400" y="90421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h6820"/>
            <p:cNvSpPr/>
            <p:nvPr/>
          </p:nvSpPr>
          <p:spPr>
            <a:xfrm>
              <a:off x="3374593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219"/>
                  </a:lnTo>
                  <a:lnTo>
                    <a:pt x="906680" y="903040"/>
                  </a:lnTo>
                  <a:lnTo>
                    <a:pt x="911926" y="899974"/>
                  </a:lnTo>
                  <a:lnTo>
                    <a:pt x="914400" y="898650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h6821"/>
            <p:cNvSpPr/>
            <p:nvPr/>
          </p:nvSpPr>
          <p:spPr>
            <a:xfrm>
              <a:off x="3384033" y="127173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20"/>
                  </a:lnTo>
                  <a:lnTo>
                    <a:pt x="908360" y="914400"/>
                  </a:lnTo>
                  <a:close/>
                </a:path>
              </a:pathLst>
            </a:custGeom>
            <a:solidFill>
              <a:srgbClr val="DC3D2C">
                <a:alpha val="100000"/>
              </a:srgbClr>
            </a:solidFill>
            <a:ln w="5420" cap="flat">
              <a:solidFill>
                <a:srgbClr val="DC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h6822"/>
            <p:cNvSpPr/>
            <p:nvPr/>
          </p:nvSpPr>
          <p:spPr>
            <a:xfrm>
              <a:off x="338403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h6823"/>
            <p:cNvSpPr/>
            <p:nvPr/>
          </p:nvSpPr>
          <p:spPr>
            <a:xfrm>
              <a:off x="339347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h6824"/>
            <p:cNvSpPr/>
            <p:nvPr/>
          </p:nvSpPr>
          <p:spPr>
            <a:xfrm>
              <a:off x="340291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h6825"/>
            <p:cNvSpPr/>
            <p:nvPr/>
          </p:nvSpPr>
          <p:spPr>
            <a:xfrm>
              <a:off x="341235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h6826"/>
            <p:cNvSpPr/>
            <p:nvPr/>
          </p:nvSpPr>
          <p:spPr>
            <a:xfrm>
              <a:off x="342179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h6827"/>
            <p:cNvSpPr/>
            <p:nvPr/>
          </p:nvSpPr>
          <p:spPr>
            <a:xfrm>
              <a:off x="343123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h6828"/>
            <p:cNvSpPr/>
            <p:nvPr/>
          </p:nvSpPr>
          <p:spPr>
            <a:xfrm>
              <a:off x="344067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h6829"/>
            <p:cNvSpPr/>
            <p:nvPr/>
          </p:nvSpPr>
          <p:spPr>
            <a:xfrm>
              <a:off x="345011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h6830"/>
            <p:cNvSpPr/>
            <p:nvPr/>
          </p:nvSpPr>
          <p:spPr>
            <a:xfrm>
              <a:off x="345955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h6831"/>
            <p:cNvSpPr/>
            <p:nvPr/>
          </p:nvSpPr>
          <p:spPr>
            <a:xfrm>
              <a:off x="346899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h6832"/>
            <p:cNvSpPr/>
            <p:nvPr/>
          </p:nvSpPr>
          <p:spPr>
            <a:xfrm>
              <a:off x="347843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h6833"/>
            <p:cNvSpPr/>
            <p:nvPr/>
          </p:nvSpPr>
          <p:spPr>
            <a:xfrm>
              <a:off x="348787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h6834"/>
            <p:cNvSpPr/>
            <p:nvPr/>
          </p:nvSpPr>
          <p:spPr>
            <a:xfrm>
              <a:off x="349731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h6835"/>
            <p:cNvSpPr/>
            <p:nvPr/>
          </p:nvSpPr>
          <p:spPr>
            <a:xfrm>
              <a:off x="350675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h6836"/>
            <p:cNvSpPr/>
            <p:nvPr/>
          </p:nvSpPr>
          <p:spPr>
            <a:xfrm>
              <a:off x="351619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h6837"/>
            <p:cNvSpPr/>
            <p:nvPr/>
          </p:nvSpPr>
          <p:spPr>
            <a:xfrm>
              <a:off x="352563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h6838"/>
            <p:cNvSpPr/>
            <p:nvPr/>
          </p:nvSpPr>
          <p:spPr>
            <a:xfrm>
              <a:off x="353507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h6839"/>
            <p:cNvSpPr/>
            <p:nvPr/>
          </p:nvSpPr>
          <p:spPr>
            <a:xfrm>
              <a:off x="354451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h6840"/>
            <p:cNvSpPr/>
            <p:nvPr/>
          </p:nvSpPr>
          <p:spPr>
            <a:xfrm>
              <a:off x="355395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h6841"/>
            <p:cNvSpPr/>
            <p:nvPr/>
          </p:nvSpPr>
          <p:spPr>
            <a:xfrm>
              <a:off x="356339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h6842"/>
            <p:cNvSpPr/>
            <p:nvPr/>
          </p:nvSpPr>
          <p:spPr>
            <a:xfrm>
              <a:off x="357283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h6843"/>
            <p:cNvSpPr/>
            <p:nvPr/>
          </p:nvSpPr>
          <p:spPr>
            <a:xfrm>
              <a:off x="358227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h6844"/>
            <p:cNvSpPr/>
            <p:nvPr/>
          </p:nvSpPr>
          <p:spPr>
            <a:xfrm>
              <a:off x="359171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h6845"/>
            <p:cNvSpPr/>
            <p:nvPr/>
          </p:nvSpPr>
          <p:spPr>
            <a:xfrm>
              <a:off x="360115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h6846"/>
            <p:cNvSpPr/>
            <p:nvPr/>
          </p:nvSpPr>
          <p:spPr>
            <a:xfrm>
              <a:off x="361059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h6847"/>
            <p:cNvSpPr/>
            <p:nvPr/>
          </p:nvSpPr>
          <p:spPr>
            <a:xfrm>
              <a:off x="362003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h6848"/>
            <p:cNvSpPr/>
            <p:nvPr/>
          </p:nvSpPr>
          <p:spPr>
            <a:xfrm>
              <a:off x="362947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h6849"/>
            <p:cNvSpPr/>
            <p:nvPr/>
          </p:nvSpPr>
          <p:spPr>
            <a:xfrm>
              <a:off x="363891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h6850"/>
            <p:cNvSpPr/>
            <p:nvPr/>
          </p:nvSpPr>
          <p:spPr>
            <a:xfrm>
              <a:off x="364836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h6851"/>
            <p:cNvSpPr/>
            <p:nvPr/>
          </p:nvSpPr>
          <p:spPr>
            <a:xfrm>
              <a:off x="365780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h6852"/>
            <p:cNvSpPr/>
            <p:nvPr/>
          </p:nvSpPr>
          <p:spPr>
            <a:xfrm>
              <a:off x="366724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h6853"/>
            <p:cNvSpPr/>
            <p:nvPr/>
          </p:nvSpPr>
          <p:spPr>
            <a:xfrm>
              <a:off x="367668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h6854"/>
            <p:cNvSpPr/>
            <p:nvPr/>
          </p:nvSpPr>
          <p:spPr>
            <a:xfrm>
              <a:off x="368612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h6855"/>
            <p:cNvSpPr/>
            <p:nvPr/>
          </p:nvSpPr>
          <p:spPr>
            <a:xfrm>
              <a:off x="369556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h6856"/>
            <p:cNvSpPr/>
            <p:nvPr/>
          </p:nvSpPr>
          <p:spPr>
            <a:xfrm>
              <a:off x="370500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h6857"/>
            <p:cNvSpPr/>
            <p:nvPr/>
          </p:nvSpPr>
          <p:spPr>
            <a:xfrm>
              <a:off x="371444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h6858"/>
            <p:cNvSpPr/>
            <p:nvPr/>
          </p:nvSpPr>
          <p:spPr>
            <a:xfrm>
              <a:off x="372388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h6859"/>
            <p:cNvSpPr/>
            <p:nvPr/>
          </p:nvSpPr>
          <p:spPr>
            <a:xfrm>
              <a:off x="373332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h6860"/>
            <p:cNvSpPr/>
            <p:nvPr/>
          </p:nvSpPr>
          <p:spPr>
            <a:xfrm>
              <a:off x="374276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h6861"/>
            <p:cNvSpPr/>
            <p:nvPr/>
          </p:nvSpPr>
          <p:spPr>
            <a:xfrm>
              <a:off x="375220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h6862"/>
            <p:cNvSpPr/>
            <p:nvPr/>
          </p:nvSpPr>
          <p:spPr>
            <a:xfrm>
              <a:off x="376164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h6863"/>
            <p:cNvSpPr/>
            <p:nvPr/>
          </p:nvSpPr>
          <p:spPr>
            <a:xfrm>
              <a:off x="377108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h6864"/>
            <p:cNvSpPr/>
            <p:nvPr/>
          </p:nvSpPr>
          <p:spPr>
            <a:xfrm>
              <a:off x="378052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h6865"/>
            <p:cNvSpPr/>
            <p:nvPr/>
          </p:nvSpPr>
          <p:spPr>
            <a:xfrm>
              <a:off x="378996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h6866"/>
            <p:cNvSpPr/>
            <p:nvPr/>
          </p:nvSpPr>
          <p:spPr>
            <a:xfrm>
              <a:off x="379940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h6867"/>
            <p:cNvSpPr/>
            <p:nvPr/>
          </p:nvSpPr>
          <p:spPr>
            <a:xfrm>
              <a:off x="3808844" y="128930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027"/>
                  </a:lnTo>
                  <a:lnTo>
                    <a:pt x="922897" y="912220"/>
                  </a:lnTo>
                  <a:lnTo>
                    <a:pt x="920969" y="914400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h6868"/>
            <p:cNvSpPr/>
            <p:nvPr/>
          </p:nvSpPr>
          <p:spPr>
            <a:xfrm>
              <a:off x="3818284" y="1271733"/>
              <a:ext cx="923840" cy="928597"/>
            </a:xfrm>
            <a:custGeom>
              <a:avLst/>
              <a:pathLst>
                <a:path w="923840" h="9285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4"/>
                  </a:lnTo>
                  <a:lnTo>
                    <a:pt x="922972" y="917057"/>
                  </a:lnTo>
                  <a:lnTo>
                    <a:pt x="918303" y="923653"/>
                  </a:lnTo>
                  <a:lnTo>
                    <a:pt x="914400" y="928597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h6869"/>
            <p:cNvSpPr/>
            <p:nvPr/>
          </p:nvSpPr>
          <p:spPr>
            <a:xfrm>
              <a:off x="3827724" y="1271733"/>
              <a:ext cx="915223" cy="915694"/>
            </a:xfrm>
            <a:custGeom>
              <a:avLst/>
              <a:pathLst>
                <a:path w="915223" h="915694">
                  <a:moveTo>
                    <a:pt x="914400" y="914400"/>
                  </a:moveTo>
                  <a:lnTo>
                    <a:pt x="915223" y="914400"/>
                  </a:lnTo>
                  <a:lnTo>
                    <a:pt x="914400" y="915694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h6870"/>
            <p:cNvSpPr/>
            <p:nvPr/>
          </p:nvSpPr>
          <p:spPr>
            <a:xfrm>
              <a:off x="2052959" y="1254163"/>
              <a:ext cx="914400" cy="928692"/>
            </a:xfrm>
            <a:custGeom>
              <a:avLst/>
              <a:pathLst>
                <a:path w="914400" h="928692">
                  <a:moveTo>
                    <a:pt x="914400" y="914400"/>
                  </a:moveTo>
                  <a:lnTo>
                    <a:pt x="914400" y="928692"/>
                  </a:lnTo>
                  <a:lnTo>
                    <a:pt x="913248" y="923782"/>
                  </a:lnTo>
                  <a:lnTo>
                    <a:pt x="911355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h6871"/>
            <p:cNvSpPr/>
            <p:nvPr/>
          </p:nvSpPr>
          <p:spPr>
            <a:xfrm>
              <a:off x="205295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168" y="931969"/>
                  </a:lnTo>
                  <a:lnTo>
                    <a:pt x="914400" y="928692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h6872"/>
            <p:cNvSpPr/>
            <p:nvPr/>
          </p:nvSpPr>
          <p:spPr>
            <a:xfrm>
              <a:off x="206239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h6873"/>
            <p:cNvSpPr/>
            <p:nvPr/>
          </p:nvSpPr>
          <p:spPr>
            <a:xfrm>
              <a:off x="207184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h6874"/>
            <p:cNvSpPr/>
            <p:nvPr/>
          </p:nvSpPr>
          <p:spPr>
            <a:xfrm>
              <a:off x="208128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h6875"/>
            <p:cNvSpPr/>
            <p:nvPr/>
          </p:nvSpPr>
          <p:spPr>
            <a:xfrm>
              <a:off x="209072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h6876"/>
            <p:cNvSpPr/>
            <p:nvPr/>
          </p:nvSpPr>
          <p:spPr>
            <a:xfrm>
              <a:off x="210016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h6877"/>
            <p:cNvSpPr/>
            <p:nvPr/>
          </p:nvSpPr>
          <p:spPr>
            <a:xfrm>
              <a:off x="210960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h6878"/>
            <p:cNvSpPr/>
            <p:nvPr/>
          </p:nvSpPr>
          <p:spPr>
            <a:xfrm>
              <a:off x="211904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h6879"/>
            <p:cNvSpPr/>
            <p:nvPr/>
          </p:nvSpPr>
          <p:spPr>
            <a:xfrm>
              <a:off x="212848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h6880"/>
            <p:cNvSpPr/>
            <p:nvPr/>
          </p:nvSpPr>
          <p:spPr>
            <a:xfrm>
              <a:off x="213792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h6881"/>
            <p:cNvSpPr/>
            <p:nvPr/>
          </p:nvSpPr>
          <p:spPr>
            <a:xfrm>
              <a:off x="214736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h6882"/>
            <p:cNvSpPr/>
            <p:nvPr/>
          </p:nvSpPr>
          <p:spPr>
            <a:xfrm>
              <a:off x="215680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h6883"/>
            <p:cNvSpPr/>
            <p:nvPr/>
          </p:nvSpPr>
          <p:spPr>
            <a:xfrm>
              <a:off x="216624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h6884"/>
            <p:cNvSpPr/>
            <p:nvPr/>
          </p:nvSpPr>
          <p:spPr>
            <a:xfrm>
              <a:off x="217568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h6885"/>
            <p:cNvSpPr/>
            <p:nvPr/>
          </p:nvSpPr>
          <p:spPr>
            <a:xfrm>
              <a:off x="218512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h6886"/>
            <p:cNvSpPr/>
            <p:nvPr/>
          </p:nvSpPr>
          <p:spPr>
            <a:xfrm>
              <a:off x="219456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h6887"/>
            <p:cNvSpPr/>
            <p:nvPr/>
          </p:nvSpPr>
          <p:spPr>
            <a:xfrm>
              <a:off x="220400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h6888"/>
            <p:cNvSpPr/>
            <p:nvPr/>
          </p:nvSpPr>
          <p:spPr>
            <a:xfrm>
              <a:off x="221344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h6889"/>
            <p:cNvSpPr/>
            <p:nvPr/>
          </p:nvSpPr>
          <p:spPr>
            <a:xfrm>
              <a:off x="222288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h6890"/>
            <p:cNvSpPr/>
            <p:nvPr/>
          </p:nvSpPr>
          <p:spPr>
            <a:xfrm>
              <a:off x="223232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h6891"/>
            <p:cNvSpPr/>
            <p:nvPr/>
          </p:nvSpPr>
          <p:spPr>
            <a:xfrm>
              <a:off x="224176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h6892"/>
            <p:cNvSpPr/>
            <p:nvPr/>
          </p:nvSpPr>
          <p:spPr>
            <a:xfrm>
              <a:off x="225120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h6893"/>
            <p:cNvSpPr/>
            <p:nvPr/>
          </p:nvSpPr>
          <p:spPr>
            <a:xfrm>
              <a:off x="226064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h6894"/>
            <p:cNvSpPr/>
            <p:nvPr/>
          </p:nvSpPr>
          <p:spPr>
            <a:xfrm>
              <a:off x="227008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h6895"/>
            <p:cNvSpPr/>
            <p:nvPr/>
          </p:nvSpPr>
          <p:spPr>
            <a:xfrm>
              <a:off x="227952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h6896"/>
            <p:cNvSpPr/>
            <p:nvPr/>
          </p:nvSpPr>
          <p:spPr>
            <a:xfrm>
              <a:off x="228896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h6897"/>
            <p:cNvSpPr/>
            <p:nvPr/>
          </p:nvSpPr>
          <p:spPr>
            <a:xfrm>
              <a:off x="229840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h6898"/>
            <p:cNvSpPr/>
            <p:nvPr/>
          </p:nvSpPr>
          <p:spPr>
            <a:xfrm>
              <a:off x="230784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h6899"/>
            <p:cNvSpPr/>
            <p:nvPr/>
          </p:nvSpPr>
          <p:spPr>
            <a:xfrm>
              <a:off x="231728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h6900"/>
            <p:cNvSpPr/>
            <p:nvPr/>
          </p:nvSpPr>
          <p:spPr>
            <a:xfrm>
              <a:off x="232672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h6901"/>
            <p:cNvSpPr/>
            <p:nvPr/>
          </p:nvSpPr>
          <p:spPr>
            <a:xfrm>
              <a:off x="233616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h6902"/>
            <p:cNvSpPr/>
            <p:nvPr/>
          </p:nvSpPr>
          <p:spPr>
            <a:xfrm>
              <a:off x="234560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h6903"/>
            <p:cNvSpPr/>
            <p:nvPr/>
          </p:nvSpPr>
          <p:spPr>
            <a:xfrm>
              <a:off x="235504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h6904"/>
            <p:cNvSpPr/>
            <p:nvPr/>
          </p:nvSpPr>
          <p:spPr>
            <a:xfrm>
              <a:off x="236448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h6905"/>
            <p:cNvSpPr/>
            <p:nvPr/>
          </p:nvSpPr>
          <p:spPr>
            <a:xfrm>
              <a:off x="237392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h6906"/>
            <p:cNvSpPr/>
            <p:nvPr/>
          </p:nvSpPr>
          <p:spPr>
            <a:xfrm>
              <a:off x="2383368" y="125416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h6907"/>
            <p:cNvSpPr/>
            <p:nvPr/>
          </p:nvSpPr>
          <p:spPr>
            <a:xfrm>
              <a:off x="239280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h6908"/>
            <p:cNvSpPr/>
            <p:nvPr/>
          </p:nvSpPr>
          <p:spPr>
            <a:xfrm>
              <a:off x="2402248" y="125416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h6909"/>
            <p:cNvSpPr/>
            <p:nvPr/>
          </p:nvSpPr>
          <p:spPr>
            <a:xfrm>
              <a:off x="241168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h6910"/>
            <p:cNvSpPr/>
            <p:nvPr/>
          </p:nvSpPr>
          <p:spPr>
            <a:xfrm>
              <a:off x="2421129" y="1271733"/>
              <a:ext cx="921954" cy="914400"/>
            </a:xfrm>
            <a:custGeom>
              <a:avLst/>
              <a:pathLst>
                <a:path w="921954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536" y="896830"/>
                  </a:lnTo>
                  <a:lnTo>
                    <a:pt x="917603" y="897065"/>
                  </a:lnTo>
                  <a:lnTo>
                    <a:pt x="920251" y="907035"/>
                  </a:lnTo>
                  <a:lnTo>
                    <a:pt x="921954" y="914400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h6911"/>
            <p:cNvSpPr/>
            <p:nvPr/>
          </p:nvSpPr>
          <p:spPr>
            <a:xfrm>
              <a:off x="3384033" y="1271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360" y="914400"/>
                  </a:lnTo>
                  <a:lnTo>
                    <a:pt x="914400" y="911167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h6912"/>
            <p:cNvSpPr/>
            <p:nvPr/>
          </p:nvSpPr>
          <p:spPr>
            <a:xfrm>
              <a:off x="3393473" y="1271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167"/>
                  </a:lnTo>
                  <a:lnTo>
                    <a:pt x="914400" y="906114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h6913"/>
            <p:cNvSpPr/>
            <p:nvPr/>
          </p:nvSpPr>
          <p:spPr>
            <a:xfrm>
              <a:off x="3402913" y="1271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114"/>
                  </a:lnTo>
                  <a:lnTo>
                    <a:pt x="911463" y="902620"/>
                  </a:lnTo>
                  <a:lnTo>
                    <a:pt x="911789" y="902187"/>
                  </a:lnTo>
                  <a:lnTo>
                    <a:pt x="912115" y="901755"/>
                  </a:lnTo>
                  <a:lnTo>
                    <a:pt x="912441" y="901322"/>
                  </a:lnTo>
                  <a:lnTo>
                    <a:pt x="912767" y="900889"/>
                  </a:lnTo>
                  <a:lnTo>
                    <a:pt x="913094" y="900457"/>
                  </a:lnTo>
                  <a:lnTo>
                    <a:pt x="913420" y="900024"/>
                  </a:lnTo>
                  <a:lnTo>
                    <a:pt x="913746" y="899592"/>
                  </a:lnTo>
                  <a:lnTo>
                    <a:pt x="914072" y="899159"/>
                  </a:lnTo>
                  <a:lnTo>
                    <a:pt x="914400" y="898725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h6914"/>
            <p:cNvSpPr/>
            <p:nvPr/>
          </p:nvSpPr>
          <p:spPr>
            <a:xfrm>
              <a:off x="3412354" y="125416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95"/>
                  </a:lnTo>
                  <a:lnTo>
                    <a:pt x="905285" y="915864"/>
                  </a:lnTo>
                  <a:lnTo>
                    <a:pt x="905611" y="915432"/>
                  </a:lnTo>
                  <a:lnTo>
                    <a:pt x="905937" y="914999"/>
                  </a:lnTo>
                  <a:lnTo>
                    <a:pt x="906264" y="914567"/>
                  </a:lnTo>
                  <a:lnTo>
                    <a:pt x="906390" y="914400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h6915"/>
            <p:cNvSpPr/>
            <p:nvPr/>
          </p:nvSpPr>
          <p:spPr>
            <a:xfrm>
              <a:off x="341235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h6916"/>
            <p:cNvSpPr/>
            <p:nvPr/>
          </p:nvSpPr>
          <p:spPr>
            <a:xfrm>
              <a:off x="342179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h6917"/>
            <p:cNvSpPr/>
            <p:nvPr/>
          </p:nvSpPr>
          <p:spPr>
            <a:xfrm>
              <a:off x="343123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h6918"/>
            <p:cNvSpPr/>
            <p:nvPr/>
          </p:nvSpPr>
          <p:spPr>
            <a:xfrm>
              <a:off x="344067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h6919"/>
            <p:cNvSpPr/>
            <p:nvPr/>
          </p:nvSpPr>
          <p:spPr>
            <a:xfrm>
              <a:off x="345011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h6920"/>
            <p:cNvSpPr/>
            <p:nvPr/>
          </p:nvSpPr>
          <p:spPr>
            <a:xfrm>
              <a:off x="345955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h6921"/>
            <p:cNvSpPr/>
            <p:nvPr/>
          </p:nvSpPr>
          <p:spPr>
            <a:xfrm>
              <a:off x="346899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h6922"/>
            <p:cNvSpPr/>
            <p:nvPr/>
          </p:nvSpPr>
          <p:spPr>
            <a:xfrm>
              <a:off x="347843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h6923"/>
            <p:cNvSpPr/>
            <p:nvPr/>
          </p:nvSpPr>
          <p:spPr>
            <a:xfrm>
              <a:off x="348787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h6924"/>
            <p:cNvSpPr/>
            <p:nvPr/>
          </p:nvSpPr>
          <p:spPr>
            <a:xfrm>
              <a:off x="349731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h6925"/>
            <p:cNvSpPr/>
            <p:nvPr/>
          </p:nvSpPr>
          <p:spPr>
            <a:xfrm>
              <a:off x="350675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h6926"/>
            <p:cNvSpPr/>
            <p:nvPr/>
          </p:nvSpPr>
          <p:spPr>
            <a:xfrm>
              <a:off x="351619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h6927"/>
            <p:cNvSpPr/>
            <p:nvPr/>
          </p:nvSpPr>
          <p:spPr>
            <a:xfrm>
              <a:off x="352563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h6928"/>
            <p:cNvSpPr/>
            <p:nvPr/>
          </p:nvSpPr>
          <p:spPr>
            <a:xfrm>
              <a:off x="353507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h6929"/>
            <p:cNvSpPr/>
            <p:nvPr/>
          </p:nvSpPr>
          <p:spPr>
            <a:xfrm>
              <a:off x="354451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h6930"/>
            <p:cNvSpPr/>
            <p:nvPr/>
          </p:nvSpPr>
          <p:spPr>
            <a:xfrm>
              <a:off x="355395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h6931"/>
            <p:cNvSpPr/>
            <p:nvPr/>
          </p:nvSpPr>
          <p:spPr>
            <a:xfrm>
              <a:off x="356339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h6932"/>
            <p:cNvSpPr/>
            <p:nvPr/>
          </p:nvSpPr>
          <p:spPr>
            <a:xfrm>
              <a:off x="357283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h6933"/>
            <p:cNvSpPr/>
            <p:nvPr/>
          </p:nvSpPr>
          <p:spPr>
            <a:xfrm>
              <a:off x="358227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h6934"/>
            <p:cNvSpPr/>
            <p:nvPr/>
          </p:nvSpPr>
          <p:spPr>
            <a:xfrm>
              <a:off x="359171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h6935"/>
            <p:cNvSpPr/>
            <p:nvPr/>
          </p:nvSpPr>
          <p:spPr>
            <a:xfrm>
              <a:off x="360115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h6936"/>
            <p:cNvSpPr/>
            <p:nvPr/>
          </p:nvSpPr>
          <p:spPr>
            <a:xfrm>
              <a:off x="361059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h6937"/>
            <p:cNvSpPr/>
            <p:nvPr/>
          </p:nvSpPr>
          <p:spPr>
            <a:xfrm>
              <a:off x="362003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h6938"/>
            <p:cNvSpPr/>
            <p:nvPr/>
          </p:nvSpPr>
          <p:spPr>
            <a:xfrm>
              <a:off x="362947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h6939"/>
            <p:cNvSpPr/>
            <p:nvPr/>
          </p:nvSpPr>
          <p:spPr>
            <a:xfrm>
              <a:off x="363891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h6940"/>
            <p:cNvSpPr/>
            <p:nvPr/>
          </p:nvSpPr>
          <p:spPr>
            <a:xfrm>
              <a:off x="364836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h6941"/>
            <p:cNvSpPr/>
            <p:nvPr/>
          </p:nvSpPr>
          <p:spPr>
            <a:xfrm>
              <a:off x="365780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h6942"/>
            <p:cNvSpPr/>
            <p:nvPr/>
          </p:nvSpPr>
          <p:spPr>
            <a:xfrm>
              <a:off x="366724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h6943"/>
            <p:cNvSpPr/>
            <p:nvPr/>
          </p:nvSpPr>
          <p:spPr>
            <a:xfrm>
              <a:off x="367668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h6944"/>
            <p:cNvSpPr/>
            <p:nvPr/>
          </p:nvSpPr>
          <p:spPr>
            <a:xfrm>
              <a:off x="368612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h6945"/>
            <p:cNvSpPr/>
            <p:nvPr/>
          </p:nvSpPr>
          <p:spPr>
            <a:xfrm>
              <a:off x="369556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h6946"/>
            <p:cNvSpPr/>
            <p:nvPr/>
          </p:nvSpPr>
          <p:spPr>
            <a:xfrm>
              <a:off x="370500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h6947"/>
            <p:cNvSpPr/>
            <p:nvPr/>
          </p:nvSpPr>
          <p:spPr>
            <a:xfrm>
              <a:off x="371444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h6948"/>
            <p:cNvSpPr/>
            <p:nvPr/>
          </p:nvSpPr>
          <p:spPr>
            <a:xfrm>
              <a:off x="372388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h6949"/>
            <p:cNvSpPr/>
            <p:nvPr/>
          </p:nvSpPr>
          <p:spPr>
            <a:xfrm>
              <a:off x="373332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h6950"/>
            <p:cNvSpPr/>
            <p:nvPr/>
          </p:nvSpPr>
          <p:spPr>
            <a:xfrm>
              <a:off x="374276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h6951"/>
            <p:cNvSpPr/>
            <p:nvPr/>
          </p:nvSpPr>
          <p:spPr>
            <a:xfrm>
              <a:off x="375220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h6952"/>
            <p:cNvSpPr/>
            <p:nvPr/>
          </p:nvSpPr>
          <p:spPr>
            <a:xfrm>
              <a:off x="376164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h6953"/>
            <p:cNvSpPr/>
            <p:nvPr/>
          </p:nvSpPr>
          <p:spPr>
            <a:xfrm>
              <a:off x="377108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h6954"/>
            <p:cNvSpPr/>
            <p:nvPr/>
          </p:nvSpPr>
          <p:spPr>
            <a:xfrm>
              <a:off x="378052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h6955"/>
            <p:cNvSpPr/>
            <p:nvPr/>
          </p:nvSpPr>
          <p:spPr>
            <a:xfrm>
              <a:off x="378996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h6956"/>
            <p:cNvSpPr/>
            <p:nvPr/>
          </p:nvSpPr>
          <p:spPr>
            <a:xfrm>
              <a:off x="379940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h6957"/>
            <p:cNvSpPr/>
            <p:nvPr/>
          </p:nvSpPr>
          <p:spPr>
            <a:xfrm>
              <a:off x="380884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h6958"/>
            <p:cNvSpPr/>
            <p:nvPr/>
          </p:nvSpPr>
          <p:spPr>
            <a:xfrm>
              <a:off x="381828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h6959"/>
            <p:cNvSpPr/>
            <p:nvPr/>
          </p:nvSpPr>
          <p:spPr>
            <a:xfrm>
              <a:off x="3827724" y="127173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563"/>
                  </a:lnTo>
                  <a:lnTo>
                    <a:pt x="922288" y="902563"/>
                  </a:lnTo>
                  <a:lnTo>
                    <a:pt x="918011" y="910021"/>
                  </a:lnTo>
                  <a:lnTo>
                    <a:pt x="915223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h6960"/>
            <p:cNvSpPr/>
            <p:nvPr/>
          </p:nvSpPr>
          <p:spPr>
            <a:xfrm>
              <a:off x="3837165" y="1254163"/>
              <a:ext cx="915813" cy="917133"/>
            </a:xfrm>
            <a:custGeom>
              <a:avLst/>
              <a:pathLst>
                <a:path w="915813" h="917133">
                  <a:moveTo>
                    <a:pt x="914400" y="914400"/>
                  </a:moveTo>
                  <a:lnTo>
                    <a:pt x="915813" y="914400"/>
                  </a:lnTo>
                  <a:lnTo>
                    <a:pt x="914400" y="917133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h6961"/>
            <p:cNvSpPr/>
            <p:nvPr/>
          </p:nvSpPr>
          <p:spPr>
            <a:xfrm>
              <a:off x="2052959" y="123659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55" y="931969"/>
                  </a:lnTo>
                  <a:lnTo>
                    <a:pt x="911163" y="931018"/>
                  </a:lnTo>
                  <a:lnTo>
                    <a:pt x="909372" y="920496"/>
                  </a:lnTo>
                  <a:lnTo>
                    <a:pt x="908520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h6962"/>
            <p:cNvSpPr/>
            <p:nvPr/>
          </p:nvSpPr>
          <p:spPr>
            <a:xfrm>
              <a:off x="205295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h6963"/>
            <p:cNvSpPr/>
            <p:nvPr/>
          </p:nvSpPr>
          <p:spPr>
            <a:xfrm>
              <a:off x="206239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h6964"/>
            <p:cNvSpPr/>
            <p:nvPr/>
          </p:nvSpPr>
          <p:spPr>
            <a:xfrm>
              <a:off x="207184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h6965"/>
            <p:cNvSpPr/>
            <p:nvPr/>
          </p:nvSpPr>
          <p:spPr>
            <a:xfrm>
              <a:off x="208128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h6966"/>
            <p:cNvSpPr/>
            <p:nvPr/>
          </p:nvSpPr>
          <p:spPr>
            <a:xfrm>
              <a:off x="209072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h6967"/>
            <p:cNvSpPr/>
            <p:nvPr/>
          </p:nvSpPr>
          <p:spPr>
            <a:xfrm>
              <a:off x="210016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h6968"/>
            <p:cNvSpPr/>
            <p:nvPr/>
          </p:nvSpPr>
          <p:spPr>
            <a:xfrm>
              <a:off x="210960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h6969"/>
            <p:cNvSpPr/>
            <p:nvPr/>
          </p:nvSpPr>
          <p:spPr>
            <a:xfrm>
              <a:off x="211904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h6970"/>
            <p:cNvSpPr/>
            <p:nvPr/>
          </p:nvSpPr>
          <p:spPr>
            <a:xfrm>
              <a:off x="212848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h6971"/>
            <p:cNvSpPr/>
            <p:nvPr/>
          </p:nvSpPr>
          <p:spPr>
            <a:xfrm>
              <a:off x="213792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h6972"/>
            <p:cNvSpPr/>
            <p:nvPr/>
          </p:nvSpPr>
          <p:spPr>
            <a:xfrm>
              <a:off x="214736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h6973"/>
            <p:cNvSpPr/>
            <p:nvPr/>
          </p:nvSpPr>
          <p:spPr>
            <a:xfrm>
              <a:off x="215680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h6974"/>
            <p:cNvSpPr/>
            <p:nvPr/>
          </p:nvSpPr>
          <p:spPr>
            <a:xfrm>
              <a:off x="216624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h6975"/>
            <p:cNvSpPr/>
            <p:nvPr/>
          </p:nvSpPr>
          <p:spPr>
            <a:xfrm>
              <a:off x="217568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h6976"/>
            <p:cNvSpPr/>
            <p:nvPr/>
          </p:nvSpPr>
          <p:spPr>
            <a:xfrm>
              <a:off x="218512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h6977"/>
            <p:cNvSpPr/>
            <p:nvPr/>
          </p:nvSpPr>
          <p:spPr>
            <a:xfrm>
              <a:off x="219456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h6978"/>
            <p:cNvSpPr/>
            <p:nvPr/>
          </p:nvSpPr>
          <p:spPr>
            <a:xfrm>
              <a:off x="220400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h6979"/>
            <p:cNvSpPr/>
            <p:nvPr/>
          </p:nvSpPr>
          <p:spPr>
            <a:xfrm>
              <a:off x="221344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h6980"/>
            <p:cNvSpPr/>
            <p:nvPr/>
          </p:nvSpPr>
          <p:spPr>
            <a:xfrm>
              <a:off x="222288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h6981"/>
            <p:cNvSpPr/>
            <p:nvPr/>
          </p:nvSpPr>
          <p:spPr>
            <a:xfrm>
              <a:off x="223232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h6982"/>
            <p:cNvSpPr/>
            <p:nvPr/>
          </p:nvSpPr>
          <p:spPr>
            <a:xfrm>
              <a:off x="224176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h6983"/>
            <p:cNvSpPr/>
            <p:nvPr/>
          </p:nvSpPr>
          <p:spPr>
            <a:xfrm>
              <a:off x="225120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h6984"/>
            <p:cNvSpPr/>
            <p:nvPr/>
          </p:nvSpPr>
          <p:spPr>
            <a:xfrm>
              <a:off x="226064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h6985"/>
            <p:cNvSpPr/>
            <p:nvPr/>
          </p:nvSpPr>
          <p:spPr>
            <a:xfrm>
              <a:off x="227008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h6986"/>
            <p:cNvSpPr/>
            <p:nvPr/>
          </p:nvSpPr>
          <p:spPr>
            <a:xfrm>
              <a:off x="227952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h6987"/>
            <p:cNvSpPr/>
            <p:nvPr/>
          </p:nvSpPr>
          <p:spPr>
            <a:xfrm>
              <a:off x="228896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h6988"/>
            <p:cNvSpPr/>
            <p:nvPr/>
          </p:nvSpPr>
          <p:spPr>
            <a:xfrm>
              <a:off x="229840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h6989"/>
            <p:cNvSpPr/>
            <p:nvPr/>
          </p:nvSpPr>
          <p:spPr>
            <a:xfrm>
              <a:off x="230784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h6990"/>
            <p:cNvSpPr/>
            <p:nvPr/>
          </p:nvSpPr>
          <p:spPr>
            <a:xfrm>
              <a:off x="231728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h6991"/>
            <p:cNvSpPr/>
            <p:nvPr/>
          </p:nvSpPr>
          <p:spPr>
            <a:xfrm>
              <a:off x="232672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h6992"/>
            <p:cNvSpPr/>
            <p:nvPr/>
          </p:nvSpPr>
          <p:spPr>
            <a:xfrm>
              <a:off x="233616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h6993"/>
            <p:cNvSpPr/>
            <p:nvPr/>
          </p:nvSpPr>
          <p:spPr>
            <a:xfrm>
              <a:off x="234560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h6994"/>
            <p:cNvSpPr/>
            <p:nvPr/>
          </p:nvSpPr>
          <p:spPr>
            <a:xfrm>
              <a:off x="235504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h6995"/>
            <p:cNvSpPr/>
            <p:nvPr/>
          </p:nvSpPr>
          <p:spPr>
            <a:xfrm>
              <a:off x="236448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h6996"/>
            <p:cNvSpPr/>
            <p:nvPr/>
          </p:nvSpPr>
          <p:spPr>
            <a:xfrm>
              <a:off x="237392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h6997"/>
            <p:cNvSpPr/>
            <p:nvPr/>
          </p:nvSpPr>
          <p:spPr>
            <a:xfrm>
              <a:off x="2383368" y="123659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h6998"/>
            <p:cNvSpPr/>
            <p:nvPr/>
          </p:nvSpPr>
          <p:spPr>
            <a:xfrm>
              <a:off x="239280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h6999"/>
            <p:cNvSpPr/>
            <p:nvPr/>
          </p:nvSpPr>
          <p:spPr>
            <a:xfrm>
              <a:off x="2402248" y="123659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h7000"/>
            <p:cNvSpPr/>
            <p:nvPr/>
          </p:nvSpPr>
          <p:spPr>
            <a:xfrm>
              <a:off x="2421129" y="125416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476" y="896830"/>
                  </a:lnTo>
                  <a:lnTo>
                    <a:pt x="913681" y="900819"/>
                  </a:lnTo>
                  <a:lnTo>
                    <a:pt x="913802" y="901246"/>
                  </a:lnTo>
                  <a:lnTo>
                    <a:pt x="913925" y="901678"/>
                  </a:lnTo>
                  <a:lnTo>
                    <a:pt x="914048" y="902110"/>
                  </a:lnTo>
                  <a:lnTo>
                    <a:pt x="914170" y="902541"/>
                  </a:lnTo>
                  <a:lnTo>
                    <a:pt x="914293" y="902973"/>
                  </a:lnTo>
                  <a:lnTo>
                    <a:pt x="914399" y="90334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h7001"/>
            <p:cNvSpPr/>
            <p:nvPr/>
          </p:nvSpPr>
          <p:spPr>
            <a:xfrm>
              <a:off x="2421129" y="1254163"/>
              <a:ext cx="917536" cy="914400"/>
            </a:xfrm>
            <a:custGeom>
              <a:avLst/>
              <a:pathLst>
                <a:path w="917536" h="914400">
                  <a:moveTo>
                    <a:pt x="914399" y="914400"/>
                  </a:moveTo>
                  <a:lnTo>
                    <a:pt x="914416" y="903405"/>
                  </a:lnTo>
                  <a:lnTo>
                    <a:pt x="914539" y="903837"/>
                  </a:lnTo>
                  <a:lnTo>
                    <a:pt x="914661" y="904269"/>
                  </a:lnTo>
                  <a:lnTo>
                    <a:pt x="914784" y="904701"/>
                  </a:lnTo>
                  <a:lnTo>
                    <a:pt x="914907" y="905133"/>
                  </a:lnTo>
                  <a:lnTo>
                    <a:pt x="915029" y="905565"/>
                  </a:lnTo>
                  <a:lnTo>
                    <a:pt x="915152" y="905997"/>
                  </a:lnTo>
                  <a:lnTo>
                    <a:pt x="915275" y="906429"/>
                  </a:lnTo>
                  <a:lnTo>
                    <a:pt x="915397" y="906861"/>
                  </a:lnTo>
                  <a:lnTo>
                    <a:pt x="915520" y="907292"/>
                  </a:lnTo>
                  <a:lnTo>
                    <a:pt x="915642" y="907724"/>
                  </a:lnTo>
                  <a:lnTo>
                    <a:pt x="915765" y="908156"/>
                  </a:lnTo>
                  <a:lnTo>
                    <a:pt x="915888" y="908588"/>
                  </a:lnTo>
                  <a:lnTo>
                    <a:pt x="916010" y="909020"/>
                  </a:lnTo>
                  <a:lnTo>
                    <a:pt x="916133" y="909452"/>
                  </a:lnTo>
                  <a:lnTo>
                    <a:pt x="916255" y="909884"/>
                  </a:lnTo>
                  <a:lnTo>
                    <a:pt x="916378" y="910316"/>
                  </a:lnTo>
                  <a:lnTo>
                    <a:pt x="916500" y="910748"/>
                  </a:lnTo>
                  <a:lnTo>
                    <a:pt x="916623" y="911180"/>
                  </a:lnTo>
                  <a:lnTo>
                    <a:pt x="916745" y="911612"/>
                  </a:lnTo>
                  <a:lnTo>
                    <a:pt x="916868" y="912044"/>
                  </a:lnTo>
                  <a:lnTo>
                    <a:pt x="916990" y="912475"/>
                  </a:lnTo>
                  <a:lnTo>
                    <a:pt x="917113" y="912907"/>
                  </a:lnTo>
                  <a:lnTo>
                    <a:pt x="917235" y="913339"/>
                  </a:lnTo>
                  <a:lnTo>
                    <a:pt x="917358" y="913771"/>
                  </a:lnTo>
                  <a:lnTo>
                    <a:pt x="917480" y="914203"/>
                  </a:lnTo>
                  <a:lnTo>
                    <a:pt x="917536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h7002"/>
            <p:cNvSpPr/>
            <p:nvPr/>
          </p:nvSpPr>
          <p:spPr>
            <a:xfrm>
              <a:off x="3412354" y="12541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390" y="914400"/>
                  </a:lnTo>
                  <a:lnTo>
                    <a:pt x="906590" y="914134"/>
                  </a:lnTo>
                  <a:lnTo>
                    <a:pt x="911312" y="908205"/>
                  </a:lnTo>
                  <a:lnTo>
                    <a:pt x="914400" y="904734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h7003"/>
            <p:cNvSpPr/>
            <p:nvPr/>
          </p:nvSpPr>
          <p:spPr>
            <a:xfrm>
              <a:off x="3421794" y="123659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304"/>
                  </a:lnTo>
                  <a:lnTo>
                    <a:pt x="906747" y="920294"/>
                  </a:lnTo>
                  <a:lnTo>
                    <a:pt x="911765" y="915277"/>
                  </a:lnTo>
                  <a:lnTo>
                    <a:pt x="912759" y="914400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h7004"/>
            <p:cNvSpPr/>
            <p:nvPr/>
          </p:nvSpPr>
          <p:spPr>
            <a:xfrm>
              <a:off x="342179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h7005"/>
            <p:cNvSpPr/>
            <p:nvPr/>
          </p:nvSpPr>
          <p:spPr>
            <a:xfrm>
              <a:off x="343123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h7006"/>
            <p:cNvSpPr/>
            <p:nvPr/>
          </p:nvSpPr>
          <p:spPr>
            <a:xfrm>
              <a:off x="344067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h7007"/>
            <p:cNvSpPr/>
            <p:nvPr/>
          </p:nvSpPr>
          <p:spPr>
            <a:xfrm>
              <a:off x="345011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h7008"/>
            <p:cNvSpPr/>
            <p:nvPr/>
          </p:nvSpPr>
          <p:spPr>
            <a:xfrm>
              <a:off x="345955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h7009"/>
            <p:cNvSpPr/>
            <p:nvPr/>
          </p:nvSpPr>
          <p:spPr>
            <a:xfrm>
              <a:off x="346899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h7010"/>
            <p:cNvSpPr/>
            <p:nvPr/>
          </p:nvSpPr>
          <p:spPr>
            <a:xfrm>
              <a:off x="347843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h7011"/>
            <p:cNvSpPr/>
            <p:nvPr/>
          </p:nvSpPr>
          <p:spPr>
            <a:xfrm>
              <a:off x="348787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h7012"/>
            <p:cNvSpPr/>
            <p:nvPr/>
          </p:nvSpPr>
          <p:spPr>
            <a:xfrm>
              <a:off x="349731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h7013"/>
            <p:cNvSpPr/>
            <p:nvPr/>
          </p:nvSpPr>
          <p:spPr>
            <a:xfrm>
              <a:off x="350675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h7014"/>
            <p:cNvSpPr/>
            <p:nvPr/>
          </p:nvSpPr>
          <p:spPr>
            <a:xfrm>
              <a:off x="351619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h7015"/>
            <p:cNvSpPr/>
            <p:nvPr/>
          </p:nvSpPr>
          <p:spPr>
            <a:xfrm>
              <a:off x="352563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h7016"/>
            <p:cNvSpPr/>
            <p:nvPr/>
          </p:nvSpPr>
          <p:spPr>
            <a:xfrm>
              <a:off x="353507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h7017"/>
            <p:cNvSpPr/>
            <p:nvPr/>
          </p:nvSpPr>
          <p:spPr>
            <a:xfrm>
              <a:off x="354451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h7018"/>
            <p:cNvSpPr/>
            <p:nvPr/>
          </p:nvSpPr>
          <p:spPr>
            <a:xfrm>
              <a:off x="355395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h7019"/>
            <p:cNvSpPr/>
            <p:nvPr/>
          </p:nvSpPr>
          <p:spPr>
            <a:xfrm>
              <a:off x="356339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h7020"/>
            <p:cNvSpPr/>
            <p:nvPr/>
          </p:nvSpPr>
          <p:spPr>
            <a:xfrm>
              <a:off x="357283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h7021"/>
            <p:cNvSpPr/>
            <p:nvPr/>
          </p:nvSpPr>
          <p:spPr>
            <a:xfrm>
              <a:off x="358227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h7022"/>
            <p:cNvSpPr/>
            <p:nvPr/>
          </p:nvSpPr>
          <p:spPr>
            <a:xfrm>
              <a:off x="359171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h7023"/>
            <p:cNvSpPr/>
            <p:nvPr/>
          </p:nvSpPr>
          <p:spPr>
            <a:xfrm>
              <a:off x="360115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h7024"/>
            <p:cNvSpPr/>
            <p:nvPr/>
          </p:nvSpPr>
          <p:spPr>
            <a:xfrm>
              <a:off x="361059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h7025"/>
            <p:cNvSpPr/>
            <p:nvPr/>
          </p:nvSpPr>
          <p:spPr>
            <a:xfrm>
              <a:off x="362003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h7026"/>
            <p:cNvSpPr/>
            <p:nvPr/>
          </p:nvSpPr>
          <p:spPr>
            <a:xfrm>
              <a:off x="362947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h7027"/>
            <p:cNvSpPr/>
            <p:nvPr/>
          </p:nvSpPr>
          <p:spPr>
            <a:xfrm>
              <a:off x="363891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h7028"/>
            <p:cNvSpPr/>
            <p:nvPr/>
          </p:nvSpPr>
          <p:spPr>
            <a:xfrm>
              <a:off x="364836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h7029"/>
            <p:cNvSpPr/>
            <p:nvPr/>
          </p:nvSpPr>
          <p:spPr>
            <a:xfrm>
              <a:off x="365780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h7030"/>
            <p:cNvSpPr/>
            <p:nvPr/>
          </p:nvSpPr>
          <p:spPr>
            <a:xfrm>
              <a:off x="366724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h7031"/>
            <p:cNvSpPr/>
            <p:nvPr/>
          </p:nvSpPr>
          <p:spPr>
            <a:xfrm>
              <a:off x="367668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h7032"/>
            <p:cNvSpPr/>
            <p:nvPr/>
          </p:nvSpPr>
          <p:spPr>
            <a:xfrm>
              <a:off x="368612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h7033"/>
            <p:cNvSpPr/>
            <p:nvPr/>
          </p:nvSpPr>
          <p:spPr>
            <a:xfrm>
              <a:off x="369556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h7034"/>
            <p:cNvSpPr/>
            <p:nvPr/>
          </p:nvSpPr>
          <p:spPr>
            <a:xfrm>
              <a:off x="370500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h7035"/>
            <p:cNvSpPr/>
            <p:nvPr/>
          </p:nvSpPr>
          <p:spPr>
            <a:xfrm>
              <a:off x="371444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h7036"/>
            <p:cNvSpPr/>
            <p:nvPr/>
          </p:nvSpPr>
          <p:spPr>
            <a:xfrm>
              <a:off x="372388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h7037"/>
            <p:cNvSpPr/>
            <p:nvPr/>
          </p:nvSpPr>
          <p:spPr>
            <a:xfrm>
              <a:off x="373332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h7038"/>
            <p:cNvSpPr/>
            <p:nvPr/>
          </p:nvSpPr>
          <p:spPr>
            <a:xfrm>
              <a:off x="374276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h7039"/>
            <p:cNvSpPr/>
            <p:nvPr/>
          </p:nvSpPr>
          <p:spPr>
            <a:xfrm>
              <a:off x="375220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h7040"/>
            <p:cNvSpPr/>
            <p:nvPr/>
          </p:nvSpPr>
          <p:spPr>
            <a:xfrm>
              <a:off x="376164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h7041"/>
            <p:cNvSpPr/>
            <p:nvPr/>
          </p:nvSpPr>
          <p:spPr>
            <a:xfrm>
              <a:off x="377108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h7042"/>
            <p:cNvSpPr/>
            <p:nvPr/>
          </p:nvSpPr>
          <p:spPr>
            <a:xfrm>
              <a:off x="378052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h7043"/>
            <p:cNvSpPr/>
            <p:nvPr/>
          </p:nvSpPr>
          <p:spPr>
            <a:xfrm>
              <a:off x="378996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h7044"/>
            <p:cNvSpPr/>
            <p:nvPr/>
          </p:nvSpPr>
          <p:spPr>
            <a:xfrm>
              <a:off x="379940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h7045"/>
            <p:cNvSpPr/>
            <p:nvPr/>
          </p:nvSpPr>
          <p:spPr>
            <a:xfrm>
              <a:off x="380884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h7046"/>
            <p:cNvSpPr/>
            <p:nvPr/>
          </p:nvSpPr>
          <p:spPr>
            <a:xfrm>
              <a:off x="381828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h7047"/>
            <p:cNvSpPr/>
            <p:nvPr/>
          </p:nvSpPr>
          <p:spPr>
            <a:xfrm>
              <a:off x="382772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h7048"/>
            <p:cNvSpPr/>
            <p:nvPr/>
          </p:nvSpPr>
          <p:spPr>
            <a:xfrm>
              <a:off x="3837165" y="1254163"/>
              <a:ext cx="923775" cy="914400"/>
            </a:xfrm>
            <a:custGeom>
              <a:avLst/>
              <a:pathLst>
                <a:path w="92377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75" y="896830"/>
                  </a:lnTo>
                  <a:lnTo>
                    <a:pt x="920754" y="904033"/>
                  </a:lnTo>
                  <a:lnTo>
                    <a:pt x="916913" y="912273"/>
                  </a:lnTo>
                  <a:lnTo>
                    <a:pt x="915813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h7049"/>
            <p:cNvSpPr/>
            <p:nvPr/>
          </p:nvSpPr>
          <p:spPr>
            <a:xfrm>
              <a:off x="2052959" y="121902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520" y="931969"/>
                  </a:lnTo>
                  <a:lnTo>
                    <a:pt x="907879" y="927383"/>
                  </a:lnTo>
                  <a:lnTo>
                    <a:pt x="906688" y="916570"/>
                  </a:lnTo>
                  <a:lnTo>
                    <a:pt x="906512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h7050"/>
            <p:cNvSpPr/>
            <p:nvPr/>
          </p:nvSpPr>
          <p:spPr>
            <a:xfrm>
              <a:off x="205295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h7051"/>
            <p:cNvSpPr/>
            <p:nvPr/>
          </p:nvSpPr>
          <p:spPr>
            <a:xfrm>
              <a:off x="206239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h7052"/>
            <p:cNvSpPr/>
            <p:nvPr/>
          </p:nvSpPr>
          <p:spPr>
            <a:xfrm>
              <a:off x="207184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h7053"/>
            <p:cNvSpPr/>
            <p:nvPr/>
          </p:nvSpPr>
          <p:spPr>
            <a:xfrm>
              <a:off x="208128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h7054"/>
            <p:cNvSpPr/>
            <p:nvPr/>
          </p:nvSpPr>
          <p:spPr>
            <a:xfrm>
              <a:off x="209072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h7055"/>
            <p:cNvSpPr/>
            <p:nvPr/>
          </p:nvSpPr>
          <p:spPr>
            <a:xfrm>
              <a:off x="210016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h7056"/>
            <p:cNvSpPr/>
            <p:nvPr/>
          </p:nvSpPr>
          <p:spPr>
            <a:xfrm>
              <a:off x="210960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h7057"/>
            <p:cNvSpPr/>
            <p:nvPr/>
          </p:nvSpPr>
          <p:spPr>
            <a:xfrm>
              <a:off x="211904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h7058"/>
            <p:cNvSpPr/>
            <p:nvPr/>
          </p:nvSpPr>
          <p:spPr>
            <a:xfrm>
              <a:off x="212848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h7059"/>
            <p:cNvSpPr/>
            <p:nvPr/>
          </p:nvSpPr>
          <p:spPr>
            <a:xfrm>
              <a:off x="213792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h7060"/>
            <p:cNvSpPr/>
            <p:nvPr/>
          </p:nvSpPr>
          <p:spPr>
            <a:xfrm>
              <a:off x="214736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h7061"/>
            <p:cNvSpPr/>
            <p:nvPr/>
          </p:nvSpPr>
          <p:spPr>
            <a:xfrm>
              <a:off x="215680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h7062"/>
            <p:cNvSpPr/>
            <p:nvPr/>
          </p:nvSpPr>
          <p:spPr>
            <a:xfrm>
              <a:off x="216624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h7063"/>
            <p:cNvSpPr/>
            <p:nvPr/>
          </p:nvSpPr>
          <p:spPr>
            <a:xfrm>
              <a:off x="217568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h7064"/>
            <p:cNvSpPr/>
            <p:nvPr/>
          </p:nvSpPr>
          <p:spPr>
            <a:xfrm>
              <a:off x="218512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h7065"/>
            <p:cNvSpPr/>
            <p:nvPr/>
          </p:nvSpPr>
          <p:spPr>
            <a:xfrm>
              <a:off x="219456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h7066"/>
            <p:cNvSpPr/>
            <p:nvPr/>
          </p:nvSpPr>
          <p:spPr>
            <a:xfrm>
              <a:off x="220400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h7067"/>
            <p:cNvSpPr/>
            <p:nvPr/>
          </p:nvSpPr>
          <p:spPr>
            <a:xfrm>
              <a:off x="221344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h7068"/>
            <p:cNvSpPr/>
            <p:nvPr/>
          </p:nvSpPr>
          <p:spPr>
            <a:xfrm>
              <a:off x="222288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h7069"/>
            <p:cNvSpPr/>
            <p:nvPr/>
          </p:nvSpPr>
          <p:spPr>
            <a:xfrm>
              <a:off x="223232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h7070"/>
            <p:cNvSpPr/>
            <p:nvPr/>
          </p:nvSpPr>
          <p:spPr>
            <a:xfrm>
              <a:off x="224176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h7071"/>
            <p:cNvSpPr/>
            <p:nvPr/>
          </p:nvSpPr>
          <p:spPr>
            <a:xfrm>
              <a:off x="225120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h7072"/>
            <p:cNvSpPr/>
            <p:nvPr/>
          </p:nvSpPr>
          <p:spPr>
            <a:xfrm>
              <a:off x="226064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h7073"/>
            <p:cNvSpPr/>
            <p:nvPr/>
          </p:nvSpPr>
          <p:spPr>
            <a:xfrm>
              <a:off x="227008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h7074"/>
            <p:cNvSpPr/>
            <p:nvPr/>
          </p:nvSpPr>
          <p:spPr>
            <a:xfrm>
              <a:off x="227952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h7075"/>
            <p:cNvSpPr/>
            <p:nvPr/>
          </p:nvSpPr>
          <p:spPr>
            <a:xfrm>
              <a:off x="228896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h7076"/>
            <p:cNvSpPr/>
            <p:nvPr/>
          </p:nvSpPr>
          <p:spPr>
            <a:xfrm>
              <a:off x="229840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h7077"/>
            <p:cNvSpPr/>
            <p:nvPr/>
          </p:nvSpPr>
          <p:spPr>
            <a:xfrm>
              <a:off x="230784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h7078"/>
            <p:cNvSpPr/>
            <p:nvPr/>
          </p:nvSpPr>
          <p:spPr>
            <a:xfrm>
              <a:off x="231728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h7079"/>
            <p:cNvSpPr/>
            <p:nvPr/>
          </p:nvSpPr>
          <p:spPr>
            <a:xfrm>
              <a:off x="232672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h7080"/>
            <p:cNvSpPr/>
            <p:nvPr/>
          </p:nvSpPr>
          <p:spPr>
            <a:xfrm>
              <a:off x="233616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h7081"/>
            <p:cNvSpPr/>
            <p:nvPr/>
          </p:nvSpPr>
          <p:spPr>
            <a:xfrm>
              <a:off x="234560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h7082"/>
            <p:cNvSpPr/>
            <p:nvPr/>
          </p:nvSpPr>
          <p:spPr>
            <a:xfrm>
              <a:off x="235504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h7083"/>
            <p:cNvSpPr/>
            <p:nvPr/>
          </p:nvSpPr>
          <p:spPr>
            <a:xfrm>
              <a:off x="236448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h7084"/>
            <p:cNvSpPr/>
            <p:nvPr/>
          </p:nvSpPr>
          <p:spPr>
            <a:xfrm>
              <a:off x="237392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h7085"/>
            <p:cNvSpPr/>
            <p:nvPr/>
          </p:nvSpPr>
          <p:spPr>
            <a:xfrm>
              <a:off x="2383368" y="121902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h7086"/>
            <p:cNvSpPr/>
            <p:nvPr/>
          </p:nvSpPr>
          <p:spPr>
            <a:xfrm>
              <a:off x="239280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h7087"/>
            <p:cNvSpPr/>
            <p:nvPr/>
          </p:nvSpPr>
          <p:spPr>
            <a:xfrm>
              <a:off x="2402248" y="121902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h7088"/>
            <p:cNvSpPr/>
            <p:nvPr/>
          </p:nvSpPr>
          <p:spPr>
            <a:xfrm>
              <a:off x="2411688" y="1236593"/>
              <a:ext cx="921917" cy="914400"/>
            </a:xfrm>
            <a:custGeom>
              <a:avLst/>
              <a:pathLst>
                <a:path w="92191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036" y="896830"/>
                  </a:lnTo>
                  <a:lnTo>
                    <a:pt x="917199" y="899899"/>
                  </a:lnTo>
                  <a:lnTo>
                    <a:pt x="920287" y="909003"/>
                  </a:lnTo>
                  <a:lnTo>
                    <a:pt x="921917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h7089"/>
            <p:cNvSpPr/>
            <p:nvPr/>
          </p:nvSpPr>
          <p:spPr>
            <a:xfrm>
              <a:off x="3421794" y="123659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759" y="914400"/>
                  </a:lnTo>
                  <a:lnTo>
                    <a:pt x="914400" y="912952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h7090"/>
            <p:cNvSpPr/>
            <p:nvPr/>
          </p:nvSpPr>
          <p:spPr>
            <a:xfrm>
              <a:off x="3431234" y="123659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952"/>
                  </a:lnTo>
                  <a:lnTo>
                    <a:pt x="907471" y="910736"/>
                  </a:lnTo>
                  <a:lnTo>
                    <a:pt x="912734" y="906681"/>
                  </a:lnTo>
                  <a:lnTo>
                    <a:pt x="914400" y="905577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h7091"/>
            <p:cNvSpPr/>
            <p:nvPr/>
          </p:nvSpPr>
          <p:spPr>
            <a:xfrm>
              <a:off x="3440674" y="123659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577"/>
                  </a:lnTo>
                  <a:lnTo>
                    <a:pt x="908660" y="903125"/>
                  </a:lnTo>
                  <a:lnTo>
                    <a:pt x="914115" y="900074"/>
                  </a:lnTo>
                  <a:lnTo>
                    <a:pt x="914400" y="899930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h7092"/>
            <p:cNvSpPr/>
            <p:nvPr/>
          </p:nvSpPr>
          <p:spPr>
            <a:xfrm>
              <a:off x="3450115" y="121902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499"/>
                  </a:lnTo>
                  <a:lnTo>
                    <a:pt x="911055" y="914400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h7093"/>
            <p:cNvSpPr/>
            <p:nvPr/>
          </p:nvSpPr>
          <p:spPr>
            <a:xfrm>
              <a:off x="345011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h7094"/>
            <p:cNvSpPr/>
            <p:nvPr/>
          </p:nvSpPr>
          <p:spPr>
            <a:xfrm>
              <a:off x="345955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h7095"/>
            <p:cNvSpPr/>
            <p:nvPr/>
          </p:nvSpPr>
          <p:spPr>
            <a:xfrm>
              <a:off x="346899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h7096"/>
            <p:cNvSpPr/>
            <p:nvPr/>
          </p:nvSpPr>
          <p:spPr>
            <a:xfrm>
              <a:off x="347843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h7097"/>
            <p:cNvSpPr/>
            <p:nvPr/>
          </p:nvSpPr>
          <p:spPr>
            <a:xfrm>
              <a:off x="348787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h7098"/>
            <p:cNvSpPr/>
            <p:nvPr/>
          </p:nvSpPr>
          <p:spPr>
            <a:xfrm>
              <a:off x="349731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h7099"/>
            <p:cNvSpPr/>
            <p:nvPr/>
          </p:nvSpPr>
          <p:spPr>
            <a:xfrm>
              <a:off x="350675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h7100"/>
            <p:cNvSpPr/>
            <p:nvPr/>
          </p:nvSpPr>
          <p:spPr>
            <a:xfrm>
              <a:off x="351619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h7101"/>
            <p:cNvSpPr/>
            <p:nvPr/>
          </p:nvSpPr>
          <p:spPr>
            <a:xfrm>
              <a:off x="352563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h7102"/>
            <p:cNvSpPr/>
            <p:nvPr/>
          </p:nvSpPr>
          <p:spPr>
            <a:xfrm>
              <a:off x="353507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h7103"/>
            <p:cNvSpPr/>
            <p:nvPr/>
          </p:nvSpPr>
          <p:spPr>
            <a:xfrm>
              <a:off x="354451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h7104"/>
            <p:cNvSpPr/>
            <p:nvPr/>
          </p:nvSpPr>
          <p:spPr>
            <a:xfrm>
              <a:off x="355395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h7105"/>
            <p:cNvSpPr/>
            <p:nvPr/>
          </p:nvSpPr>
          <p:spPr>
            <a:xfrm>
              <a:off x="356339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h7106"/>
            <p:cNvSpPr/>
            <p:nvPr/>
          </p:nvSpPr>
          <p:spPr>
            <a:xfrm>
              <a:off x="357283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h7107"/>
            <p:cNvSpPr/>
            <p:nvPr/>
          </p:nvSpPr>
          <p:spPr>
            <a:xfrm>
              <a:off x="358227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h7108"/>
            <p:cNvSpPr/>
            <p:nvPr/>
          </p:nvSpPr>
          <p:spPr>
            <a:xfrm>
              <a:off x="359171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h7109"/>
            <p:cNvSpPr/>
            <p:nvPr/>
          </p:nvSpPr>
          <p:spPr>
            <a:xfrm>
              <a:off x="360115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h7110"/>
            <p:cNvSpPr/>
            <p:nvPr/>
          </p:nvSpPr>
          <p:spPr>
            <a:xfrm>
              <a:off x="361059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h7111"/>
            <p:cNvSpPr/>
            <p:nvPr/>
          </p:nvSpPr>
          <p:spPr>
            <a:xfrm>
              <a:off x="362003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h7112"/>
            <p:cNvSpPr/>
            <p:nvPr/>
          </p:nvSpPr>
          <p:spPr>
            <a:xfrm>
              <a:off x="362947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h7113"/>
            <p:cNvSpPr/>
            <p:nvPr/>
          </p:nvSpPr>
          <p:spPr>
            <a:xfrm>
              <a:off x="363891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h7114"/>
            <p:cNvSpPr/>
            <p:nvPr/>
          </p:nvSpPr>
          <p:spPr>
            <a:xfrm>
              <a:off x="364836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h7115"/>
            <p:cNvSpPr/>
            <p:nvPr/>
          </p:nvSpPr>
          <p:spPr>
            <a:xfrm>
              <a:off x="365780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h7116"/>
            <p:cNvSpPr/>
            <p:nvPr/>
          </p:nvSpPr>
          <p:spPr>
            <a:xfrm>
              <a:off x="366724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h7117"/>
            <p:cNvSpPr/>
            <p:nvPr/>
          </p:nvSpPr>
          <p:spPr>
            <a:xfrm>
              <a:off x="367668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h7118"/>
            <p:cNvSpPr/>
            <p:nvPr/>
          </p:nvSpPr>
          <p:spPr>
            <a:xfrm>
              <a:off x="368612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h7119"/>
            <p:cNvSpPr/>
            <p:nvPr/>
          </p:nvSpPr>
          <p:spPr>
            <a:xfrm>
              <a:off x="369556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h7120"/>
            <p:cNvSpPr/>
            <p:nvPr/>
          </p:nvSpPr>
          <p:spPr>
            <a:xfrm>
              <a:off x="370500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h7121"/>
            <p:cNvSpPr/>
            <p:nvPr/>
          </p:nvSpPr>
          <p:spPr>
            <a:xfrm>
              <a:off x="371444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h7122"/>
            <p:cNvSpPr/>
            <p:nvPr/>
          </p:nvSpPr>
          <p:spPr>
            <a:xfrm>
              <a:off x="372388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h7123"/>
            <p:cNvSpPr/>
            <p:nvPr/>
          </p:nvSpPr>
          <p:spPr>
            <a:xfrm>
              <a:off x="373332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h7124"/>
            <p:cNvSpPr/>
            <p:nvPr/>
          </p:nvSpPr>
          <p:spPr>
            <a:xfrm>
              <a:off x="374276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h7125"/>
            <p:cNvSpPr/>
            <p:nvPr/>
          </p:nvSpPr>
          <p:spPr>
            <a:xfrm>
              <a:off x="375220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h7126"/>
            <p:cNvSpPr/>
            <p:nvPr/>
          </p:nvSpPr>
          <p:spPr>
            <a:xfrm>
              <a:off x="376164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h7127"/>
            <p:cNvSpPr/>
            <p:nvPr/>
          </p:nvSpPr>
          <p:spPr>
            <a:xfrm>
              <a:off x="377108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h7128"/>
            <p:cNvSpPr/>
            <p:nvPr/>
          </p:nvSpPr>
          <p:spPr>
            <a:xfrm>
              <a:off x="378052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h7129"/>
            <p:cNvSpPr/>
            <p:nvPr/>
          </p:nvSpPr>
          <p:spPr>
            <a:xfrm>
              <a:off x="378996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h7130"/>
            <p:cNvSpPr/>
            <p:nvPr/>
          </p:nvSpPr>
          <p:spPr>
            <a:xfrm>
              <a:off x="379940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h7131"/>
            <p:cNvSpPr/>
            <p:nvPr/>
          </p:nvSpPr>
          <p:spPr>
            <a:xfrm>
              <a:off x="380884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h7132"/>
            <p:cNvSpPr/>
            <p:nvPr/>
          </p:nvSpPr>
          <p:spPr>
            <a:xfrm>
              <a:off x="381828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h7133"/>
            <p:cNvSpPr/>
            <p:nvPr/>
          </p:nvSpPr>
          <p:spPr>
            <a:xfrm>
              <a:off x="382772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h7134"/>
            <p:cNvSpPr/>
            <p:nvPr/>
          </p:nvSpPr>
          <p:spPr>
            <a:xfrm>
              <a:off x="3837165" y="123659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45"/>
                  </a:lnTo>
                  <a:lnTo>
                    <a:pt x="923775" y="914400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h7135"/>
            <p:cNvSpPr/>
            <p:nvPr/>
          </p:nvSpPr>
          <p:spPr>
            <a:xfrm>
              <a:off x="3846605" y="1219023"/>
              <a:ext cx="920718" cy="931814"/>
            </a:xfrm>
            <a:custGeom>
              <a:avLst/>
              <a:pathLst>
                <a:path w="920718" h="931814">
                  <a:moveTo>
                    <a:pt x="914400" y="914400"/>
                  </a:moveTo>
                  <a:lnTo>
                    <a:pt x="920718" y="914400"/>
                  </a:lnTo>
                  <a:lnTo>
                    <a:pt x="918283" y="921638"/>
                  </a:lnTo>
                  <a:lnTo>
                    <a:pt x="914920" y="930573"/>
                  </a:lnTo>
                  <a:lnTo>
                    <a:pt x="914400" y="931814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h7136"/>
            <p:cNvSpPr/>
            <p:nvPr/>
          </p:nvSpPr>
          <p:spPr>
            <a:xfrm>
              <a:off x="2052959" y="120145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12" y="931969"/>
                  </a:lnTo>
                  <a:lnTo>
                    <a:pt x="905803" y="923225"/>
                  </a:lnTo>
                  <a:lnTo>
                    <a:pt x="905340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h7137"/>
            <p:cNvSpPr/>
            <p:nvPr/>
          </p:nvSpPr>
          <p:spPr>
            <a:xfrm>
              <a:off x="205295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h7138"/>
            <p:cNvSpPr/>
            <p:nvPr/>
          </p:nvSpPr>
          <p:spPr>
            <a:xfrm>
              <a:off x="206239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h7139"/>
            <p:cNvSpPr/>
            <p:nvPr/>
          </p:nvSpPr>
          <p:spPr>
            <a:xfrm>
              <a:off x="207184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h7140"/>
            <p:cNvSpPr/>
            <p:nvPr/>
          </p:nvSpPr>
          <p:spPr>
            <a:xfrm>
              <a:off x="208128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h7141"/>
            <p:cNvSpPr/>
            <p:nvPr/>
          </p:nvSpPr>
          <p:spPr>
            <a:xfrm>
              <a:off x="209072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h7142"/>
            <p:cNvSpPr/>
            <p:nvPr/>
          </p:nvSpPr>
          <p:spPr>
            <a:xfrm>
              <a:off x="210016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h7143"/>
            <p:cNvSpPr/>
            <p:nvPr/>
          </p:nvSpPr>
          <p:spPr>
            <a:xfrm>
              <a:off x="210960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h7144"/>
            <p:cNvSpPr/>
            <p:nvPr/>
          </p:nvSpPr>
          <p:spPr>
            <a:xfrm>
              <a:off x="211904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h7145"/>
            <p:cNvSpPr/>
            <p:nvPr/>
          </p:nvSpPr>
          <p:spPr>
            <a:xfrm>
              <a:off x="212848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h7146"/>
            <p:cNvSpPr/>
            <p:nvPr/>
          </p:nvSpPr>
          <p:spPr>
            <a:xfrm>
              <a:off x="213792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h7147"/>
            <p:cNvSpPr/>
            <p:nvPr/>
          </p:nvSpPr>
          <p:spPr>
            <a:xfrm>
              <a:off x="214736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h7148"/>
            <p:cNvSpPr/>
            <p:nvPr/>
          </p:nvSpPr>
          <p:spPr>
            <a:xfrm>
              <a:off x="215680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h7149"/>
            <p:cNvSpPr/>
            <p:nvPr/>
          </p:nvSpPr>
          <p:spPr>
            <a:xfrm>
              <a:off x="216624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h7150"/>
            <p:cNvSpPr/>
            <p:nvPr/>
          </p:nvSpPr>
          <p:spPr>
            <a:xfrm>
              <a:off x="217568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h7151"/>
            <p:cNvSpPr/>
            <p:nvPr/>
          </p:nvSpPr>
          <p:spPr>
            <a:xfrm>
              <a:off x="218512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h7152"/>
            <p:cNvSpPr/>
            <p:nvPr/>
          </p:nvSpPr>
          <p:spPr>
            <a:xfrm>
              <a:off x="219456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h7153"/>
            <p:cNvSpPr/>
            <p:nvPr/>
          </p:nvSpPr>
          <p:spPr>
            <a:xfrm>
              <a:off x="220400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h7154"/>
            <p:cNvSpPr/>
            <p:nvPr/>
          </p:nvSpPr>
          <p:spPr>
            <a:xfrm>
              <a:off x="221344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h7155"/>
            <p:cNvSpPr/>
            <p:nvPr/>
          </p:nvSpPr>
          <p:spPr>
            <a:xfrm>
              <a:off x="222288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h7156"/>
            <p:cNvSpPr/>
            <p:nvPr/>
          </p:nvSpPr>
          <p:spPr>
            <a:xfrm>
              <a:off x="223232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h7157"/>
            <p:cNvSpPr/>
            <p:nvPr/>
          </p:nvSpPr>
          <p:spPr>
            <a:xfrm>
              <a:off x="224176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h7158"/>
            <p:cNvSpPr/>
            <p:nvPr/>
          </p:nvSpPr>
          <p:spPr>
            <a:xfrm>
              <a:off x="225120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h7159"/>
            <p:cNvSpPr/>
            <p:nvPr/>
          </p:nvSpPr>
          <p:spPr>
            <a:xfrm>
              <a:off x="226064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h7160"/>
            <p:cNvSpPr/>
            <p:nvPr/>
          </p:nvSpPr>
          <p:spPr>
            <a:xfrm>
              <a:off x="227008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h7161"/>
            <p:cNvSpPr/>
            <p:nvPr/>
          </p:nvSpPr>
          <p:spPr>
            <a:xfrm>
              <a:off x="227952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h7162"/>
            <p:cNvSpPr/>
            <p:nvPr/>
          </p:nvSpPr>
          <p:spPr>
            <a:xfrm>
              <a:off x="228896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h7163"/>
            <p:cNvSpPr/>
            <p:nvPr/>
          </p:nvSpPr>
          <p:spPr>
            <a:xfrm>
              <a:off x="229840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h7164"/>
            <p:cNvSpPr/>
            <p:nvPr/>
          </p:nvSpPr>
          <p:spPr>
            <a:xfrm>
              <a:off x="230784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h7165"/>
            <p:cNvSpPr/>
            <p:nvPr/>
          </p:nvSpPr>
          <p:spPr>
            <a:xfrm>
              <a:off x="231728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h7166"/>
            <p:cNvSpPr/>
            <p:nvPr/>
          </p:nvSpPr>
          <p:spPr>
            <a:xfrm>
              <a:off x="232672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h7167"/>
            <p:cNvSpPr/>
            <p:nvPr/>
          </p:nvSpPr>
          <p:spPr>
            <a:xfrm>
              <a:off x="233616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h7168"/>
            <p:cNvSpPr/>
            <p:nvPr/>
          </p:nvSpPr>
          <p:spPr>
            <a:xfrm>
              <a:off x="234560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h7169"/>
            <p:cNvSpPr/>
            <p:nvPr/>
          </p:nvSpPr>
          <p:spPr>
            <a:xfrm>
              <a:off x="235504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h7170"/>
            <p:cNvSpPr/>
            <p:nvPr/>
          </p:nvSpPr>
          <p:spPr>
            <a:xfrm>
              <a:off x="236448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h7171"/>
            <p:cNvSpPr/>
            <p:nvPr/>
          </p:nvSpPr>
          <p:spPr>
            <a:xfrm>
              <a:off x="237392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h7172"/>
            <p:cNvSpPr/>
            <p:nvPr/>
          </p:nvSpPr>
          <p:spPr>
            <a:xfrm>
              <a:off x="2383368" y="120145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h7173"/>
            <p:cNvSpPr/>
            <p:nvPr/>
          </p:nvSpPr>
          <p:spPr>
            <a:xfrm>
              <a:off x="239280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h7174"/>
            <p:cNvSpPr/>
            <p:nvPr/>
          </p:nvSpPr>
          <p:spPr>
            <a:xfrm>
              <a:off x="2411688" y="121902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18" y="896830"/>
                  </a:lnTo>
                  <a:lnTo>
                    <a:pt x="910294" y="900198"/>
                  </a:lnTo>
                  <a:lnTo>
                    <a:pt x="913865" y="908669"/>
                  </a:lnTo>
                  <a:lnTo>
                    <a:pt x="914400" y="91008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h7175"/>
            <p:cNvSpPr/>
            <p:nvPr/>
          </p:nvSpPr>
          <p:spPr>
            <a:xfrm>
              <a:off x="2411688" y="1219023"/>
              <a:ext cx="916036" cy="914400"/>
            </a:xfrm>
            <a:custGeom>
              <a:avLst/>
              <a:pathLst>
                <a:path w="916036" h="914400">
                  <a:moveTo>
                    <a:pt x="914400" y="914400"/>
                  </a:moveTo>
                  <a:lnTo>
                    <a:pt x="914400" y="910080"/>
                  </a:lnTo>
                  <a:lnTo>
                    <a:pt x="916036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h7176"/>
            <p:cNvSpPr/>
            <p:nvPr/>
          </p:nvSpPr>
          <p:spPr>
            <a:xfrm>
              <a:off x="3450115" y="121902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055" y="914400"/>
                  </a:lnTo>
                  <a:lnTo>
                    <a:pt x="914400" y="91269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h7177"/>
            <p:cNvSpPr/>
            <p:nvPr/>
          </p:nvSpPr>
          <p:spPr>
            <a:xfrm>
              <a:off x="3459555" y="120145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269"/>
                  </a:lnTo>
                  <a:lnTo>
                    <a:pt x="909156" y="928078"/>
                  </a:lnTo>
                  <a:lnTo>
                    <a:pt x="910298" y="917076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h7178"/>
            <p:cNvSpPr/>
            <p:nvPr/>
          </p:nvSpPr>
          <p:spPr>
            <a:xfrm>
              <a:off x="345955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h7179"/>
            <p:cNvSpPr/>
            <p:nvPr/>
          </p:nvSpPr>
          <p:spPr>
            <a:xfrm>
              <a:off x="346899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h7180"/>
            <p:cNvSpPr/>
            <p:nvPr/>
          </p:nvSpPr>
          <p:spPr>
            <a:xfrm>
              <a:off x="347843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h7181"/>
            <p:cNvSpPr/>
            <p:nvPr/>
          </p:nvSpPr>
          <p:spPr>
            <a:xfrm>
              <a:off x="348787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h7182"/>
            <p:cNvSpPr/>
            <p:nvPr/>
          </p:nvSpPr>
          <p:spPr>
            <a:xfrm>
              <a:off x="349731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h7183"/>
            <p:cNvSpPr/>
            <p:nvPr/>
          </p:nvSpPr>
          <p:spPr>
            <a:xfrm>
              <a:off x="350675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h7184"/>
            <p:cNvSpPr/>
            <p:nvPr/>
          </p:nvSpPr>
          <p:spPr>
            <a:xfrm>
              <a:off x="351619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h7185"/>
            <p:cNvSpPr/>
            <p:nvPr/>
          </p:nvSpPr>
          <p:spPr>
            <a:xfrm>
              <a:off x="352563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h7186"/>
            <p:cNvSpPr/>
            <p:nvPr/>
          </p:nvSpPr>
          <p:spPr>
            <a:xfrm>
              <a:off x="353507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h7187"/>
            <p:cNvSpPr/>
            <p:nvPr/>
          </p:nvSpPr>
          <p:spPr>
            <a:xfrm>
              <a:off x="354451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h7188"/>
            <p:cNvSpPr/>
            <p:nvPr/>
          </p:nvSpPr>
          <p:spPr>
            <a:xfrm>
              <a:off x="355395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h7189"/>
            <p:cNvSpPr/>
            <p:nvPr/>
          </p:nvSpPr>
          <p:spPr>
            <a:xfrm>
              <a:off x="356339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h7190"/>
            <p:cNvSpPr/>
            <p:nvPr/>
          </p:nvSpPr>
          <p:spPr>
            <a:xfrm>
              <a:off x="357283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h7191"/>
            <p:cNvSpPr/>
            <p:nvPr/>
          </p:nvSpPr>
          <p:spPr>
            <a:xfrm>
              <a:off x="358227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h7192"/>
            <p:cNvSpPr/>
            <p:nvPr/>
          </p:nvSpPr>
          <p:spPr>
            <a:xfrm>
              <a:off x="359171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h7193"/>
            <p:cNvSpPr/>
            <p:nvPr/>
          </p:nvSpPr>
          <p:spPr>
            <a:xfrm>
              <a:off x="360115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h7194"/>
            <p:cNvSpPr/>
            <p:nvPr/>
          </p:nvSpPr>
          <p:spPr>
            <a:xfrm>
              <a:off x="361059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h7195"/>
            <p:cNvSpPr/>
            <p:nvPr/>
          </p:nvSpPr>
          <p:spPr>
            <a:xfrm>
              <a:off x="362003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h7196"/>
            <p:cNvSpPr/>
            <p:nvPr/>
          </p:nvSpPr>
          <p:spPr>
            <a:xfrm>
              <a:off x="362947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h7197"/>
            <p:cNvSpPr/>
            <p:nvPr/>
          </p:nvSpPr>
          <p:spPr>
            <a:xfrm>
              <a:off x="363891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h7198"/>
            <p:cNvSpPr/>
            <p:nvPr/>
          </p:nvSpPr>
          <p:spPr>
            <a:xfrm>
              <a:off x="364836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h7199"/>
            <p:cNvSpPr/>
            <p:nvPr/>
          </p:nvSpPr>
          <p:spPr>
            <a:xfrm>
              <a:off x="365780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h7200"/>
            <p:cNvSpPr/>
            <p:nvPr/>
          </p:nvSpPr>
          <p:spPr>
            <a:xfrm>
              <a:off x="366724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h7201"/>
            <p:cNvSpPr/>
            <p:nvPr/>
          </p:nvSpPr>
          <p:spPr>
            <a:xfrm>
              <a:off x="367668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h7202"/>
            <p:cNvSpPr/>
            <p:nvPr/>
          </p:nvSpPr>
          <p:spPr>
            <a:xfrm>
              <a:off x="368612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h7203"/>
            <p:cNvSpPr/>
            <p:nvPr/>
          </p:nvSpPr>
          <p:spPr>
            <a:xfrm>
              <a:off x="369556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h7204"/>
            <p:cNvSpPr/>
            <p:nvPr/>
          </p:nvSpPr>
          <p:spPr>
            <a:xfrm>
              <a:off x="370500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h7205"/>
            <p:cNvSpPr/>
            <p:nvPr/>
          </p:nvSpPr>
          <p:spPr>
            <a:xfrm>
              <a:off x="371444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h7206"/>
            <p:cNvSpPr/>
            <p:nvPr/>
          </p:nvSpPr>
          <p:spPr>
            <a:xfrm>
              <a:off x="372388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h7207"/>
            <p:cNvSpPr/>
            <p:nvPr/>
          </p:nvSpPr>
          <p:spPr>
            <a:xfrm>
              <a:off x="373332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h7208"/>
            <p:cNvSpPr/>
            <p:nvPr/>
          </p:nvSpPr>
          <p:spPr>
            <a:xfrm>
              <a:off x="374276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h7209"/>
            <p:cNvSpPr/>
            <p:nvPr/>
          </p:nvSpPr>
          <p:spPr>
            <a:xfrm>
              <a:off x="375220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h7210"/>
            <p:cNvSpPr/>
            <p:nvPr/>
          </p:nvSpPr>
          <p:spPr>
            <a:xfrm>
              <a:off x="376164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h7211"/>
            <p:cNvSpPr/>
            <p:nvPr/>
          </p:nvSpPr>
          <p:spPr>
            <a:xfrm>
              <a:off x="377108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h7212"/>
            <p:cNvSpPr/>
            <p:nvPr/>
          </p:nvSpPr>
          <p:spPr>
            <a:xfrm>
              <a:off x="378052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h7213"/>
            <p:cNvSpPr/>
            <p:nvPr/>
          </p:nvSpPr>
          <p:spPr>
            <a:xfrm>
              <a:off x="378996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h7214"/>
            <p:cNvSpPr/>
            <p:nvPr/>
          </p:nvSpPr>
          <p:spPr>
            <a:xfrm>
              <a:off x="379940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h7215"/>
            <p:cNvSpPr/>
            <p:nvPr/>
          </p:nvSpPr>
          <p:spPr>
            <a:xfrm>
              <a:off x="380884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h7216"/>
            <p:cNvSpPr/>
            <p:nvPr/>
          </p:nvSpPr>
          <p:spPr>
            <a:xfrm>
              <a:off x="381828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h7217"/>
            <p:cNvSpPr/>
            <p:nvPr/>
          </p:nvSpPr>
          <p:spPr>
            <a:xfrm>
              <a:off x="382772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h7218"/>
            <p:cNvSpPr/>
            <p:nvPr/>
          </p:nvSpPr>
          <p:spPr>
            <a:xfrm>
              <a:off x="383716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h7219"/>
            <p:cNvSpPr/>
            <p:nvPr/>
          </p:nvSpPr>
          <p:spPr>
            <a:xfrm>
              <a:off x="3846605" y="121902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204"/>
                  </a:lnTo>
                  <a:lnTo>
                    <a:pt x="921393" y="912392"/>
                  </a:lnTo>
                  <a:lnTo>
                    <a:pt x="920718" y="914400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h7220"/>
            <p:cNvSpPr/>
            <p:nvPr/>
          </p:nvSpPr>
          <p:spPr>
            <a:xfrm>
              <a:off x="3856045" y="1201453"/>
              <a:ext cx="916390" cy="921773"/>
            </a:xfrm>
            <a:custGeom>
              <a:avLst/>
              <a:pathLst>
                <a:path w="916390" h="921773">
                  <a:moveTo>
                    <a:pt x="914400" y="914400"/>
                  </a:moveTo>
                  <a:lnTo>
                    <a:pt x="916390" y="914400"/>
                  </a:lnTo>
                  <a:lnTo>
                    <a:pt x="914802" y="920428"/>
                  </a:lnTo>
                  <a:lnTo>
                    <a:pt x="914400" y="921773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h7221"/>
            <p:cNvSpPr/>
            <p:nvPr/>
          </p:nvSpPr>
          <p:spPr>
            <a:xfrm>
              <a:off x="2052959" y="118388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40" y="931969"/>
                  </a:lnTo>
                  <a:lnTo>
                    <a:pt x="905226" y="929809"/>
                  </a:lnTo>
                  <a:lnTo>
                    <a:pt x="904959" y="918782"/>
                  </a:lnTo>
                  <a:lnTo>
                    <a:pt x="904976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h7222"/>
            <p:cNvSpPr/>
            <p:nvPr/>
          </p:nvSpPr>
          <p:spPr>
            <a:xfrm>
              <a:off x="205295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h7223"/>
            <p:cNvSpPr/>
            <p:nvPr/>
          </p:nvSpPr>
          <p:spPr>
            <a:xfrm>
              <a:off x="206239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h7224"/>
            <p:cNvSpPr/>
            <p:nvPr/>
          </p:nvSpPr>
          <p:spPr>
            <a:xfrm>
              <a:off x="207184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h7225"/>
            <p:cNvSpPr/>
            <p:nvPr/>
          </p:nvSpPr>
          <p:spPr>
            <a:xfrm>
              <a:off x="208128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h7226"/>
            <p:cNvSpPr/>
            <p:nvPr/>
          </p:nvSpPr>
          <p:spPr>
            <a:xfrm>
              <a:off x="209072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h7227"/>
            <p:cNvSpPr/>
            <p:nvPr/>
          </p:nvSpPr>
          <p:spPr>
            <a:xfrm>
              <a:off x="210016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h7228"/>
            <p:cNvSpPr/>
            <p:nvPr/>
          </p:nvSpPr>
          <p:spPr>
            <a:xfrm>
              <a:off x="210960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h7229"/>
            <p:cNvSpPr/>
            <p:nvPr/>
          </p:nvSpPr>
          <p:spPr>
            <a:xfrm>
              <a:off x="211904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h7230"/>
            <p:cNvSpPr/>
            <p:nvPr/>
          </p:nvSpPr>
          <p:spPr>
            <a:xfrm>
              <a:off x="212848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h7231"/>
            <p:cNvSpPr/>
            <p:nvPr/>
          </p:nvSpPr>
          <p:spPr>
            <a:xfrm>
              <a:off x="213792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h7232"/>
            <p:cNvSpPr/>
            <p:nvPr/>
          </p:nvSpPr>
          <p:spPr>
            <a:xfrm>
              <a:off x="214736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h7233"/>
            <p:cNvSpPr/>
            <p:nvPr/>
          </p:nvSpPr>
          <p:spPr>
            <a:xfrm>
              <a:off x="215680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h7234"/>
            <p:cNvSpPr/>
            <p:nvPr/>
          </p:nvSpPr>
          <p:spPr>
            <a:xfrm>
              <a:off x="216624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h7235"/>
            <p:cNvSpPr/>
            <p:nvPr/>
          </p:nvSpPr>
          <p:spPr>
            <a:xfrm>
              <a:off x="217568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h7236"/>
            <p:cNvSpPr/>
            <p:nvPr/>
          </p:nvSpPr>
          <p:spPr>
            <a:xfrm>
              <a:off x="218512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h7237"/>
            <p:cNvSpPr/>
            <p:nvPr/>
          </p:nvSpPr>
          <p:spPr>
            <a:xfrm>
              <a:off x="219456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h7238"/>
            <p:cNvSpPr/>
            <p:nvPr/>
          </p:nvSpPr>
          <p:spPr>
            <a:xfrm>
              <a:off x="220400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h7239"/>
            <p:cNvSpPr/>
            <p:nvPr/>
          </p:nvSpPr>
          <p:spPr>
            <a:xfrm>
              <a:off x="221344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h7240"/>
            <p:cNvSpPr/>
            <p:nvPr/>
          </p:nvSpPr>
          <p:spPr>
            <a:xfrm>
              <a:off x="222288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h7241"/>
            <p:cNvSpPr/>
            <p:nvPr/>
          </p:nvSpPr>
          <p:spPr>
            <a:xfrm>
              <a:off x="223232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h7242"/>
            <p:cNvSpPr/>
            <p:nvPr/>
          </p:nvSpPr>
          <p:spPr>
            <a:xfrm>
              <a:off x="224176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h7243"/>
            <p:cNvSpPr/>
            <p:nvPr/>
          </p:nvSpPr>
          <p:spPr>
            <a:xfrm>
              <a:off x="225120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h7244"/>
            <p:cNvSpPr/>
            <p:nvPr/>
          </p:nvSpPr>
          <p:spPr>
            <a:xfrm>
              <a:off x="226064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h7245"/>
            <p:cNvSpPr/>
            <p:nvPr/>
          </p:nvSpPr>
          <p:spPr>
            <a:xfrm>
              <a:off x="227008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h7246"/>
            <p:cNvSpPr/>
            <p:nvPr/>
          </p:nvSpPr>
          <p:spPr>
            <a:xfrm>
              <a:off x="227952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h7247"/>
            <p:cNvSpPr/>
            <p:nvPr/>
          </p:nvSpPr>
          <p:spPr>
            <a:xfrm>
              <a:off x="228896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h7248"/>
            <p:cNvSpPr/>
            <p:nvPr/>
          </p:nvSpPr>
          <p:spPr>
            <a:xfrm>
              <a:off x="229840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h7249"/>
            <p:cNvSpPr/>
            <p:nvPr/>
          </p:nvSpPr>
          <p:spPr>
            <a:xfrm>
              <a:off x="230784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h7250"/>
            <p:cNvSpPr/>
            <p:nvPr/>
          </p:nvSpPr>
          <p:spPr>
            <a:xfrm>
              <a:off x="231728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h7251"/>
            <p:cNvSpPr/>
            <p:nvPr/>
          </p:nvSpPr>
          <p:spPr>
            <a:xfrm>
              <a:off x="232672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h7252"/>
            <p:cNvSpPr/>
            <p:nvPr/>
          </p:nvSpPr>
          <p:spPr>
            <a:xfrm>
              <a:off x="233616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h7253"/>
            <p:cNvSpPr/>
            <p:nvPr/>
          </p:nvSpPr>
          <p:spPr>
            <a:xfrm>
              <a:off x="234560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h7254"/>
            <p:cNvSpPr/>
            <p:nvPr/>
          </p:nvSpPr>
          <p:spPr>
            <a:xfrm>
              <a:off x="235504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h7255"/>
            <p:cNvSpPr/>
            <p:nvPr/>
          </p:nvSpPr>
          <p:spPr>
            <a:xfrm>
              <a:off x="236448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h7256"/>
            <p:cNvSpPr/>
            <p:nvPr/>
          </p:nvSpPr>
          <p:spPr>
            <a:xfrm>
              <a:off x="237392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h7257"/>
            <p:cNvSpPr/>
            <p:nvPr/>
          </p:nvSpPr>
          <p:spPr>
            <a:xfrm>
              <a:off x="2383368" y="11838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h7258"/>
            <p:cNvSpPr/>
            <p:nvPr/>
          </p:nvSpPr>
          <p:spPr>
            <a:xfrm>
              <a:off x="2402248" y="120145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10" y="896830"/>
                  </a:lnTo>
                  <a:lnTo>
                    <a:pt x="911919" y="901898"/>
                  </a:lnTo>
                  <a:lnTo>
                    <a:pt x="914399" y="906684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h7259"/>
            <p:cNvSpPr/>
            <p:nvPr/>
          </p:nvSpPr>
          <p:spPr>
            <a:xfrm>
              <a:off x="2402248" y="1201453"/>
              <a:ext cx="918159" cy="914400"/>
            </a:xfrm>
            <a:custGeom>
              <a:avLst/>
              <a:pathLst>
                <a:path w="918159" h="914400">
                  <a:moveTo>
                    <a:pt x="914399" y="914400"/>
                  </a:moveTo>
                  <a:lnTo>
                    <a:pt x="914399" y="906684"/>
                  </a:lnTo>
                  <a:lnTo>
                    <a:pt x="915936" y="909647"/>
                  </a:lnTo>
                  <a:lnTo>
                    <a:pt x="918159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h7260"/>
            <p:cNvSpPr/>
            <p:nvPr/>
          </p:nvSpPr>
          <p:spPr>
            <a:xfrm>
              <a:off x="3459555" y="118388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656" y="931969"/>
                  </a:lnTo>
                  <a:lnTo>
                    <a:pt x="911752" y="923773"/>
                  </a:lnTo>
                  <a:lnTo>
                    <a:pt x="913295" y="914400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h7261"/>
            <p:cNvSpPr/>
            <p:nvPr/>
          </p:nvSpPr>
          <p:spPr>
            <a:xfrm>
              <a:off x="345955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h7262"/>
            <p:cNvSpPr/>
            <p:nvPr/>
          </p:nvSpPr>
          <p:spPr>
            <a:xfrm>
              <a:off x="346899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h7263"/>
            <p:cNvSpPr/>
            <p:nvPr/>
          </p:nvSpPr>
          <p:spPr>
            <a:xfrm>
              <a:off x="347843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h7264"/>
            <p:cNvSpPr/>
            <p:nvPr/>
          </p:nvSpPr>
          <p:spPr>
            <a:xfrm>
              <a:off x="348787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h7265"/>
            <p:cNvSpPr/>
            <p:nvPr/>
          </p:nvSpPr>
          <p:spPr>
            <a:xfrm>
              <a:off x="349731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h7266"/>
            <p:cNvSpPr/>
            <p:nvPr/>
          </p:nvSpPr>
          <p:spPr>
            <a:xfrm>
              <a:off x="350675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h7267"/>
            <p:cNvSpPr/>
            <p:nvPr/>
          </p:nvSpPr>
          <p:spPr>
            <a:xfrm>
              <a:off x="351619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h7268"/>
            <p:cNvSpPr/>
            <p:nvPr/>
          </p:nvSpPr>
          <p:spPr>
            <a:xfrm>
              <a:off x="352563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h7269"/>
            <p:cNvSpPr/>
            <p:nvPr/>
          </p:nvSpPr>
          <p:spPr>
            <a:xfrm>
              <a:off x="353507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h7270"/>
            <p:cNvSpPr/>
            <p:nvPr/>
          </p:nvSpPr>
          <p:spPr>
            <a:xfrm>
              <a:off x="354451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h7271"/>
            <p:cNvSpPr/>
            <p:nvPr/>
          </p:nvSpPr>
          <p:spPr>
            <a:xfrm>
              <a:off x="355395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h7272"/>
            <p:cNvSpPr/>
            <p:nvPr/>
          </p:nvSpPr>
          <p:spPr>
            <a:xfrm>
              <a:off x="356339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h7273"/>
            <p:cNvSpPr/>
            <p:nvPr/>
          </p:nvSpPr>
          <p:spPr>
            <a:xfrm>
              <a:off x="357283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h7274"/>
            <p:cNvSpPr/>
            <p:nvPr/>
          </p:nvSpPr>
          <p:spPr>
            <a:xfrm>
              <a:off x="358227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h7275"/>
            <p:cNvSpPr/>
            <p:nvPr/>
          </p:nvSpPr>
          <p:spPr>
            <a:xfrm>
              <a:off x="359171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h7276"/>
            <p:cNvSpPr/>
            <p:nvPr/>
          </p:nvSpPr>
          <p:spPr>
            <a:xfrm>
              <a:off x="360115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h7277"/>
            <p:cNvSpPr/>
            <p:nvPr/>
          </p:nvSpPr>
          <p:spPr>
            <a:xfrm>
              <a:off x="361059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h7278"/>
            <p:cNvSpPr/>
            <p:nvPr/>
          </p:nvSpPr>
          <p:spPr>
            <a:xfrm>
              <a:off x="362003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h7279"/>
            <p:cNvSpPr/>
            <p:nvPr/>
          </p:nvSpPr>
          <p:spPr>
            <a:xfrm>
              <a:off x="362947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h7280"/>
            <p:cNvSpPr/>
            <p:nvPr/>
          </p:nvSpPr>
          <p:spPr>
            <a:xfrm>
              <a:off x="363891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h7281"/>
            <p:cNvSpPr/>
            <p:nvPr/>
          </p:nvSpPr>
          <p:spPr>
            <a:xfrm>
              <a:off x="364836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h7282"/>
            <p:cNvSpPr/>
            <p:nvPr/>
          </p:nvSpPr>
          <p:spPr>
            <a:xfrm>
              <a:off x="365780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h7283"/>
            <p:cNvSpPr/>
            <p:nvPr/>
          </p:nvSpPr>
          <p:spPr>
            <a:xfrm>
              <a:off x="366724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h7284"/>
            <p:cNvSpPr/>
            <p:nvPr/>
          </p:nvSpPr>
          <p:spPr>
            <a:xfrm>
              <a:off x="367668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h7285"/>
            <p:cNvSpPr/>
            <p:nvPr/>
          </p:nvSpPr>
          <p:spPr>
            <a:xfrm>
              <a:off x="368612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h7286"/>
            <p:cNvSpPr/>
            <p:nvPr/>
          </p:nvSpPr>
          <p:spPr>
            <a:xfrm>
              <a:off x="369556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h7287"/>
            <p:cNvSpPr/>
            <p:nvPr/>
          </p:nvSpPr>
          <p:spPr>
            <a:xfrm>
              <a:off x="370500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h7288"/>
            <p:cNvSpPr/>
            <p:nvPr/>
          </p:nvSpPr>
          <p:spPr>
            <a:xfrm>
              <a:off x="371444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h7289"/>
            <p:cNvSpPr/>
            <p:nvPr/>
          </p:nvSpPr>
          <p:spPr>
            <a:xfrm>
              <a:off x="372388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h7290"/>
            <p:cNvSpPr/>
            <p:nvPr/>
          </p:nvSpPr>
          <p:spPr>
            <a:xfrm>
              <a:off x="373332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h7291"/>
            <p:cNvSpPr/>
            <p:nvPr/>
          </p:nvSpPr>
          <p:spPr>
            <a:xfrm>
              <a:off x="374276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h7292"/>
            <p:cNvSpPr/>
            <p:nvPr/>
          </p:nvSpPr>
          <p:spPr>
            <a:xfrm>
              <a:off x="375220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h7293"/>
            <p:cNvSpPr/>
            <p:nvPr/>
          </p:nvSpPr>
          <p:spPr>
            <a:xfrm>
              <a:off x="376164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h7294"/>
            <p:cNvSpPr/>
            <p:nvPr/>
          </p:nvSpPr>
          <p:spPr>
            <a:xfrm>
              <a:off x="377108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h7295"/>
            <p:cNvSpPr/>
            <p:nvPr/>
          </p:nvSpPr>
          <p:spPr>
            <a:xfrm>
              <a:off x="378052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h7296"/>
            <p:cNvSpPr/>
            <p:nvPr/>
          </p:nvSpPr>
          <p:spPr>
            <a:xfrm>
              <a:off x="378996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h7297"/>
            <p:cNvSpPr/>
            <p:nvPr/>
          </p:nvSpPr>
          <p:spPr>
            <a:xfrm>
              <a:off x="379940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h7298"/>
            <p:cNvSpPr/>
            <p:nvPr/>
          </p:nvSpPr>
          <p:spPr>
            <a:xfrm>
              <a:off x="380884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h7299"/>
            <p:cNvSpPr/>
            <p:nvPr/>
          </p:nvSpPr>
          <p:spPr>
            <a:xfrm>
              <a:off x="381828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h7300"/>
            <p:cNvSpPr/>
            <p:nvPr/>
          </p:nvSpPr>
          <p:spPr>
            <a:xfrm>
              <a:off x="382772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h7301"/>
            <p:cNvSpPr/>
            <p:nvPr/>
          </p:nvSpPr>
          <p:spPr>
            <a:xfrm>
              <a:off x="383716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h7302"/>
            <p:cNvSpPr/>
            <p:nvPr/>
          </p:nvSpPr>
          <p:spPr>
            <a:xfrm>
              <a:off x="384660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h7303"/>
            <p:cNvSpPr/>
            <p:nvPr/>
          </p:nvSpPr>
          <p:spPr>
            <a:xfrm>
              <a:off x="3856045" y="1201453"/>
              <a:ext cx="920431" cy="914400"/>
            </a:xfrm>
            <a:custGeom>
              <a:avLst/>
              <a:pathLst>
                <a:path w="9204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31" y="896830"/>
                  </a:lnTo>
                  <a:lnTo>
                    <a:pt x="919686" y="900602"/>
                  </a:lnTo>
                  <a:lnTo>
                    <a:pt x="917382" y="910633"/>
                  </a:lnTo>
                  <a:lnTo>
                    <a:pt x="916390" y="914400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h7304"/>
            <p:cNvSpPr/>
            <p:nvPr/>
          </p:nvSpPr>
          <p:spPr>
            <a:xfrm>
              <a:off x="2052959" y="116631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76" y="931969"/>
                  </a:lnTo>
                  <a:lnTo>
                    <a:pt x="905003" y="925314"/>
                  </a:lnTo>
                  <a:lnTo>
                    <a:pt x="905353" y="914400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h7305"/>
            <p:cNvSpPr/>
            <p:nvPr/>
          </p:nvSpPr>
          <p:spPr>
            <a:xfrm>
              <a:off x="205295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h7306"/>
            <p:cNvSpPr/>
            <p:nvPr/>
          </p:nvSpPr>
          <p:spPr>
            <a:xfrm>
              <a:off x="206239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h7307"/>
            <p:cNvSpPr/>
            <p:nvPr/>
          </p:nvSpPr>
          <p:spPr>
            <a:xfrm>
              <a:off x="207184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h7308"/>
            <p:cNvSpPr/>
            <p:nvPr/>
          </p:nvSpPr>
          <p:spPr>
            <a:xfrm>
              <a:off x="208128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h7309"/>
            <p:cNvSpPr/>
            <p:nvPr/>
          </p:nvSpPr>
          <p:spPr>
            <a:xfrm>
              <a:off x="209072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h7310"/>
            <p:cNvSpPr/>
            <p:nvPr/>
          </p:nvSpPr>
          <p:spPr>
            <a:xfrm>
              <a:off x="210016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h7311"/>
            <p:cNvSpPr/>
            <p:nvPr/>
          </p:nvSpPr>
          <p:spPr>
            <a:xfrm>
              <a:off x="210960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h7312"/>
            <p:cNvSpPr/>
            <p:nvPr/>
          </p:nvSpPr>
          <p:spPr>
            <a:xfrm>
              <a:off x="211904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h7313"/>
            <p:cNvSpPr/>
            <p:nvPr/>
          </p:nvSpPr>
          <p:spPr>
            <a:xfrm>
              <a:off x="212848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h7314"/>
            <p:cNvSpPr/>
            <p:nvPr/>
          </p:nvSpPr>
          <p:spPr>
            <a:xfrm>
              <a:off x="213792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h7315"/>
            <p:cNvSpPr/>
            <p:nvPr/>
          </p:nvSpPr>
          <p:spPr>
            <a:xfrm>
              <a:off x="214736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h7316"/>
            <p:cNvSpPr/>
            <p:nvPr/>
          </p:nvSpPr>
          <p:spPr>
            <a:xfrm>
              <a:off x="215680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h7317"/>
            <p:cNvSpPr/>
            <p:nvPr/>
          </p:nvSpPr>
          <p:spPr>
            <a:xfrm>
              <a:off x="216624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h7318"/>
            <p:cNvSpPr/>
            <p:nvPr/>
          </p:nvSpPr>
          <p:spPr>
            <a:xfrm>
              <a:off x="217568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h7319"/>
            <p:cNvSpPr/>
            <p:nvPr/>
          </p:nvSpPr>
          <p:spPr>
            <a:xfrm>
              <a:off x="218512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h7320"/>
            <p:cNvSpPr/>
            <p:nvPr/>
          </p:nvSpPr>
          <p:spPr>
            <a:xfrm>
              <a:off x="219456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h7321"/>
            <p:cNvSpPr/>
            <p:nvPr/>
          </p:nvSpPr>
          <p:spPr>
            <a:xfrm>
              <a:off x="220400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h7322"/>
            <p:cNvSpPr/>
            <p:nvPr/>
          </p:nvSpPr>
          <p:spPr>
            <a:xfrm>
              <a:off x="221344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h7323"/>
            <p:cNvSpPr/>
            <p:nvPr/>
          </p:nvSpPr>
          <p:spPr>
            <a:xfrm>
              <a:off x="222288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h7324"/>
            <p:cNvSpPr/>
            <p:nvPr/>
          </p:nvSpPr>
          <p:spPr>
            <a:xfrm>
              <a:off x="223232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h7325"/>
            <p:cNvSpPr/>
            <p:nvPr/>
          </p:nvSpPr>
          <p:spPr>
            <a:xfrm>
              <a:off x="224176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h7326"/>
            <p:cNvSpPr/>
            <p:nvPr/>
          </p:nvSpPr>
          <p:spPr>
            <a:xfrm>
              <a:off x="225120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h7327"/>
            <p:cNvSpPr/>
            <p:nvPr/>
          </p:nvSpPr>
          <p:spPr>
            <a:xfrm>
              <a:off x="226064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h7328"/>
            <p:cNvSpPr/>
            <p:nvPr/>
          </p:nvSpPr>
          <p:spPr>
            <a:xfrm>
              <a:off x="227008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h7329"/>
            <p:cNvSpPr/>
            <p:nvPr/>
          </p:nvSpPr>
          <p:spPr>
            <a:xfrm>
              <a:off x="227952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h7330"/>
            <p:cNvSpPr/>
            <p:nvPr/>
          </p:nvSpPr>
          <p:spPr>
            <a:xfrm>
              <a:off x="228896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h7331"/>
            <p:cNvSpPr/>
            <p:nvPr/>
          </p:nvSpPr>
          <p:spPr>
            <a:xfrm>
              <a:off x="229840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h7332"/>
            <p:cNvSpPr/>
            <p:nvPr/>
          </p:nvSpPr>
          <p:spPr>
            <a:xfrm>
              <a:off x="230784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h7333"/>
            <p:cNvSpPr/>
            <p:nvPr/>
          </p:nvSpPr>
          <p:spPr>
            <a:xfrm>
              <a:off x="231728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h7334"/>
            <p:cNvSpPr/>
            <p:nvPr/>
          </p:nvSpPr>
          <p:spPr>
            <a:xfrm>
              <a:off x="232672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h7335"/>
            <p:cNvSpPr/>
            <p:nvPr/>
          </p:nvSpPr>
          <p:spPr>
            <a:xfrm>
              <a:off x="233616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h7336"/>
            <p:cNvSpPr/>
            <p:nvPr/>
          </p:nvSpPr>
          <p:spPr>
            <a:xfrm>
              <a:off x="234560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h7337"/>
            <p:cNvSpPr/>
            <p:nvPr/>
          </p:nvSpPr>
          <p:spPr>
            <a:xfrm>
              <a:off x="235504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h7338"/>
            <p:cNvSpPr/>
            <p:nvPr/>
          </p:nvSpPr>
          <p:spPr>
            <a:xfrm>
              <a:off x="236448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h7339"/>
            <p:cNvSpPr/>
            <p:nvPr/>
          </p:nvSpPr>
          <p:spPr>
            <a:xfrm>
              <a:off x="237392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h7340"/>
            <p:cNvSpPr/>
            <p:nvPr/>
          </p:nvSpPr>
          <p:spPr>
            <a:xfrm>
              <a:off x="2392808" y="118388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681" y="896830"/>
                  </a:lnTo>
                  <a:lnTo>
                    <a:pt x="908111" y="898647"/>
                  </a:lnTo>
                  <a:lnTo>
                    <a:pt x="912716" y="905164"/>
                  </a:lnTo>
                  <a:lnTo>
                    <a:pt x="914400" y="90781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h7341"/>
            <p:cNvSpPr/>
            <p:nvPr/>
          </p:nvSpPr>
          <p:spPr>
            <a:xfrm>
              <a:off x="2392808" y="1183884"/>
              <a:ext cx="918450" cy="914400"/>
            </a:xfrm>
            <a:custGeom>
              <a:avLst/>
              <a:pathLst>
                <a:path w="918450" h="914400">
                  <a:moveTo>
                    <a:pt x="914400" y="914400"/>
                  </a:moveTo>
                  <a:lnTo>
                    <a:pt x="914400" y="907810"/>
                  </a:lnTo>
                  <a:lnTo>
                    <a:pt x="917136" y="912111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h7342"/>
            <p:cNvSpPr/>
            <p:nvPr/>
          </p:nvSpPr>
          <p:spPr>
            <a:xfrm>
              <a:off x="3459555" y="118388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295" y="914400"/>
                  </a:lnTo>
                  <a:lnTo>
                    <a:pt x="913515" y="913059"/>
                  </a:lnTo>
                  <a:lnTo>
                    <a:pt x="914400" y="908554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h7343"/>
            <p:cNvSpPr/>
            <p:nvPr/>
          </p:nvSpPr>
          <p:spPr>
            <a:xfrm>
              <a:off x="3468995" y="116631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123"/>
                  </a:lnTo>
                  <a:lnTo>
                    <a:pt x="906141" y="920104"/>
                  </a:lnTo>
                  <a:lnTo>
                    <a:pt x="907449" y="914400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h7344"/>
            <p:cNvSpPr/>
            <p:nvPr/>
          </p:nvSpPr>
          <p:spPr>
            <a:xfrm>
              <a:off x="346899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h7345"/>
            <p:cNvSpPr/>
            <p:nvPr/>
          </p:nvSpPr>
          <p:spPr>
            <a:xfrm>
              <a:off x="347843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h7346"/>
            <p:cNvSpPr/>
            <p:nvPr/>
          </p:nvSpPr>
          <p:spPr>
            <a:xfrm>
              <a:off x="348787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h7347"/>
            <p:cNvSpPr/>
            <p:nvPr/>
          </p:nvSpPr>
          <p:spPr>
            <a:xfrm>
              <a:off x="349731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h7348"/>
            <p:cNvSpPr/>
            <p:nvPr/>
          </p:nvSpPr>
          <p:spPr>
            <a:xfrm>
              <a:off x="350675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h7349"/>
            <p:cNvSpPr/>
            <p:nvPr/>
          </p:nvSpPr>
          <p:spPr>
            <a:xfrm>
              <a:off x="351619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h7350"/>
            <p:cNvSpPr/>
            <p:nvPr/>
          </p:nvSpPr>
          <p:spPr>
            <a:xfrm>
              <a:off x="352563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h7351"/>
            <p:cNvSpPr/>
            <p:nvPr/>
          </p:nvSpPr>
          <p:spPr>
            <a:xfrm>
              <a:off x="353507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h7352"/>
            <p:cNvSpPr/>
            <p:nvPr/>
          </p:nvSpPr>
          <p:spPr>
            <a:xfrm>
              <a:off x="354451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h7353"/>
            <p:cNvSpPr/>
            <p:nvPr/>
          </p:nvSpPr>
          <p:spPr>
            <a:xfrm>
              <a:off x="355395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h7354"/>
            <p:cNvSpPr/>
            <p:nvPr/>
          </p:nvSpPr>
          <p:spPr>
            <a:xfrm>
              <a:off x="356339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h7355"/>
            <p:cNvSpPr/>
            <p:nvPr/>
          </p:nvSpPr>
          <p:spPr>
            <a:xfrm>
              <a:off x="357283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h7356"/>
            <p:cNvSpPr/>
            <p:nvPr/>
          </p:nvSpPr>
          <p:spPr>
            <a:xfrm>
              <a:off x="358227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h7357"/>
            <p:cNvSpPr/>
            <p:nvPr/>
          </p:nvSpPr>
          <p:spPr>
            <a:xfrm>
              <a:off x="359171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h7358"/>
            <p:cNvSpPr/>
            <p:nvPr/>
          </p:nvSpPr>
          <p:spPr>
            <a:xfrm>
              <a:off x="360115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h7359"/>
            <p:cNvSpPr/>
            <p:nvPr/>
          </p:nvSpPr>
          <p:spPr>
            <a:xfrm>
              <a:off x="361059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h7360"/>
            <p:cNvSpPr/>
            <p:nvPr/>
          </p:nvSpPr>
          <p:spPr>
            <a:xfrm>
              <a:off x="362003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h7361"/>
            <p:cNvSpPr/>
            <p:nvPr/>
          </p:nvSpPr>
          <p:spPr>
            <a:xfrm>
              <a:off x="362947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h7362"/>
            <p:cNvSpPr/>
            <p:nvPr/>
          </p:nvSpPr>
          <p:spPr>
            <a:xfrm>
              <a:off x="363891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h7363"/>
            <p:cNvSpPr/>
            <p:nvPr/>
          </p:nvSpPr>
          <p:spPr>
            <a:xfrm>
              <a:off x="364836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h7364"/>
            <p:cNvSpPr/>
            <p:nvPr/>
          </p:nvSpPr>
          <p:spPr>
            <a:xfrm>
              <a:off x="365780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h7365"/>
            <p:cNvSpPr/>
            <p:nvPr/>
          </p:nvSpPr>
          <p:spPr>
            <a:xfrm>
              <a:off x="366724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h7366"/>
            <p:cNvSpPr/>
            <p:nvPr/>
          </p:nvSpPr>
          <p:spPr>
            <a:xfrm>
              <a:off x="367668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h7367"/>
            <p:cNvSpPr/>
            <p:nvPr/>
          </p:nvSpPr>
          <p:spPr>
            <a:xfrm>
              <a:off x="368612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h7368"/>
            <p:cNvSpPr/>
            <p:nvPr/>
          </p:nvSpPr>
          <p:spPr>
            <a:xfrm>
              <a:off x="369556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h7369"/>
            <p:cNvSpPr/>
            <p:nvPr/>
          </p:nvSpPr>
          <p:spPr>
            <a:xfrm>
              <a:off x="370500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h7370"/>
            <p:cNvSpPr/>
            <p:nvPr/>
          </p:nvSpPr>
          <p:spPr>
            <a:xfrm>
              <a:off x="371444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h7371"/>
            <p:cNvSpPr/>
            <p:nvPr/>
          </p:nvSpPr>
          <p:spPr>
            <a:xfrm>
              <a:off x="372388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h7372"/>
            <p:cNvSpPr/>
            <p:nvPr/>
          </p:nvSpPr>
          <p:spPr>
            <a:xfrm>
              <a:off x="373332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h7373"/>
            <p:cNvSpPr/>
            <p:nvPr/>
          </p:nvSpPr>
          <p:spPr>
            <a:xfrm>
              <a:off x="374276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h7374"/>
            <p:cNvSpPr/>
            <p:nvPr/>
          </p:nvSpPr>
          <p:spPr>
            <a:xfrm>
              <a:off x="375220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h7375"/>
            <p:cNvSpPr/>
            <p:nvPr/>
          </p:nvSpPr>
          <p:spPr>
            <a:xfrm>
              <a:off x="376164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h7376"/>
            <p:cNvSpPr/>
            <p:nvPr/>
          </p:nvSpPr>
          <p:spPr>
            <a:xfrm>
              <a:off x="377108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h7377"/>
            <p:cNvSpPr/>
            <p:nvPr/>
          </p:nvSpPr>
          <p:spPr>
            <a:xfrm>
              <a:off x="378052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h7378"/>
            <p:cNvSpPr/>
            <p:nvPr/>
          </p:nvSpPr>
          <p:spPr>
            <a:xfrm>
              <a:off x="378996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h7379"/>
            <p:cNvSpPr/>
            <p:nvPr/>
          </p:nvSpPr>
          <p:spPr>
            <a:xfrm>
              <a:off x="379940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h7380"/>
            <p:cNvSpPr/>
            <p:nvPr/>
          </p:nvSpPr>
          <p:spPr>
            <a:xfrm>
              <a:off x="380884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h7381"/>
            <p:cNvSpPr/>
            <p:nvPr/>
          </p:nvSpPr>
          <p:spPr>
            <a:xfrm>
              <a:off x="381828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h7382"/>
            <p:cNvSpPr/>
            <p:nvPr/>
          </p:nvSpPr>
          <p:spPr>
            <a:xfrm>
              <a:off x="382772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h7383"/>
            <p:cNvSpPr/>
            <p:nvPr/>
          </p:nvSpPr>
          <p:spPr>
            <a:xfrm>
              <a:off x="383716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h7384"/>
            <p:cNvSpPr/>
            <p:nvPr/>
          </p:nvSpPr>
          <p:spPr>
            <a:xfrm>
              <a:off x="384660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h7385"/>
            <p:cNvSpPr/>
            <p:nvPr/>
          </p:nvSpPr>
          <p:spPr>
            <a:xfrm>
              <a:off x="3856045" y="1183884"/>
              <a:ext cx="923548" cy="914400"/>
            </a:xfrm>
            <a:custGeom>
              <a:avLst/>
              <a:pathLst>
                <a:path w="9235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548" y="896830"/>
                  </a:lnTo>
                  <a:lnTo>
                    <a:pt x="923444" y="897513"/>
                  </a:lnTo>
                  <a:lnTo>
                    <a:pt x="921709" y="907933"/>
                  </a:lnTo>
                  <a:lnTo>
                    <a:pt x="920431" y="914400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h7386"/>
            <p:cNvSpPr/>
            <p:nvPr/>
          </p:nvSpPr>
          <p:spPr>
            <a:xfrm>
              <a:off x="2052959" y="114874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56" y="931865"/>
                  </a:lnTo>
                  <a:lnTo>
                    <a:pt x="906019" y="920896"/>
                  </a:lnTo>
                  <a:lnTo>
                    <a:pt x="906598" y="914400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h7387"/>
            <p:cNvSpPr/>
            <p:nvPr/>
          </p:nvSpPr>
          <p:spPr>
            <a:xfrm>
              <a:off x="205295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h7388"/>
            <p:cNvSpPr/>
            <p:nvPr/>
          </p:nvSpPr>
          <p:spPr>
            <a:xfrm>
              <a:off x="206239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h7389"/>
            <p:cNvSpPr/>
            <p:nvPr/>
          </p:nvSpPr>
          <p:spPr>
            <a:xfrm>
              <a:off x="207184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h7390"/>
            <p:cNvSpPr/>
            <p:nvPr/>
          </p:nvSpPr>
          <p:spPr>
            <a:xfrm>
              <a:off x="208128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h7391"/>
            <p:cNvSpPr/>
            <p:nvPr/>
          </p:nvSpPr>
          <p:spPr>
            <a:xfrm>
              <a:off x="209072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h7392"/>
            <p:cNvSpPr/>
            <p:nvPr/>
          </p:nvSpPr>
          <p:spPr>
            <a:xfrm>
              <a:off x="210016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h7393"/>
            <p:cNvSpPr/>
            <p:nvPr/>
          </p:nvSpPr>
          <p:spPr>
            <a:xfrm>
              <a:off x="210960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h7394"/>
            <p:cNvSpPr/>
            <p:nvPr/>
          </p:nvSpPr>
          <p:spPr>
            <a:xfrm>
              <a:off x="211904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h7395"/>
            <p:cNvSpPr/>
            <p:nvPr/>
          </p:nvSpPr>
          <p:spPr>
            <a:xfrm>
              <a:off x="212848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h7396"/>
            <p:cNvSpPr/>
            <p:nvPr/>
          </p:nvSpPr>
          <p:spPr>
            <a:xfrm>
              <a:off x="213792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h7397"/>
            <p:cNvSpPr/>
            <p:nvPr/>
          </p:nvSpPr>
          <p:spPr>
            <a:xfrm>
              <a:off x="214736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h7398"/>
            <p:cNvSpPr/>
            <p:nvPr/>
          </p:nvSpPr>
          <p:spPr>
            <a:xfrm>
              <a:off x="215680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h7399"/>
            <p:cNvSpPr/>
            <p:nvPr/>
          </p:nvSpPr>
          <p:spPr>
            <a:xfrm>
              <a:off x="216624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h7400"/>
            <p:cNvSpPr/>
            <p:nvPr/>
          </p:nvSpPr>
          <p:spPr>
            <a:xfrm>
              <a:off x="217568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h7401"/>
            <p:cNvSpPr/>
            <p:nvPr/>
          </p:nvSpPr>
          <p:spPr>
            <a:xfrm>
              <a:off x="218512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h7402"/>
            <p:cNvSpPr/>
            <p:nvPr/>
          </p:nvSpPr>
          <p:spPr>
            <a:xfrm>
              <a:off x="219456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h7403"/>
            <p:cNvSpPr/>
            <p:nvPr/>
          </p:nvSpPr>
          <p:spPr>
            <a:xfrm>
              <a:off x="220400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h7404"/>
            <p:cNvSpPr/>
            <p:nvPr/>
          </p:nvSpPr>
          <p:spPr>
            <a:xfrm>
              <a:off x="221344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h7405"/>
            <p:cNvSpPr/>
            <p:nvPr/>
          </p:nvSpPr>
          <p:spPr>
            <a:xfrm>
              <a:off x="222288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h7406"/>
            <p:cNvSpPr/>
            <p:nvPr/>
          </p:nvSpPr>
          <p:spPr>
            <a:xfrm>
              <a:off x="223232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h7407"/>
            <p:cNvSpPr/>
            <p:nvPr/>
          </p:nvSpPr>
          <p:spPr>
            <a:xfrm>
              <a:off x="224176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h7408"/>
            <p:cNvSpPr/>
            <p:nvPr/>
          </p:nvSpPr>
          <p:spPr>
            <a:xfrm>
              <a:off x="225120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h7409"/>
            <p:cNvSpPr/>
            <p:nvPr/>
          </p:nvSpPr>
          <p:spPr>
            <a:xfrm>
              <a:off x="226064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h7410"/>
            <p:cNvSpPr/>
            <p:nvPr/>
          </p:nvSpPr>
          <p:spPr>
            <a:xfrm>
              <a:off x="227008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h7411"/>
            <p:cNvSpPr/>
            <p:nvPr/>
          </p:nvSpPr>
          <p:spPr>
            <a:xfrm>
              <a:off x="227952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h7412"/>
            <p:cNvSpPr/>
            <p:nvPr/>
          </p:nvSpPr>
          <p:spPr>
            <a:xfrm>
              <a:off x="228896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h7413"/>
            <p:cNvSpPr/>
            <p:nvPr/>
          </p:nvSpPr>
          <p:spPr>
            <a:xfrm>
              <a:off x="229840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h7414"/>
            <p:cNvSpPr/>
            <p:nvPr/>
          </p:nvSpPr>
          <p:spPr>
            <a:xfrm>
              <a:off x="230784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h7415"/>
            <p:cNvSpPr/>
            <p:nvPr/>
          </p:nvSpPr>
          <p:spPr>
            <a:xfrm>
              <a:off x="231728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h7416"/>
            <p:cNvSpPr/>
            <p:nvPr/>
          </p:nvSpPr>
          <p:spPr>
            <a:xfrm>
              <a:off x="232672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h7417"/>
            <p:cNvSpPr/>
            <p:nvPr/>
          </p:nvSpPr>
          <p:spPr>
            <a:xfrm>
              <a:off x="233616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h7418"/>
            <p:cNvSpPr/>
            <p:nvPr/>
          </p:nvSpPr>
          <p:spPr>
            <a:xfrm>
              <a:off x="234560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h7419"/>
            <p:cNvSpPr/>
            <p:nvPr/>
          </p:nvSpPr>
          <p:spPr>
            <a:xfrm>
              <a:off x="235504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h7420"/>
            <p:cNvSpPr/>
            <p:nvPr/>
          </p:nvSpPr>
          <p:spPr>
            <a:xfrm>
              <a:off x="2373927" y="116631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99" y="896830"/>
                  </a:lnTo>
                  <a:lnTo>
                    <a:pt x="912191" y="899402"/>
                  </a:lnTo>
                  <a:lnTo>
                    <a:pt x="914400" y="901632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h7421"/>
            <p:cNvSpPr/>
            <p:nvPr/>
          </p:nvSpPr>
          <p:spPr>
            <a:xfrm>
              <a:off x="2383368" y="116631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1632"/>
                  </a:lnTo>
                  <a:lnTo>
                    <a:pt x="907836" y="904535"/>
                  </a:lnTo>
                  <a:lnTo>
                    <a:pt x="912774" y="910145"/>
                  </a:lnTo>
                  <a:lnTo>
                    <a:pt x="914399" y="912211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h7422"/>
            <p:cNvSpPr/>
            <p:nvPr/>
          </p:nvSpPr>
          <p:spPr>
            <a:xfrm>
              <a:off x="2383368" y="1166314"/>
              <a:ext cx="916122" cy="914400"/>
            </a:xfrm>
            <a:custGeom>
              <a:avLst/>
              <a:pathLst>
                <a:path w="916122" h="914400">
                  <a:moveTo>
                    <a:pt x="914399" y="914400"/>
                  </a:moveTo>
                  <a:lnTo>
                    <a:pt x="914399" y="912211"/>
                  </a:lnTo>
                  <a:lnTo>
                    <a:pt x="916122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h7423"/>
            <p:cNvSpPr/>
            <p:nvPr/>
          </p:nvSpPr>
          <p:spPr>
            <a:xfrm>
              <a:off x="3468995" y="114874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449" y="931969"/>
                  </a:lnTo>
                  <a:lnTo>
                    <a:pt x="908504" y="927369"/>
                  </a:lnTo>
                  <a:lnTo>
                    <a:pt x="911159" y="917312"/>
                  </a:lnTo>
                  <a:lnTo>
                    <a:pt x="912034" y="914400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h7424"/>
            <p:cNvSpPr/>
            <p:nvPr/>
          </p:nvSpPr>
          <p:spPr>
            <a:xfrm>
              <a:off x="346899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h7425"/>
            <p:cNvSpPr/>
            <p:nvPr/>
          </p:nvSpPr>
          <p:spPr>
            <a:xfrm>
              <a:off x="347843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h7426"/>
            <p:cNvSpPr/>
            <p:nvPr/>
          </p:nvSpPr>
          <p:spPr>
            <a:xfrm>
              <a:off x="348787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h7427"/>
            <p:cNvSpPr/>
            <p:nvPr/>
          </p:nvSpPr>
          <p:spPr>
            <a:xfrm>
              <a:off x="349731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h7428"/>
            <p:cNvSpPr/>
            <p:nvPr/>
          </p:nvSpPr>
          <p:spPr>
            <a:xfrm>
              <a:off x="350675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h7429"/>
            <p:cNvSpPr/>
            <p:nvPr/>
          </p:nvSpPr>
          <p:spPr>
            <a:xfrm>
              <a:off x="351619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h7430"/>
            <p:cNvSpPr/>
            <p:nvPr/>
          </p:nvSpPr>
          <p:spPr>
            <a:xfrm>
              <a:off x="352563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h7431"/>
            <p:cNvSpPr/>
            <p:nvPr/>
          </p:nvSpPr>
          <p:spPr>
            <a:xfrm>
              <a:off x="353507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h7432"/>
            <p:cNvSpPr/>
            <p:nvPr/>
          </p:nvSpPr>
          <p:spPr>
            <a:xfrm>
              <a:off x="354451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h7433"/>
            <p:cNvSpPr/>
            <p:nvPr/>
          </p:nvSpPr>
          <p:spPr>
            <a:xfrm>
              <a:off x="355395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h7434"/>
            <p:cNvSpPr/>
            <p:nvPr/>
          </p:nvSpPr>
          <p:spPr>
            <a:xfrm>
              <a:off x="356339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h7435"/>
            <p:cNvSpPr/>
            <p:nvPr/>
          </p:nvSpPr>
          <p:spPr>
            <a:xfrm>
              <a:off x="357283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h7436"/>
            <p:cNvSpPr/>
            <p:nvPr/>
          </p:nvSpPr>
          <p:spPr>
            <a:xfrm>
              <a:off x="358227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h7437"/>
            <p:cNvSpPr/>
            <p:nvPr/>
          </p:nvSpPr>
          <p:spPr>
            <a:xfrm>
              <a:off x="359171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h7438"/>
            <p:cNvSpPr/>
            <p:nvPr/>
          </p:nvSpPr>
          <p:spPr>
            <a:xfrm>
              <a:off x="360115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h7439"/>
            <p:cNvSpPr/>
            <p:nvPr/>
          </p:nvSpPr>
          <p:spPr>
            <a:xfrm>
              <a:off x="361059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h7440"/>
            <p:cNvSpPr/>
            <p:nvPr/>
          </p:nvSpPr>
          <p:spPr>
            <a:xfrm>
              <a:off x="362003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h7441"/>
            <p:cNvSpPr/>
            <p:nvPr/>
          </p:nvSpPr>
          <p:spPr>
            <a:xfrm>
              <a:off x="362947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h7442"/>
            <p:cNvSpPr/>
            <p:nvPr/>
          </p:nvSpPr>
          <p:spPr>
            <a:xfrm>
              <a:off x="363891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h7443"/>
            <p:cNvSpPr/>
            <p:nvPr/>
          </p:nvSpPr>
          <p:spPr>
            <a:xfrm>
              <a:off x="364836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h7444"/>
            <p:cNvSpPr/>
            <p:nvPr/>
          </p:nvSpPr>
          <p:spPr>
            <a:xfrm>
              <a:off x="365780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h7445"/>
            <p:cNvSpPr/>
            <p:nvPr/>
          </p:nvSpPr>
          <p:spPr>
            <a:xfrm>
              <a:off x="366724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h7446"/>
            <p:cNvSpPr/>
            <p:nvPr/>
          </p:nvSpPr>
          <p:spPr>
            <a:xfrm>
              <a:off x="367668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h7447"/>
            <p:cNvSpPr/>
            <p:nvPr/>
          </p:nvSpPr>
          <p:spPr>
            <a:xfrm>
              <a:off x="368612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h7448"/>
            <p:cNvSpPr/>
            <p:nvPr/>
          </p:nvSpPr>
          <p:spPr>
            <a:xfrm>
              <a:off x="369556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h7449"/>
            <p:cNvSpPr/>
            <p:nvPr/>
          </p:nvSpPr>
          <p:spPr>
            <a:xfrm>
              <a:off x="370500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h7450"/>
            <p:cNvSpPr/>
            <p:nvPr/>
          </p:nvSpPr>
          <p:spPr>
            <a:xfrm>
              <a:off x="371444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h7451"/>
            <p:cNvSpPr/>
            <p:nvPr/>
          </p:nvSpPr>
          <p:spPr>
            <a:xfrm>
              <a:off x="372388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h7452"/>
            <p:cNvSpPr/>
            <p:nvPr/>
          </p:nvSpPr>
          <p:spPr>
            <a:xfrm>
              <a:off x="373332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h7453"/>
            <p:cNvSpPr/>
            <p:nvPr/>
          </p:nvSpPr>
          <p:spPr>
            <a:xfrm>
              <a:off x="374276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h7454"/>
            <p:cNvSpPr/>
            <p:nvPr/>
          </p:nvSpPr>
          <p:spPr>
            <a:xfrm>
              <a:off x="375220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h7455"/>
            <p:cNvSpPr/>
            <p:nvPr/>
          </p:nvSpPr>
          <p:spPr>
            <a:xfrm>
              <a:off x="376164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h7456"/>
            <p:cNvSpPr/>
            <p:nvPr/>
          </p:nvSpPr>
          <p:spPr>
            <a:xfrm>
              <a:off x="377108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h7457"/>
            <p:cNvSpPr/>
            <p:nvPr/>
          </p:nvSpPr>
          <p:spPr>
            <a:xfrm>
              <a:off x="378052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h7458"/>
            <p:cNvSpPr/>
            <p:nvPr/>
          </p:nvSpPr>
          <p:spPr>
            <a:xfrm>
              <a:off x="378996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h7459"/>
            <p:cNvSpPr/>
            <p:nvPr/>
          </p:nvSpPr>
          <p:spPr>
            <a:xfrm>
              <a:off x="379940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h7460"/>
            <p:cNvSpPr/>
            <p:nvPr/>
          </p:nvSpPr>
          <p:spPr>
            <a:xfrm>
              <a:off x="380884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h7461"/>
            <p:cNvSpPr/>
            <p:nvPr/>
          </p:nvSpPr>
          <p:spPr>
            <a:xfrm>
              <a:off x="381828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h7462"/>
            <p:cNvSpPr/>
            <p:nvPr/>
          </p:nvSpPr>
          <p:spPr>
            <a:xfrm>
              <a:off x="382772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h7463"/>
            <p:cNvSpPr/>
            <p:nvPr/>
          </p:nvSpPr>
          <p:spPr>
            <a:xfrm>
              <a:off x="383716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h7464"/>
            <p:cNvSpPr/>
            <p:nvPr/>
          </p:nvSpPr>
          <p:spPr>
            <a:xfrm>
              <a:off x="384660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h7465"/>
            <p:cNvSpPr/>
            <p:nvPr/>
          </p:nvSpPr>
          <p:spPr>
            <a:xfrm>
              <a:off x="3856045" y="116631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71"/>
                  </a:lnTo>
                  <a:lnTo>
                    <a:pt x="923548" y="914400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h7466"/>
            <p:cNvSpPr/>
            <p:nvPr/>
          </p:nvSpPr>
          <p:spPr>
            <a:xfrm>
              <a:off x="3865485" y="1148744"/>
              <a:ext cx="916772" cy="930041"/>
            </a:xfrm>
            <a:custGeom>
              <a:avLst/>
              <a:pathLst>
                <a:path w="916772" h="930041">
                  <a:moveTo>
                    <a:pt x="914400" y="914400"/>
                  </a:moveTo>
                  <a:lnTo>
                    <a:pt x="916772" y="914400"/>
                  </a:lnTo>
                  <a:lnTo>
                    <a:pt x="916334" y="917284"/>
                  </a:lnTo>
                  <a:lnTo>
                    <a:pt x="915868" y="920355"/>
                  </a:lnTo>
                  <a:lnTo>
                    <a:pt x="915402" y="923426"/>
                  </a:lnTo>
                  <a:lnTo>
                    <a:pt x="914936" y="926497"/>
                  </a:lnTo>
                  <a:lnTo>
                    <a:pt x="914471" y="929568"/>
                  </a:lnTo>
                  <a:lnTo>
                    <a:pt x="914400" y="930041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h7467"/>
            <p:cNvSpPr/>
            <p:nvPr/>
          </p:nvSpPr>
          <p:spPr>
            <a:xfrm>
              <a:off x="2052959" y="113117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98" y="931969"/>
                  </a:lnTo>
                  <a:lnTo>
                    <a:pt x="906990" y="927576"/>
                  </a:lnTo>
                  <a:lnTo>
                    <a:pt x="908265" y="916797"/>
                  </a:lnTo>
                  <a:lnTo>
                    <a:pt x="908621" y="914400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h7468"/>
            <p:cNvSpPr/>
            <p:nvPr/>
          </p:nvSpPr>
          <p:spPr>
            <a:xfrm>
              <a:off x="205295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h7469"/>
            <p:cNvSpPr/>
            <p:nvPr/>
          </p:nvSpPr>
          <p:spPr>
            <a:xfrm>
              <a:off x="206239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h7470"/>
            <p:cNvSpPr/>
            <p:nvPr/>
          </p:nvSpPr>
          <p:spPr>
            <a:xfrm>
              <a:off x="207184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h7471"/>
            <p:cNvSpPr/>
            <p:nvPr/>
          </p:nvSpPr>
          <p:spPr>
            <a:xfrm>
              <a:off x="208128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h7472"/>
            <p:cNvSpPr/>
            <p:nvPr/>
          </p:nvSpPr>
          <p:spPr>
            <a:xfrm>
              <a:off x="209072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h7473"/>
            <p:cNvSpPr/>
            <p:nvPr/>
          </p:nvSpPr>
          <p:spPr>
            <a:xfrm>
              <a:off x="210016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h7474"/>
            <p:cNvSpPr/>
            <p:nvPr/>
          </p:nvSpPr>
          <p:spPr>
            <a:xfrm>
              <a:off x="210960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h7475"/>
            <p:cNvSpPr/>
            <p:nvPr/>
          </p:nvSpPr>
          <p:spPr>
            <a:xfrm>
              <a:off x="211904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h7476"/>
            <p:cNvSpPr/>
            <p:nvPr/>
          </p:nvSpPr>
          <p:spPr>
            <a:xfrm>
              <a:off x="212848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h7477"/>
            <p:cNvSpPr/>
            <p:nvPr/>
          </p:nvSpPr>
          <p:spPr>
            <a:xfrm>
              <a:off x="213792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h7478"/>
            <p:cNvSpPr/>
            <p:nvPr/>
          </p:nvSpPr>
          <p:spPr>
            <a:xfrm>
              <a:off x="214736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h7479"/>
            <p:cNvSpPr/>
            <p:nvPr/>
          </p:nvSpPr>
          <p:spPr>
            <a:xfrm>
              <a:off x="215680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h7480"/>
            <p:cNvSpPr/>
            <p:nvPr/>
          </p:nvSpPr>
          <p:spPr>
            <a:xfrm>
              <a:off x="216624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h7481"/>
            <p:cNvSpPr/>
            <p:nvPr/>
          </p:nvSpPr>
          <p:spPr>
            <a:xfrm>
              <a:off x="217568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h7482"/>
            <p:cNvSpPr/>
            <p:nvPr/>
          </p:nvSpPr>
          <p:spPr>
            <a:xfrm>
              <a:off x="218512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h7483"/>
            <p:cNvSpPr/>
            <p:nvPr/>
          </p:nvSpPr>
          <p:spPr>
            <a:xfrm>
              <a:off x="219456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h7484"/>
            <p:cNvSpPr/>
            <p:nvPr/>
          </p:nvSpPr>
          <p:spPr>
            <a:xfrm>
              <a:off x="220400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h7485"/>
            <p:cNvSpPr/>
            <p:nvPr/>
          </p:nvSpPr>
          <p:spPr>
            <a:xfrm>
              <a:off x="221344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h7486"/>
            <p:cNvSpPr/>
            <p:nvPr/>
          </p:nvSpPr>
          <p:spPr>
            <a:xfrm>
              <a:off x="222288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h7487"/>
            <p:cNvSpPr/>
            <p:nvPr/>
          </p:nvSpPr>
          <p:spPr>
            <a:xfrm>
              <a:off x="223232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h7488"/>
            <p:cNvSpPr/>
            <p:nvPr/>
          </p:nvSpPr>
          <p:spPr>
            <a:xfrm>
              <a:off x="224176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h7489"/>
            <p:cNvSpPr/>
            <p:nvPr/>
          </p:nvSpPr>
          <p:spPr>
            <a:xfrm>
              <a:off x="225120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h7490"/>
            <p:cNvSpPr/>
            <p:nvPr/>
          </p:nvSpPr>
          <p:spPr>
            <a:xfrm>
              <a:off x="226064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h7491"/>
            <p:cNvSpPr/>
            <p:nvPr/>
          </p:nvSpPr>
          <p:spPr>
            <a:xfrm>
              <a:off x="227008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h7492"/>
            <p:cNvSpPr/>
            <p:nvPr/>
          </p:nvSpPr>
          <p:spPr>
            <a:xfrm>
              <a:off x="227952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h7493"/>
            <p:cNvSpPr/>
            <p:nvPr/>
          </p:nvSpPr>
          <p:spPr>
            <a:xfrm>
              <a:off x="228896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h7494"/>
            <p:cNvSpPr/>
            <p:nvPr/>
          </p:nvSpPr>
          <p:spPr>
            <a:xfrm>
              <a:off x="229840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h7495"/>
            <p:cNvSpPr/>
            <p:nvPr/>
          </p:nvSpPr>
          <p:spPr>
            <a:xfrm>
              <a:off x="230784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h7496"/>
            <p:cNvSpPr/>
            <p:nvPr/>
          </p:nvSpPr>
          <p:spPr>
            <a:xfrm>
              <a:off x="231728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h7497"/>
            <p:cNvSpPr/>
            <p:nvPr/>
          </p:nvSpPr>
          <p:spPr>
            <a:xfrm>
              <a:off x="232672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h7498"/>
            <p:cNvSpPr/>
            <p:nvPr/>
          </p:nvSpPr>
          <p:spPr>
            <a:xfrm>
              <a:off x="2345607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669" y="896838"/>
                  </a:lnTo>
                  <a:lnTo>
                    <a:pt x="913349" y="898877"/>
                  </a:lnTo>
                  <a:lnTo>
                    <a:pt x="914400" y="89935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h7499"/>
            <p:cNvSpPr/>
            <p:nvPr/>
          </p:nvSpPr>
          <p:spPr>
            <a:xfrm>
              <a:off x="2355047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58"/>
                  </a:lnTo>
                  <a:lnTo>
                    <a:pt x="909526" y="901452"/>
                  </a:lnTo>
                  <a:lnTo>
                    <a:pt x="914400" y="904186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h7500"/>
            <p:cNvSpPr/>
            <p:nvPr/>
          </p:nvSpPr>
          <p:spPr>
            <a:xfrm>
              <a:off x="2364487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186"/>
                  </a:lnTo>
                  <a:lnTo>
                    <a:pt x="905625" y="904559"/>
                  </a:lnTo>
                  <a:lnTo>
                    <a:pt x="911071" y="908187"/>
                  </a:lnTo>
                  <a:lnTo>
                    <a:pt x="914400" y="91076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h7501"/>
            <p:cNvSpPr/>
            <p:nvPr/>
          </p:nvSpPr>
          <p:spPr>
            <a:xfrm>
              <a:off x="2364487" y="1148744"/>
              <a:ext cx="918739" cy="914400"/>
            </a:xfrm>
            <a:custGeom>
              <a:avLst/>
              <a:pathLst>
                <a:path w="918739" h="914400">
                  <a:moveTo>
                    <a:pt x="914400" y="914400"/>
                  </a:moveTo>
                  <a:lnTo>
                    <a:pt x="914400" y="910768"/>
                  </a:lnTo>
                  <a:lnTo>
                    <a:pt x="916411" y="912329"/>
                  </a:lnTo>
                  <a:lnTo>
                    <a:pt x="918739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h7502"/>
            <p:cNvSpPr/>
            <p:nvPr/>
          </p:nvSpPr>
          <p:spPr>
            <a:xfrm>
              <a:off x="3468995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34" y="914400"/>
                  </a:lnTo>
                  <a:lnTo>
                    <a:pt x="914096" y="907532"/>
                  </a:lnTo>
                  <a:lnTo>
                    <a:pt x="914400" y="906637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h7503"/>
            <p:cNvSpPr/>
            <p:nvPr/>
          </p:nvSpPr>
          <p:spPr>
            <a:xfrm>
              <a:off x="3478435" y="113117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207"/>
                  </a:lnTo>
                  <a:lnTo>
                    <a:pt x="907869" y="915625"/>
                  </a:lnTo>
                  <a:lnTo>
                    <a:pt x="908335" y="914400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h7504"/>
            <p:cNvSpPr/>
            <p:nvPr/>
          </p:nvSpPr>
          <p:spPr>
            <a:xfrm>
              <a:off x="347843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h7505"/>
            <p:cNvSpPr/>
            <p:nvPr/>
          </p:nvSpPr>
          <p:spPr>
            <a:xfrm>
              <a:off x="348787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h7506"/>
            <p:cNvSpPr/>
            <p:nvPr/>
          </p:nvSpPr>
          <p:spPr>
            <a:xfrm>
              <a:off x="349731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h7507"/>
            <p:cNvSpPr/>
            <p:nvPr/>
          </p:nvSpPr>
          <p:spPr>
            <a:xfrm>
              <a:off x="350675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h7508"/>
            <p:cNvSpPr/>
            <p:nvPr/>
          </p:nvSpPr>
          <p:spPr>
            <a:xfrm>
              <a:off x="351619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h7509"/>
            <p:cNvSpPr/>
            <p:nvPr/>
          </p:nvSpPr>
          <p:spPr>
            <a:xfrm>
              <a:off x="352563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h7510"/>
            <p:cNvSpPr/>
            <p:nvPr/>
          </p:nvSpPr>
          <p:spPr>
            <a:xfrm>
              <a:off x="353507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h7511"/>
            <p:cNvSpPr/>
            <p:nvPr/>
          </p:nvSpPr>
          <p:spPr>
            <a:xfrm>
              <a:off x="354451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h7512"/>
            <p:cNvSpPr/>
            <p:nvPr/>
          </p:nvSpPr>
          <p:spPr>
            <a:xfrm>
              <a:off x="355395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h7513"/>
            <p:cNvSpPr/>
            <p:nvPr/>
          </p:nvSpPr>
          <p:spPr>
            <a:xfrm>
              <a:off x="356339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h7514"/>
            <p:cNvSpPr/>
            <p:nvPr/>
          </p:nvSpPr>
          <p:spPr>
            <a:xfrm>
              <a:off x="357283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h7515"/>
            <p:cNvSpPr/>
            <p:nvPr/>
          </p:nvSpPr>
          <p:spPr>
            <a:xfrm>
              <a:off x="358227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h7516"/>
            <p:cNvSpPr/>
            <p:nvPr/>
          </p:nvSpPr>
          <p:spPr>
            <a:xfrm>
              <a:off x="359171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h7517"/>
            <p:cNvSpPr/>
            <p:nvPr/>
          </p:nvSpPr>
          <p:spPr>
            <a:xfrm>
              <a:off x="360115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h7518"/>
            <p:cNvSpPr/>
            <p:nvPr/>
          </p:nvSpPr>
          <p:spPr>
            <a:xfrm>
              <a:off x="361059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h7519"/>
            <p:cNvSpPr/>
            <p:nvPr/>
          </p:nvSpPr>
          <p:spPr>
            <a:xfrm>
              <a:off x="362003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h7520"/>
            <p:cNvSpPr/>
            <p:nvPr/>
          </p:nvSpPr>
          <p:spPr>
            <a:xfrm>
              <a:off x="362947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h7521"/>
            <p:cNvSpPr/>
            <p:nvPr/>
          </p:nvSpPr>
          <p:spPr>
            <a:xfrm>
              <a:off x="363891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h7522"/>
            <p:cNvSpPr/>
            <p:nvPr/>
          </p:nvSpPr>
          <p:spPr>
            <a:xfrm>
              <a:off x="364836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h7523"/>
            <p:cNvSpPr/>
            <p:nvPr/>
          </p:nvSpPr>
          <p:spPr>
            <a:xfrm>
              <a:off x="365780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h7524"/>
            <p:cNvSpPr/>
            <p:nvPr/>
          </p:nvSpPr>
          <p:spPr>
            <a:xfrm>
              <a:off x="366724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h7525"/>
            <p:cNvSpPr/>
            <p:nvPr/>
          </p:nvSpPr>
          <p:spPr>
            <a:xfrm>
              <a:off x="367668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h7526"/>
            <p:cNvSpPr/>
            <p:nvPr/>
          </p:nvSpPr>
          <p:spPr>
            <a:xfrm>
              <a:off x="368612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h7527"/>
            <p:cNvSpPr/>
            <p:nvPr/>
          </p:nvSpPr>
          <p:spPr>
            <a:xfrm>
              <a:off x="369556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h7528"/>
            <p:cNvSpPr/>
            <p:nvPr/>
          </p:nvSpPr>
          <p:spPr>
            <a:xfrm>
              <a:off x="370500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h7529"/>
            <p:cNvSpPr/>
            <p:nvPr/>
          </p:nvSpPr>
          <p:spPr>
            <a:xfrm>
              <a:off x="371444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h7530"/>
            <p:cNvSpPr/>
            <p:nvPr/>
          </p:nvSpPr>
          <p:spPr>
            <a:xfrm>
              <a:off x="372388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h7531"/>
            <p:cNvSpPr/>
            <p:nvPr/>
          </p:nvSpPr>
          <p:spPr>
            <a:xfrm>
              <a:off x="373332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h7532"/>
            <p:cNvSpPr/>
            <p:nvPr/>
          </p:nvSpPr>
          <p:spPr>
            <a:xfrm>
              <a:off x="374276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h7533"/>
            <p:cNvSpPr/>
            <p:nvPr/>
          </p:nvSpPr>
          <p:spPr>
            <a:xfrm>
              <a:off x="375220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h7534"/>
            <p:cNvSpPr/>
            <p:nvPr/>
          </p:nvSpPr>
          <p:spPr>
            <a:xfrm>
              <a:off x="376164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h7535"/>
            <p:cNvSpPr/>
            <p:nvPr/>
          </p:nvSpPr>
          <p:spPr>
            <a:xfrm>
              <a:off x="377108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h7536"/>
            <p:cNvSpPr/>
            <p:nvPr/>
          </p:nvSpPr>
          <p:spPr>
            <a:xfrm>
              <a:off x="378052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h7537"/>
            <p:cNvSpPr/>
            <p:nvPr/>
          </p:nvSpPr>
          <p:spPr>
            <a:xfrm>
              <a:off x="378996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h7538"/>
            <p:cNvSpPr/>
            <p:nvPr/>
          </p:nvSpPr>
          <p:spPr>
            <a:xfrm>
              <a:off x="379940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h7539"/>
            <p:cNvSpPr/>
            <p:nvPr/>
          </p:nvSpPr>
          <p:spPr>
            <a:xfrm>
              <a:off x="380884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h7540"/>
            <p:cNvSpPr/>
            <p:nvPr/>
          </p:nvSpPr>
          <p:spPr>
            <a:xfrm>
              <a:off x="381828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h7541"/>
            <p:cNvSpPr/>
            <p:nvPr/>
          </p:nvSpPr>
          <p:spPr>
            <a:xfrm>
              <a:off x="382772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h7542"/>
            <p:cNvSpPr/>
            <p:nvPr/>
          </p:nvSpPr>
          <p:spPr>
            <a:xfrm>
              <a:off x="383716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h7543"/>
            <p:cNvSpPr/>
            <p:nvPr/>
          </p:nvSpPr>
          <p:spPr>
            <a:xfrm>
              <a:off x="384660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h7544"/>
            <p:cNvSpPr/>
            <p:nvPr/>
          </p:nvSpPr>
          <p:spPr>
            <a:xfrm>
              <a:off x="385604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h7545"/>
            <p:cNvSpPr/>
            <p:nvPr/>
          </p:nvSpPr>
          <p:spPr>
            <a:xfrm>
              <a:off x="3865485" y="1148744"/>
              <a:ext cx="919258" cy="914400"/>
            </a:xfrm>
            <a:custGeom>
              <a:avLst/>
              <a:pathLst>
                <a:path w="91925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258" y="896830"/>
                  </a:lnTo>
                  <a:lnTo>
                    <a:pt x="919208" y="897292"/>
                  </a:lnTo>
                  <a:lnTo>
                    <a:pt x="917735" y="908058"/>
                  </a:lnTo>
                  <a:lnTo>
                    <a:pt x="917266" y="911143"/>
                  </a:lnTo>
                  <a:lnTo>
                    <a:pt x="916800" y="914214"/>
                  </a:lnTo>
                  <a:lnTo>
                    <a:pt x="916772" y="914400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h7546"/>
            <p:cNvSpPr/>
            <p:nvPr/>
          </p:nvSpPr>
          <p:spPr>
            <a:xfrm>
              <a:off x="2052959" y="1113604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621" y="931969"/>
                  </a:lnTo>
                  <a:lnTo>
                    <a:pt x="909842" y="923725"/>
                  </a:lnTo>
                  <a:lnTo>
                    <a:pt x="911511" y="91439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h7547"/>
            <p:cNvSpPr/>
            <p:nvPr/>
          </p:nvSpPr>
          <p:spPr>
            <a:xfrm>
              <a:off x="205295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h7548"/>
            <p:cNvSpPr/>
            <p:nvPr/>
          </p:nvSpPr>
          <p:spPr>
            <a:xfrm>
              <a:off x="206239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h7549"/>
            <p:cNvSpPr/>
            <p:nvPr/>
          </p:nvSpPr>
          <p:spPr>
            <a:xfrm>
              <a:off x="207184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h7550"/>
            <p:cNvSpPr/>
            <p:nvPr/>
          </p:nvSpPr>
          <p:spPr>
            <a:xfrm>
              <a:off x="208128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h7551"/>
            <p:cNvSpPr/>
            <p:nvPr/>
          </p:nvSpPr>
          <p:spPr>
            <a:xfrm>
              <a:off x="209072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h7552"/>
            <p:cNvSpPr/>
            <p:nvPr/>
          </p:nvSpPr>
          <p:spPr>
            <a:xfrm>
              <a:off x="210016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h7553"/>
            <p:cNvSpPr/>
            <p:nvPr/>
          </p:nvSpPr>
          <p:spPr>
            <a:xfrm>
              <a:off x="210960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h7554"/>
            <p:cNvSpPr/>
            <p:nvPr/>
          </p:nvSpPr>
          <p:spPr>
            <a:xfrm>
              <a:off x="211904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h7555"/>
            <p:cNvSpPr/>
            <p:nvPr/>
          </p:nvSpPr>
          <p:spPr>
            <a:xfrm>
              <a:off x="212848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h7556"/>
            <p:cNvSpPr/>
            <p:nvPr/>
          </p:nvSpPr>
          <p:spPr>
            <a:xfrm>
              <a:off x="213792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h7557"/>
            <p:cNvSpPr/>
            <p:nvPr/>
          </p:nvSpPr>
          <p:spPr>
            <a:xfrm>
              <a:off x="214736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h7558"/>
            <p:cNvSpPr/>
            <p:nvPr/>
          </p:nvSpPr>
          <p:spPr>
            <a:xfrm>
              <a:off x="215680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h7559"/>
            <p:cNvSpPr/>
            <p:nvPr/>
          </p:nvSpPr>
          <p:spPr>
            <a:xfrm>
              <a:off x="216624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h7560"/>
            <p:cNvSpPr/>
            <p:nvPr/>
          </p:nvSpPr>
          <p:spPr>
            <a:xfrm>
              <a:off x="217568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h7561"/>
            <p:cNvSpPr/>
            <p:nvPr/>
          </p:nvSpPr>
          <p:spPr>
            <a:xfrm>
              <a:off x="218512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h7562"/>
            <p:cNvSpPr/>
            <p:nvPr/>
          </p:nvSpPr>
          <p:spPr>
            <a:xfrm>
              <a:off x="219456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h7563"/>
            <p:cNvSpPr/>
            <p:nvPr/>
          </p:nvSpPr>
          <p:spPr>
            <a:xfrm>
              <a:off x="220400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h7564"/>
            <p:cNvSpPr/>
            <p:nvPr/>
          </p:nvSpPr>
          <p:spPr>
            <a:xfrm>
              <a:off x="221344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h7565"/>
            <p:cNvSpPr/>
            <p:nvPr/>
          </p:nvSpPr>
          <p:spPr>
            <a:xfrm>
              <a:off x="222288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h7566"/>
            <p:cNvSpPr/>
            <p:nvPr/>
          </p:nvSpPr>
          <p:spPr>
            <a:xfrm>
              <a:off x="223232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h7567"/>
            <p:cNvSpPr/>
            <p:nvPr/>
          </p:nvSpPr>
          <p:spPr>
            <a:xfrm>
              <a:off x="224176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h7568"/>
            <p:cNvSpPr/>
            <p:nvPr/>
          </p:nvSpPr>
          <p:spPr>
            <a:xfrm>
              <a:off x="225120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h7569"/>
            <p:cNvSpPr/>
            <p:nvPr/>
          </p:nvSpPr>
          <p:spPr>
            <a:xfrm>
              <a:off x="226064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h7570"/>
            <p:cNvSpPr/>
            <p:nvPr/>
          </p:nvSpPr>
          <p:spPr>
            <a:xfrm>
              <a:off x="227008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h7571"/>
            <p:cNvSpPr/>
            <p:nvPr/>
          </p:nvSpPr>
          <p:spPr>
            <a:xfrm>
              <a:off x="227952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h7572"/>
            <p:cNvSpPr/>
            <p:nvPr/>
          </p:nvSpPr>
          <p:spPr>
            <a:xfrm>
              <a:off x="2298405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87" y="896830"/>
                  </a:lnTo>
                  <a:lnTo>
                    <a:pt x="908514" y="900233"/>
                  </a:lnTo>
                  <a:lnTo>
                    <a:pt x="910495" y="900746"/>
                  </a:lnTo>
                  <a:lnTo>
                    <a:pt x="910840" y="900852"/>
                  </a:lnTo>
                  <a:lnTo>
                    <a:pt x="911187" y="900958"/>
                  </a:lnTo>
                  <a:lnTo>
                    <a:pt x="911534" y="901064"/>
                  </a:lnTo>
                  <a:lnTo>
                    <a:pt x="911881" y="901170"/>
                  </a:lnTo>
                  <a:lnTo>
                    <a:pt x="912228" y="901276"/>
                  </a:lnTo>
                  <a:lnTo>
                    <a:pt x="912575" y="901383"/>
                  </a:lnTo>
                  <a:lnTo>
                    <a:pt x="912922" y="901489"/>
                  </a:lnTo>
                  <a:lnTo>
                    <a:pt x="913270" y="901595"/>
                  </a:lnTo>
                  <a:lnTo>
                    <a:pt x="913617" y="901701"/>
                  </a:lnTo>
                  <a:lnTo>
                    <a:pt x="913964" y="901808"/>
                  </a:lnTo>
                  <a:lnTo>
                    <a:pt x="914400" y="901941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h7573"/>
            <p:cNvSpPr/>
            <p:nvPr/>
          </p:nvSpPr>
          <p:spPr>
            <a:xfrm>
              <a:off x="2307846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941"/>
                  </a:lnTo>
                  <a:lnTo>
                    <a:pt x="905217" y="902020"/>
                  </a:lnTo>
                  <a:lnTo>
                    <a:pt x="905564" y="902126"/>
                  </a:lnTo>
                  <a:lnTo>
                    <a:pt x="905911" y="902233"/>
                  </a:lnTo>
                  <a:lnTo>
                    <a:pt x="906258" y="902339"/>
                  </a:lnTo>
                  <a:lnTo>
                    <a:pt x="906605" y="902445"/>
                  </a:lnTo>
                  <a:lnTo>
                    <a:pt x="906952" y="902551"/>
                  </a:lnTo>
                  <a:lnTo>
                    <a:pt x="907299" y="902658"/>
                  </a:lnTo>
                  <a:lnTo>
                    <a:pt x="907646" y="902764"/>
                  </a:lnTo>
                  <a:lnTo>
                    <a:pt x="907993" y="902870"/>
                  </a:lnTo>
                  <a:lnTo>
                    <a:pt x="908340" y="902977"/>
                  </a:lnTo>
                  <a:lnTo>
                    <a:pt x="908687" y="903083"/>
                  </a:lnTo>
                  <a:lnTo>
                    <a:pt x="909034" y="903189"/>
                  </a:lnTo>
                  <a:lnTo>
                    <a:pt x="909381" y="903296"/>
                  </a:lnTo>
                  <a:lnTo>
                    <a:pt x="909728" y="903402"/>
                  </a:lnTo>
                  <a:lnTo>
                    <a:pt x="910075" y="903509"/>
                  </a:lnTo>
                  <a:lnTo>
                    <a:pt x="910422" y="903615"/>
                  </a:lnTo>
                  <a:lnTo>
                    <a:pt x="910769" y="903721"/>
                  </a:lnTo>
                  <a:lnTo>
                    <a:pt x="911116" y="903828"/>
                  </a:lnTo>
                  <a:lnTo>
                    <a:pt x="911463" y="903934"/>
                  </a:lnTo>
                  <a:lnTo>
                    <a:pt x="911809" y="904041"/>
                  </a:lnTo>
                  <a:lnTo>
                    <a:pt x="912156" y="904147"/>
                  </a:lnTo>
                  <a:lnTo>
                    <a:pt x="912503" y="904254"/>
                  </a:lnTo>
                  <a:lnTo>
                    <a:pt x="912850" y="904360"/>
                  </a:lnTo>
                  <a:lnTo>
                    <a:pt x="913197" y="904466"/>
                  </a:lnTo>
                  <a:lnTo>
                    <a:pt x="913544" y="904573"/>
                  </a:lnTo>
                  <a:lnTo>
                    <a:pt x="913891" y="904679"/>
                  </a:lnTo>
                  <a:lnTo>
                    <a:pt x="914238" y="904786"/>
                  </a:lnTo>
                  <a:lnTo>
                    <a:pt x="914400" y="904836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h7574"/>
            <p:cNvSpPr/>
            <p:nvPr/>
          </p:nvSpPr>
          <p:spPr>
            <a:xfrm>
              <a:off x="2317286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836"/>
                  </a:lnTo>
                  <a:lnTo>
                    <a:pt x="905144" y="904892"/>
                  </a:lnTo>
                  <a:lnTo>
                    <a:pt x="905491" y="904999"/>
                  </a:lnTo>
                  <a:lnTo>
                    <a:pt x="905838" y="905105"/>
                  </a:lnTo>
                  <a:lnTo>
                    <a:pt x="906185" y="905212"/>
                  </a:lnTo>
                  <a:lnTo>
                    <a:pt x="906531" y="905319"/>
                  </a:lnTo>
                  <a:lnTo>
                    <a:pt x="906878" y="905425"/>
                  </a:lnTo>
                  <a:lnTo>
                    <a:pt x="907225" y="905532"/>
                  </a:lnTo>
                  <a:lnTo>
                    <a:pt x="907572" y="905638"/>
                  </a:lnTo>
                  <a:lnTo>
                    <a:pt x="907919" y="905745"/>
                  </a:lnTo>
                  <a:lnTo>
                    <a:pt x="908265" y="905851"/>
                  </a:lnTo>
                  <a:lnTo>
                    <a:pt x="908612" y="905958"/>
                  </a:lnTo>
                  <a:lnTo>
                    <a:pt x="908959" y="906065"/>
                  </a:lnTo>
                  <a:lnTo>
                    <a:pt x="909306" y="906171"/>
                  </a:lnTo>
                  <a:lnTo>
                    <a:pt x="909653" y="906278"/>
                  </a:lnTo>
                  <a:lnTo>
                    <a:pt x="909999" y="906384"/>
                  </a:lnTo>
                  <a:lnTo>
                    <a:pt x="910346" y="906491"/>
                  </a:lnTo>
                  <a:lnTo>
                    <a:pt x="910693" y="906598"/>
                  </a:lnTo>
                  <a:lnTo>
                    <a:pt x="911040" y="906704"/>
                  </a:lnTo>
                  <a:lnTo>
                    <a:pt x="911386" y="906811"/>
                  </a:lnTo>
                  <a:lnTo>
                    <a:pt x="911733" y="906918"/>
                  </a:lnTo>
                  <a:lnTo>
                    <a:pt x="912080" y="907024"/>
                  </a:lnTo>
                  <a:lnTo>
                    <a:pt x="912427" y="907131"/>
                  </a:lnTo>
                  <a:lnTo>
                    <a:pt x="912773" y="907238"/>
                  </a:lnTo>
                  <a:lnTo>
                    <a:pt x="913120" y="907344"/>
                  </a:lnTo>
                  <a:lnTo>
                    <a:pt x="913467" y="907451"/>
                  </a:lnTo>
                  <a:lnTo>
                    <a:pt x="913813" y="907558"/>
                  </a:lnTo>
                  <a:lnTo>
                    <a:pt x="914160" y="907665"/>
                  </a:lnTo>
                  <a:lnTo>
                    <a:pt x="914400" y="9077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h7575"/>
            <p:cNvSpPr/>
            <p:nvPr/>
          </p:nvSpPr>
          <p:spPr>
            <a:xfrm>
              <a:off x="2326726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6" y="907771"/>
                  </a:lnTo>
                  <a:lnTo>
                    <a:pt x="905413" y="907878"/>
                  </a:lnTo>
                  <a:lnTo>
                    <a:pt x="905760" y="907985"/>
                  </a:lnTo>
                  <a:lnTo>
                    <a:pt x="906106" y="908092"/>
                  </a:lnTo>
                  <a:lnTo>
                    <a:pt x="906453" y="908198"/>
                  </a:lnTo>
                  <a:lnTo>
                    <a:pt x="906800" y="908305"/>
                  </a:lnTo>
                  <a:lnTo>
                    <a:pt x="907146" y="908412"/>
                  </a:lnTo>
                  <a:lnTo>
                    <a:pt x="907493" y="908519"/>
                  </a:lnTo>
                  <a:lnTo>
                    <a:pt x="907840" y="908626"/>
                  </a:lnTo>
                  <a:lnTo>
                    <a:pt x="908186" y="908733"/>
                  </a:lnTo>
                  <a:lnTo>
                    <a:pt x="908533" y="908839"/>
                  </a:lnTo>
                  <a:lnTo>
                    <a:pt x="908880" y="908946"/>
                  </a:lnTo>
                  <a:lnTo>
                    <a:pt x="909226" y="909053"/>
                  </a:lnTo>
                  <a:lnTo>
                    <a:pt x="909573" y="909160"/>
                  </a:lnTo>
                  <a:lnTo>
                    <a:pt x="909919" y="909267"/>
                  </a:lnTo>
                  <a:lnTo>
                    <a:pt x="910266" y="909374"/>
                  </a:lnTo>
                  <a:lnTo>
                    <a:pt x="910613" y="909481"/>
                  </a:lnTo>
                  <a:lnTo>
                    <a:pt x="910959" y="909587"/>
                  </a:lnTo>
                  <a:lnTo>
                    <a:pt x="911306" y="909694"/>
                  </a:lnTo>
                  <a:lnTo>
                    <a:pt x="911652" y="909801"/>
                  </a:lnTo>
                  <a:lnTo>
                    <a:pt x="911999" y="909908"/>
                  </a:lnTo>
                  <a:lnTo>
                    <a:pt x="912345" y="910015"/>
                  </a:lnTo>
                  <a:lnTo>
                    <a:pt x="912692" y="910122"/>
                  </a:lnTo>
                  <a:lnTo>
                    <a:pt x="913039" y="910229"/>
                  </a:lnTo>
                  <a:lnTo>
                    <a:pt x="913385" y="910336"/>
                  </a:lnTo>
                  <a:lnTo>
                    <a:pt x="913732" y="910443"/>
                  </a:lnTo>
                  <a:lnTo>
                    <a:pt x="914078" y="910550"/>
                  </a:lnTo>
                  <a:lnTo>
                    <a:pt x="914400" y="91064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h7576"/>
            <p:cNvSpPr/>
            <p:nvPr/>
          </p:nvSpPr>
          <p:spPr>
            <a:xfrm>
              <a:off x="2336166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84" y="910657"/>
                  </a:lnTo>
                  <a:lnTo>
                    <a:pt x="905331" y="910764"/>
                  </a:lnTo>
                  <a:lnTo>
                    <a:pt x="905677" y="910871"/>
                  </a:lnTo>
                  <a:lnTo>
                    <a:pt x="906024" y="910978"/>
                  </a:lnTo>
                  <a:lnTo>
                    <a:pt x="906370" y="911085"/>
                  </a:lnTo>
                  <a:lnTo>
                    <a:pt x="906717" y="911192"/>
                  </a:lnTo>
                  <a:lnTo>
                    <a:pt x="907063" y="911299"/>
                  </a:lnTo>
                  <a:lnTo>
                    <a:pt x="907410" y="911406"/>
                  </a:lnTo>
                  <a:lnTo>
                    <a:pt x="907756" y="911513"/>
                  </a:lnTo>
                  <a:lnTo>
                    <a:pt x="908103" y="911620"/>
                  </a:lnTo>
                  <a:lnTo>
                    <a:pt x="908449" y="911727"/>
                  </a:lnTo>
                  <a:lnTo>
                    <a:pt x="908796" y="911834"/>
                  </a:lnTo>
                  <a:lnTo>
                    <a:pt x="909142" y="911942"/>
                  </a:lnTo>
                  <a:lnTo>
                    <a:pt x="909489" y="912049"/>
                  </a:lnTo>
                  <a:lnTo>
                    <a:pt x="909835" y="912156"/>
                  </a:lnTo>
                  <a:lnTo>
                    <a:pt x="910181" y="912263"/>
                  </a:lnTo>
                  <a:lnTo>
                    <a:pt x="910528" y="912370"/>
                  </a:lnTo>
                  <a:lnTo>
                    <a:pt x="910874" y="912477"/>
                  </a:lnTo>
                  <a:lnTo>
                    <a:pt x="911221" y="912584"/>
                  </a:lnTo>
                  <a:lnTo>
                    <a:pt x="911567" y="912692"/>
                  </a:lnTo>
                  <a:lnTo>
                    <a:pt x="911914" y="912799"/>
                  </a:lnTo>
                  <a:lnTo>
                    <a:pt x="912260" y="912906"/>
                  </a:lnTo>
                  <a:lnTo>
                    <a:pt x="912606" y="913013"/>
                  </a:lnTo>
                  <a:lnTo>
                    <a:pt x="912953" y="913120"/>
                  </a:lnTo>
                  <a:lnTo>
                    <a:pt x="913299" y="913228"/>
                  </a:lnTo>
                  <a:lnTo>
                    <a:pt x="913645" y="913335"/>
                  </a:lnTo>
                  <a:lnTo>
                    <a:pt x="913992" y="913442"/>
                  </a:lnTo>
                  <a:lnTo>
                    <a:pt x="914400" y="91356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h7577"/>
            <p:cNvSpPr/>
            <p:nvPr/>
          </p:nvSpPr>
          <p:spPr>
            <a:xfrm>
              <a:off x="2336166" y="1131174"/>
              <a:ext cx="917083" cy="914400"/>
            </a:xfrm>
            <a:custGeom>
              <a:avLst/>
              <a:pathLst>
                <a:path w="917083" h="914400">
                  <a:moveTo>
                    <a:pt x="914400" y="914400"/>
                  </a:moveTo>
                  <a:lnTo>
                    <a:pt x="914400" y="913568"/>
                  </a:lnTo>
                  <a:lnTo>
                    <a:pt x="914684" y="913656"/>
                  </a:lnTo>
                  <a:lnTo>
                    <a:pt x="915031" y="913764"/>
                  </a:lnTo>
                  <a:lnTo>
                    <a:pt x="915377" y="913871"/>
                  </a:lnTo>
                  <a:lnTo>
                    <a:pt x="915724" y="913978"/>
                  </a:lnTo>
                  <a:lnTo>
                    <a:pt x="916070" y="914086"/>
                  </a:lnTo>
                  <a:lnTo>
                    <a:pt x="916416" y="914193"/>
                  </a:lnTo>
                  <a:lnTo>
                    <a:pt x="916762" y="914300"/>
                  </a:lnTo>
                  <a:lnTo>
                    <a:pt x="917083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h7578"/>
            <p:cNvSpPr/>
            <p:nvPr/>
          </p:nvSpPr>
          <p:spPr>
            <a:xfrm>
              <a:off x="3478435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335" y="914400"/>
                  </a:lnTo>
                  <a:lnTo>
                    <a:pt x="911347" y="906480"/>
                  </a:lnTo>
                  <a:lnTo>
                    <a:pt x="914400" y="89929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h7579"/>
            <p:cNvSpPr/>
            <p:nvPr/>
          </p:nvSpPr>
          <p:spPr>
            <a:xfrm>
              <a:off x="3487876" y="1113604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868"/>
                  </a:lnTo>
                  <a:lnTo>
                    <a:pt x="905642" y="915262"/>
                  </a:lnTo>
                  <a:lnTo>
                    <a:pt x="906050" y="91439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h7580"/>
            <p:cNvSpPr/>
            <p:nvPr/>
          </p:nvSpPr>
          <p:spPr>
            <a:xfrm>
              <a:off x="348787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h7581"/>
            <p:cNvSpPr/>
            <p:nvPr/>
          </p:nvSpPr>
          <p:spPr>
            <a:xfrm>
              <a:off x="349731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h7582"/>
            <p:cNvSpPr/>
            <p:nvPr/>
          </p:nvSpPr>
          <p:spPr>
            <a:xfrm>
              <a:off x="350675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h7583"/>
            <p:cNvSpPr/>
            <p:nvPr/>
          </p:nvSpPr>
          <p:spPr>
            <a:xfrm>
              <a:off x="351619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h7584"/>
            <p:cNvSpPr/>
            <p:nvPr/>
          </p:nvSpPr>
          <p:spPr>
            <a:xfrm>
              <a:off x="352563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h7585"/>
            <p:cNvSpPr/>
            <p:nvPr/>
          </p:nvSpPr>
          <p:spPr>
            <a:xfrm>
              <a:off x="353507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h7586"/>
            <p:cNvSpPr/>
            <p:nvPr/>
          </p:nvSpPr>
          <p:spPr>
            <a:xfrm>
              <a:off x="354451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h7587"/>
            <p:cNvSpPr/>
            <p:nvPr/>
          </p:nvSpPr>
          <p:spPr>
            <a:xfrm>
              <a:off x="355395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h7588"/>
            <p:cNvSpPr/>
            <p:nvPr/>
          </p:nvSpPr>
          <p:spPr>
            <a:xfrm>
              <a:off x="356339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h7589"/>
            <p:cNvSpPr/>
            <p:nvPr/>
          </p:nvSpPr>
          <p:spPr>
            <a:xfrm>
              <a:off x="357283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h7590"/>
            <p:cNvSpPr/>
            <p:nvPr/>
          </p:nvSpPr>
          <p:spPr>
            <a:xfrm>
              <a:off x="358227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h7591"/>
            <p:cNvSpPr/>
            <p:nvPr/>
          </p:nvSpPr>
          <p:spPr>
            <a:xfrm>
              <a:off x="359171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h7592"/>
            <p:cNvSpPr/>
            <p:nvPr/>
          </p:nvSpPr>
          <p:spPr>
            <a:xfrm>
              <a:off x="360115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h7593"/>
            <p:cNvSpPr/>
            <p:nvPr/>
          </p:nvSpPr>
          <p:spPr>
            <a:xfrm>
              <a:off x="361059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h7594"/>
            <p:cNvSpPr/>
            <p:nvPr/>
          </p:nvSpPr>
          <p:spPr>
            <a:xfrm>
              <a:off x="362003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h7595"/>
            <p:cNvSpPr/>
            <p:nvPr/>
          </p:nvSpPr>
          <p:spPr>
            <a:xfrm>
              <a:off x="362947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h7596"/>
            <p:cNvSpPr/>
            <p:nvPr/>
          </p:nvSpPr>
          <p:spPr>
            <a:xfrm>
              <a:off x="363891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h7597"/>
            <p:cNvSpPr/>
            <p:nvPr/>
          </p:nvSpPr>
          <p:spPr>
            <a:xfrm>
              <a:off x="364836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h7598"/>
            <p:cNvSpPr/>
            <p:nvPr/>
          </p:nvSpPr>
          <p:spPr>
            <a:xfrm>
              <a:off x="365780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h7599"/>
            <p:cNvSpPr/>
            <p:nvPr/>
          </p:nvSpPr>
          <p:spPr>
            <a:xfrm>
              <a:off x="366724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h7600"/>
            <p:cNvSpPr/>
            <p:nvPr/>
          </p:nvSpPr>
          <p:spPr>
            <a:xfrm>
              <a:off x="367668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h7601"/>
            <p:cNvSpPr/>
            <p:nvPr/>
          </p:nvSpPr>
          <p:spPr>
            <a:xfrm>
              <a:off x="368612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h7602"/>
            <p:cNvSpPr/>
            <p:nvPr/>
          </p:nvSpPr>
          <p:spPr>
            <a:xfrm>
              <a:off x="369556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h7603"/>
            <p:cNvSpPr/>
            <p:nvPr/>
          </p:nvSpPr>
          <p:spPr>
            <a:xfrm>
              <a:off x="370500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h7604"/>
            <p:cNvSpPr/>
            <p:nvPr/>
          </p:nvSpPr>
          <p:spPr>
            <a:xfrm>
              <a:off x="371444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h7605"/>
            <p:cNvSpPr/>
            <p:nvPr/>
          </p:nvSpPr>
          <p:spPr>
            <a:xfrm>
              <a:off x="372388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h7606"/>
            <p:cNvSpPr/>
            <p:nvPr/>
          </p:nvSpPr>
          <p:spPr>
            <a:xfrm>
              <a:off x="373332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h7607"/>
            <p:cNvSpPr/>
            <p:nvPr/>
          </p:nvSpPr>
          <p:spPr>
            <a:xfrm>
              <a:off x="374276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h7608"/>
            <p:cNvSpPr/>
            <p:nvPr/>
          </p:nvSpPr>
          <p:spPr>
            <a:xfrm>
              <a:off x="375220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h7609"/>
            <p:cNvSpPr/>
            <p:nvPr/>
          </p:nvSpPr>
          <p:spPr>
            <a:xfrm>
              <a:off x="376164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h7610"/>
            <p:cNvSpPr/>
            <p:nvPr/>
          </p:nvSpPr>
          <p:spPr>
            <a:xfrm>
              <a:off x="377108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h7611"/>
            <p:cNvSpPr/>
            <p:nvPr/>
          </p:nvSpPr>
          <p:spPr>
            <a:xfrm>
              <a:off x="378052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h7612"/>
            <p:cNvSpPr/>
            <p:nvPr/>
          </p:nvSpPr>
          <p:spPr>
            <a:xfrm>
              <a:off x="378996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h7613"/>
            <p:cNvSpPr/>
            <p:nvPr/>
          </p:nvSpPr>
          <p:spPr>
            <a:xfrm>
              <a:off x="379940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h7614"/>
            <p:cNvSpPr/>
            <p:nvPr/>
          </p:nvSpPr>
          <p:spPr>
            <a:xfrm>
              <a:off x="380884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h7615"/>
            <p:cNvSpPr/>
            <p:nvPr/>
          </p:nvSpPr>
          <p:spPr>
            <a:xfrm>
              <a:off x="381828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h7616"/>
            <p:cNvSpPr/>
            <p:nvPr/>
          </p:nvSpPr>
          <p:spPr>
            <a:xfrm>
              <a:off x="382772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h7617"/>
            <p:cNvSpPr/>
            <p:nvPr/>
          </p:nvSpPr>
          <p:spPr>
            <a:xfrm>
              <a:off x="383716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h7618"/>
            <p:cNvSpPr/>
            <p:nvPr/>
          </p:nvSpPr>
          <p:spPr>
            <a:xfrm>
              <a:off x="384660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h7619"/>
            <p:cNvSpPr/>
            <p:nvPr/>
          </p:nvSpPr>
          <p:spPr>
            <a:xfrm>
              <a:off x="385604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h7620"/>
            <p:cNvSpPr/>
            <p:nvPr/>
          </p:nvSpPr>
          <p:spPr>
            <a:xfrm>
              <a:off x="3865485" y="1131174"/>
              <a:ext cx="920930" cy="914400"/>
            </a:xfrm>
            <a:custGeom>
              <a:avLst/>
              <a:pathLst>
                <a:path w="9209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30" y="896830"/>
                  </a:lnTo>
                  <a:lnTo>
                    <a:pt x="920374" y="903967"/>
                  </a:lnTo>
                  <a:lnTo>
                    <a:pt x="919258" y="914400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h7621"/>
            <p:cNvSpPr/>
            <p:nvPr/>
          </p:nvSpPr>
          <p:spPr>
            <a:xfrm>
              <a:off x="2052959" y="1096035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1511" y="931969"/>
                  </a:lnTo>
                  <a:lnTo>
                    <a:pt x="911716" y="930823"/>
                  </a:lnTo>
                  <a:lnTo>
                    <a:pt x="911844" y="930215"/>
                  </a:lnTo>
                  <a:lnTo>
                    <a:pt x="911909" y="928593"/>
                  </a:lnTo>
                  <a:lnTo>
                    <a:pt x="912658" y="917657"/>
                  </a:lnTo>
                  <a:lnTo>
                    <a:pt x="912974" y="91439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h7622"/>
            <p:cNvSpPr/>
            <p:nvPr/>
          </p:nvSpPr>
          <p:spPr>
            <a:xfrm>
              <a:off x="205295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h7623"/>
            <p:cNvSpPr/>
            <p:nvPr/>
          </p:nvSpPr>
          <p:spPr>
            <a:xfrm>
              <a:off x="206239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h7624"/>
            <p:cNvSpPr/>
            <p:nvPr/>
          </p:nvSpPr>
          <p:spPr>
            <a:xfrm>
              <a:off x="207184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h7625"/>
            <p:cNvSpPr/>
            <p:nvPr/>
          </p:nvSpPr>
          <p:spPr>
            <a:xfrm>
              <a:off x="208128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h7626"/>
            <p:cNvSpPr/>
            <p:nvPr/>
          </p:nvSpPr>
          <p:spPr>
            <a:xfrm>
              <a:off x="209072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h7627"/>
            <p:cNvSpPr/>
            <p:nvPr/>
          </p:nvSpPr>
          <p:spPr>
            <a:xfrm>
              <a:off x="210016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h7628"/>
            <p:cNvSpPr/>
            <p:nvPr/>
          </p:nvSpPr>
          <p:spPr>
            <a:xfrm>
              <a:off x="210960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h7629"/>
            <p:cNvSpPr/>
            <p:nvPr/>
          </p:nvSpPr>
          <p:spPr>
            <a:xfrm>
              <a:off x="211904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h7630"/>
            <p:cNvSpPr/>
            <p:nvPr/>
          </p:nvSpPr>
          <p:spPr>
            <a:xfrm>
              <a:off x="212848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h7631"/>
            <p:cNvSpPr/>
            <p:nvPr/>
          </p:nvSpPr>
          <p:spPr>
            <a:xfrm>
              <a:off x="213792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h7632"/>
            <p:cNvSpPr/>
            <p:nvPr/>
          </p:nvSpPr>
          <p:spPr>
            <a:xfrm>
              <a:off x="214736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h7633"/>
            <p:cNvSpPr/>
            <p:nvPr/>
          </p:nvSpPr>
          <p:spPr>
            <a:xfrm>
              <a:off x="215680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h7634"/>
            <p:cNvSpPr/>
            <p:nvPr/>
          </p:nvSpPr>
          <p:spPr>
            <a:xfrm>
              <a:off x="216624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h7635"/>
            <p:cNvSpPr/>
            <p:nvPr/>
          </p:nvSpPr>
          <p:spPr>
            <a:xfrm>
              <a:off x="217568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h7636"/>
            <p:cNvSpPr/>
            <p:nvPr/>
          </p:nvSpPr>
          <p:spPr>
            <a:xfrm>
              <a:off x="218512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h7637"/>
            <p:cNvSpPr/>
            <p:nvPr/>
          </p:nvSpPr>
          <p:spPr>
            <a:xfrm>
              <a:off x="219456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h7638"/>
            <p:cNvSpPr/>
            <p:nvPr/>
          </p:nvSpPr>
          <p:spPr>
            <a:xfrm>
              <a:off x="220400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h7639"/>
            <p:cNvSpPr/>
            <p:nvPr/>
          </p:nvSpPr>
          <p:spPr>
            <a:xfrm>
              <a:off x="221344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h7640"/>
            <p:cNvSpPr/>
            <p:nvPr/>
          </p:nvSpPr>
          <p:spPr>
            <a:xfrm>
              <a:off x="222288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h7641"/>
            <p:cNvSpPr/>
            <p:nvPr/>
          </p:nvSpPr>
          <p:spPr>
            <a:xfrm>
              <a:off x="223232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h7642"/>
            <p:cNvSpPr/>
            <p:nvPr/>
          </p:nvSpPr>
          <p:spPr>
            <a:xfrm>
              <a:off x="224176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h7643"/>
            <p:cNvSpPr/>
            <p:nvPr/>
          </p:nvSpPr>
          <p:spPr>
            <a:xfrm>
              <a:off x="225120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h7644"/>
            <p:cNvSpPr/>
            <p:nvPr/>
          </p:nvSpPr>
          <p:spPr>
            <a:xfrm>
              <a:off x="226064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h7645"/>
            <p:cNvSpPr/>
            <p:nvPr/>
          </p:nvSpPr>
          <p:spPr>
            <a:xfrm>
              <a:off x="227008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h7646"/>
            <p:cNvSpPr/>
            <p:nvPr/>
          </p:nvSpPr>
          <p:spPr>
            <a:xfrm>
              <a:off x="227952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h7647"/>
            <p:cNvSpPr/>
            <p:nvPr/>
          </p:nvSpPr>
          <p:spPr>
            <a:xfrm>
              <a:off x="2288965" y="1113604"/>
              <a:ext cx="917528" cy="914399"/>
            </a:xfrm>
            <a:custGeom>
              <a:avLst/>
              <a:pathLst>
                <a:path w="9175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4750" y="896830"/>
                  </a:lnTo>
                  <a:lnTo>
                    <a:pt x="915404" y="900276"/>
                  </a:lnTo>
                  <a:lnTo>
                    <a:pt x="917157" y="911440"/>
                  </a:lnTo>
                  <a:lnTo>
                    <a:pt x="917528" y="91439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h7648"/>
            <p:cNvSpPr/>
            <p:nvPr/>
          </p:nvSpPr>
          <p:spPr>
            <a:xfrm>
              <a:off x="3487876" y="1113604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6050" y="914399"/>
                  </a:lnTo>
                  <a:lnTo>
                    <a:pt x="909622" y="906855"/>
                  </a:lnTo>
                  <a:lnTo>
                    <a:pt x="913837" y="898854"/>
                  </a:lnTo>
                  <a:lnTo>
                    <a:pt x="914400" y="897894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h7649"/>
            <p:cNvSpPr/>
            <p:nvPr/>
          </p:nvSpPr>
          <p:spPr>
            <a:xfrm>
              <a:off x="3497316" y="1096035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464"/>
                  </a:lnTo>
                  <a:lnTo>
                    <a:pt x="905583" y="91439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h7650"/>
            <p:cNvSpPr/>
            <p:nvPr/>
          </p:nvSpPr>
          <p:spPr>
            <a:xfrm>
              <a:off x="349731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h7651"/>
            <p:cNvSpPr/>
            <p:nvPr/>
          </p:nvSpPr>
          <p:spPr>
            <a:xfrm>
              <a:off x="350675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h7652"/>
            <p:cNvSpPr/>
            <p:nvPr/>
          </p:nvSpPr>
          <p:spPr>
            <a:xfrm>
              <a:off x="351619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h7653"/>
            <p:cNvSpPr/>
            <p:nvPr/>
          </p:nvSpPr>
          <p:spPr>
            <a:xfrm>
              <a:off x="352563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h7654"/>
            <p:cNvSpPr/>
            <p:nvPr/>
          </p:nvSpPr>
          <p:spPr>
            <a:xfrm>
              <a:off x="353507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h7655"/>
            <p:cNvSpPr/>
            <p:nvPr/>
          </p:nvSpPr>
          <p:spPr>
            <a:xfrm>
              <a:off x="354451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h7656"/>
            <p:cNvSpPr/>
            <p:nvPr/>
          </p:nvSpPr>
          <p:spPr>
            <a:xfrm>
              <a:off x="355395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h7657"/>
            <p:cNvSpPr/>
            <p:nvPr/>
          </p:nvSpPr>
          <p:spPr>
            <a:xfrm>
              <a:off x="356339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h7658"/>
            <p:cNvSpPr/>
            <p:nvPr/>
          </p:nvSpPr>
          <p:spPr>
            <a:xfrm>
              <a:off x="357283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h7659"/>
            <p:cNvSpPr/>
            <p:nvPr/>
          </p:nvSpPr>
          <p:spPr>
            <a:xfrm>
              <a:off x="358227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h7660"/>
            <p:cNvSpPr/>
            <p:nvPr/>
          </p:nvSpPr>
          <p:spPr>
            <a:xfrm>
              <a:off x="359171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h7661"/>
            <p:cNvSpPr/>
            <p:nvPr/>
          </p:nvSpPr>
          <p:spPr>
            <a:xfrm>
              <a:off x="360115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h7662"/>
            <p:cNvSpPr/>
            <p:nvPr/>
          </p:nvSpPr>
          <p:spPr>
            <a:xfrm>
              <a:off x="361059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h7663"/>
            <p:cNvSpPr/>
            <p:nvPr/>
          </p:nvSpPr>
          <p:spPr>
            <a:xfrm>
              <a:off x="362003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h7664"/>
            <p:cNvSpPr/>
            <p:nvPr/>
          </p:nvSpPr>
          <p:spPr>
            <a:xfrm>
              <a:off x="362947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h7665"/>
            <p:cNvSpPr/>
            <p:nvPr/>
          </p:nvSpPr>
          <p:spPr>
            <a:xfrm>
              <a:off x="363891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h7666"/>
            <p:cNvSpPr/>
            <p:nvPr/>
          </p:nvSpPr>
          <p:spPr>
            <a:xfrm>
              <a:off x="364836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h7667"/>
            <p:cNvSpPr/>
            <p:nvPr/>
          </p:nvSpPr>
          <p:spPr>
            <a:xfrm>
              <a:off x="365780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h7668"/>
            <p:cNvSpPr/>
            <p:nvPr/>
          </p:nvSpPr>
          <p:spPr>
            <a:xfrm>
              <a:off x="366724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h7669"/>
            <p:cNvSpPr/>
            <p:nvPr/>
          </p:nvSpPr>
          <p:spPr>
            <a:xfrm>
              <a:off x="367668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h7670"/>
            <p:cNvSpPr/>
            <p:nvPr/>
          </p:nvSpPr>
          <p:spPr>
            <a:xfrm>
              <a:off x="368612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h7671"/>
            <p:cNvSpPr/>
            <p:nvPr/>
          </p:nvSpPr>
          <p:spPr>
            <a:xfrm>
              <a:off x="369556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h7672"/>
            <p:cNvSpPr/>
            <p:nvPr/>
          </p:nvSpPr>
          <p:spPr>
            <a:xfrm>
              <a:off x="370500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h7673"/>
            <p:cNvSpPr/>
            <p:nvPr/>
          </p:nvSpPr>
          <p:spPr>
            <a:xfrm>
              <a:off x="371444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h7674"/>
            <p:cNvSpPr/>
            <p:nvPr/>
          </p:nvSpPr>
          <p:spPr>
            <a:xfrm>
              <a:off x="372388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h7675"/>
            <p:cNvSpPr/>
            <p:nvPr/>
          </p:nvSpPr>
          <p:spPr>
            <a:xfrm>
              <a:off x="373332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h7676"/>
            <p:cNvSpPr/>
            <p:nvPr/>
          </p:nvSpPr>
          <p:spPr>
            <a:xfrm>
              <a:off x="374276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h7677"/>
            <p:cNvSpPr/>
            <p:nvPr/>
          </p:nvSpPr>
          <p:spPr>
            <a:xfrm>
              <a:off x="375220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h7678"/>
            <p:cNvSpPr/>
            <p:nvPr/>
          </p:nvSpPr>
          <p:spPr>
            <a:xfrm>
              <a:off x="376164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h7679"/>
            <p:cNvSpPr/>
            <p:nvPr/>
          </p:nvSpPr>
          <p:spPr>
            <a:xfrm>
              <a:off x="377108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h7680"/>
            <p:cNvSpPr/>
            <p:nvPr/>
          </p:nvSpPr>
          <p:spPr>
            <a:xfrm>
              <a:off x="378052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h7681"/>
            <p:cNvSpPr/>
            <p:nvPr/>
          </p:nvSpPr>
          <p:spPr>
            <a:xfrm>
              <a:off x="378996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h7682"/>
            <p:cNvSpPr/>
            <p:nvPr/>
          </p:nvSpPr>
          <p:spPr>
            <a:xfrm>
              <a:off x="379940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h7683"/>
            <p:cNvSpPr/>
            <p:nvPr/>
          </p:nvSpPr>
          <p:spPr>
            <a:xfrm>
              <a:off x="380884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h7684"/>
            <p:cNvSpPr/>
            <p:nvPr/>
          </p:nvSpPr>
          <p:spPr>
            <a:xfrm>
              <a:off x="381828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h7685"/>
            <p:cNvSpPr/>
            <p:nvPr/>
          </p:nvSpPr>
          <p:spPr>
            <a:xfrm>
              <a:off x="382772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h7686"/>
            <p:cNvSpPr/>
            <p:nvPr/>
          </p:nvSpPr>
          <p:spPr>
            <a:xfrm>
              <a:off x="383716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h7687"/>
            <p:cNvSpPr/>
            <p:nvPr/>
          </p:nvSpPr>
          <p:spPr>
            <a:xfrm>
              <a:off x="384660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h7688"/>
            <p:cNvSpPr/>
            <p:nvPr/>
          </p:nvSpPr>
          <p:spPr>
            <a:xfrm>
              <a:off x="385604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h7689"/>
            <p:cNvSpPr/>
            <p:nvPr/>
          </p:nvSpPr>
          <p:spPr>
            <a:xfrm>
              <a:off x="3865485" y="1113604"/>
              <a:ext cx="921829" cy="914399"/>
            </a:xfrm>
            <a:custGeom>
              <a:avLst/>
              <a:pathLst>
                <a:path w="92182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29" y="896830"/>
                  </a:lnTo>
                  <a:lnTo>
                    <a:pt x="921774" y="899480"/>
                  </a:lnTo>
                  <a:lnTo>
                    <a:pt x="921230" y="910543"/>
                  </a:lnTo>
                  <a:lnTo>
                    <a:pt x="920930" y="91439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h7690"/>
            <p:cNvSpPr/>
            <p:nvPr/>
          </p:nvSpPr>
          <p:spPr>
            <a:xfrm>
              <a:off x="2052959" y="109603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974" y="914399"/>
                  </a:lnTo>
                  <a:lnTo>
                    <a:pt x="913712" y="906808"/>
                  </a:lnTo>
                  <a:lnTo>
                    <a:pt x="914400" y="901376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h7691"/>
            <p:cNvSpPr/>
            <p:nvPr/>
          </p:nvSpPr>
          <p:spPr>
            <a:xfrm>
              <a:off x="2062399" y="107846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6"/>
                  </a:lnTo>
                  <a:lnTo>
                    <a:pt x="905535" y="914400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h7692"/>
            <p:cNvSpPr/>
            <p:nvPr/>
          </p:nvSpPr>
          <p:spPr>
            <a:xfrm>
              <a:off x="206239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h7693"/>
            <p:cNvSpPr/>
            <p:nvPr/>
          </p:nvSpPr>
          <p:spPr>
            <a:xfrm>
              <a:off x="207184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h7694"/>
            <p:cNvSpPr/>
            <p:nvPr/>
          </p:nvSpPr>
          <p:spPr>
            <a:xfrm>
              <a:off x="208128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h7695"/>
            <p:cNvSpPr/>
            <p:nvPr/>
          </p:nvSpPr>
          <p:spPr>
            <a:xfrm>
              <a:off x="209072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h7696"/>
            <p:cNvSpPr/>
            <p:nvPr/>
          </p:nvSpPr>
          <p:spPr>
            <a:xfrm>
              <a:off x="210016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h7697"/>
            <p:cNvSpPr/>
            <p:nvPr/>
          </p:nvSpPr>
          <p:spPr>
            <a:xfrm>
              <a:off x="210960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h7698"/>
            <p:cNvSpPr/>
            <p:nvPr/>
          </p:nvSpPr>
          <p:spPr>
            <a:xfrm>
              <a:off x="211904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h7699"/>
            <p:cNvSpPr/>
            <p:nvPr/>
          </p:nvSpPr>
          <p:spPr>
            <a:xfrm>
              <a:off x="212848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h7700"/>
            <p:cNvSpPr/>
            <p:nvPr/>
          </p:nvSpPr>
          <p:spPr>
            <a:xfrm>
              <a:off x="213792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h7701"/>
            <p:cNvSpPr/>
            <p:nvPr/>
          </p:nvSpPr>
          <p:spPr>
            <a:xfrm>
              <a:off x="214736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h7702"/>
            <p:cNvSpPr/>
            <p:nvPr/>
          </p:nvSpPr>
          <p:spPr>
            <a:xfrm>
              <a:off x="215680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h7703"/>
            <p:cNvSpPr/>
            <p:nvPr/>
          </p:nvSpPr>
          <p:spPr>
            <a:xfrm>
              <a:off x="216624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h7704"/>
            <p:cNvSpPr/>
            <p:nvPr/>
          </p:nvSpPr>
          <p:spPr>
            <a:xfrm>
              <a:off x="217568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h7705"/>
            <p:cNvSpPr/>
            <p:nvPr/>
          </p:nvSpPr>
          <p:spPr>
            <a:xfrm>
              <a:off x="218512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h7706"/>
            <p:cNvSpPr/>
            <p:nvPr/>
          </p:nvSpPr>
          <p:spPr>
            <a:xfrm>
              <a:off x="219456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h7707"/>
            <p:cNvSpPr/>
            <p:nvPr/>
          </p:nvSpPr>
          <p:spPr>
            <a:xfrm>
              <a:off x="220400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h7708"/>
            <p:cNvSpPr/>
            <p:nvPr/>
          </p:nvSpPr>
          <p:spPr>
            <a:xfrm>
              <a:off x="221344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h7709"/>
            <p:cNvSpPr/>
            <p:nvPr/>
          </p:nvSpPr>
          <p:spPr>
            <a:xfrm>
              <a:off x="222288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h7710"/>
            <p:cNvSpPr/>
            <p:nvPr/>
          </p:nvSpPr>
          <p:spPr>
            <a:xfrm>
              <a:off x="223232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h7711"/>
            <p:cNvSpPr/>
            <p:nvPr/>
          </p:nvSpPr>
          <p:spPr>
            <a:xfrm>
              <a:off x="224176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h7712"/>
            <p:cNvSpPr/>
            <p:nvPr/>
          </p:nvSpPr>
          <p:spPr>
            <a:xfrm>
              <a:off x="225120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h7713"/>
            <p:cNvSpPr/>
            <p:nvPr/>
          </p:nvSpPr>
          <p:spPr>
            <a:xfrm>
              <a:off x="226064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h7714"/>
            <p:cNvSpPr/>
            <p:nvPr/>
          </p:nvSpPr>
          <p:spPr>
            <a:xfrm>
              <a:off x="227008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h7715"/>
            <p:cNvSpPr/>
            <p:nvPr/>
          </p:nvSpPr>
          <p:spPr>
            <a:xfrm>
              <a:off x="2288965" y="109603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2396" y="896830"/>
                  </a:lnTo>
                  <a:lnTo>
                    <a:pt x="912784" y="902020"/>
                  </a:lnTo>
                  <a:lnTo>
                    <a:pt x="912976" y="905200"/>
                  </a:lnTo>
                  <a:lnTo>
                    <a:pt x="913056" y="905586"/>
                  </a:lnTo>
                  <a:lnTo>
                    <a:pt x="913145" y="906017"/>
                  </a:lnTo>
                  <a:lnTo>
                    <a:pt x="913234" y="906448"/>
                  </a:lnTo>
                  <a:lnTo>
                    <a:pt x="913323" y="906878"/>
                  </a:lnTo>
                  <a:lnTo>
                    <a:pt x="914400" y="912552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h7716"/>
            <p:cNvSpPr/>
            <p:nvPr/>
          </p:nvSpPr>
          <p:spPr>
            <a:xfrm>
              <a:off x="2288965" y="1096035"/>
              <a:ext cx="914750" cy="914399"/>
            </a:xfrm>
            <a:custGeom>
              <a:avLst/>
              <a:pathLst>
                <a:path w="914750" h="914399">
                  <a:moveTo>
                    <a:pt x="914400" y="914399"/>
                  </a:moveTo>
                  <a:lnTo>
                    <a:pt x="914400" y="912552"/>
                  </a:lnTo>
                  <a:lnTo>
                    <a:pt x="914750" y="91439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h7717"/>
            <p:cNvSpPr/>
            <p:nvPr/>
          </p:nvSpPr>
          <p:spPr>
            <a:xfrm>
              <a:off x="3497316" y="109603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583" y="914399"/>
                  </a:lnTo>
                  <a:lnTo>
                    <a:pt x="908834" y="908851"/>
                  </a:lnTo>
                  <a:lnTo>
                    <a:pt x="913481" y="901727"/>
                  </a:lnTo>
                  <a:lnTo>
                    <a:pt x="914400" y="900466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h7718"/>
            <p:cNvSpPr/>
            <p:nvPr/>
          </p:nvSpPr>
          <p:spPr>
            <a:xfrm>
              <a:off x="3506756" y="107846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035"/>
                  </a:lnTo>
                  <a:lnTo>
                    <a:pt x="907606" y="914400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h7719"/>
            <p:cNvSpPr/>
            <p:nvPr/>
          </p:nvSpPr>
          <p:spPr>
            <a:xfrm>
              <a:off x="350675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h7720"/>
            <p:cNvSpPr/>
            <p:nvPr/>
          </p:nvSpPr>
          <p:spPr>
            <a:xfrm>
              <a:off x="351619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h7721"/>
            <p:cNvSpPr/>
            <p:nvPr/>
          </p:nvSpPr>
          <p:spPr>
            <a:xfrm>
              <a:off x="352563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h7722"/>
            <p:cNvSpPr/>
            <p:nvPr/>
          </p:nvSpPr>
          <p:spPr>
            <a:xfrm>
              <a:off x="353507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h7723"/>
            <p:cNvSpPr/>
            <p:nvPr/>
          </p:nvSpPr>
          <p:spPr>
            <a:xfrm>
              <a:off x="354451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h7724"/>
            <p:cNvSpPr/>
            <p:nvPr/>
          </p:nvSpPr>
          <p:spPr>
            <a:xfrm>
              <a:off x="355395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h7725"/>
            <p:cNvSpPr/>
            <p:nvPr/>
          </p:nvSpPr>
          <p:spPr>
            <a:xfrm>
              <a:off x="356339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h7726"/>
            <p:cNvSpPr/>
            <p:nvPr/>
          </p:nvSpPr>
          <p:spPr>
            <a:xfrm>
              <a:off x="357283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h7727"/>
            <p:cNvSpPr/>
            <p:nvPr/>
          </p:nvSpPr>
          <p:spPr>
            <a:xfrm>
              <a:off x="358227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h7728"/>
            <p:cNvSpPr/>
            <p:nvPr/>
          </p:nvSpPr>
          <p:spPr>
            <a:xfrm>
              <a:off x="359171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h7729"/>
            <p:cNvSpPr/>
            <p:nvPr/>
          </p:nvSpPr>
          <p:spPr>
            <a:xfrm>
              <a:off x="360115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h7730"/>
            <p:cNvSpPr/>
            <p:nvPr/>
          </p:nvSpPr>
          <p:spPr>
            <a:xfrm>
              <a:off x="361059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h7731"/>
            <p:cNvSpPr/>
            <p:nvPr/>
          </p:nvSpPr>
          <p:spPr>
            <a:xfrm>
              <a:off x="362003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h7732"/>
            <p:cNvSpPr/>
            <p:nvPr/>
          </p:nvSpPr>
          <p:spPr>
            <a:xfrm>
              <a:off x="362947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h7733"/>
            <p:cNvSpPr/>
            <p:nvPr/>
          </p:nvSpPr>
          <p:spPr>
            <a:xfrm>
              <a:off x="363891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h7734"/>
            <p:cNvSpPr/>
            <p:nvPr/>
          </p:nvSpPr>
          <p:spPr>
            <a:xfrm>
              <a:off x="364836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h7735"/>
            <p:cNvSpPr/>
            <p:nvPr/>
          </p:nvSpPr>
          <p:spPr>
            <a:xfrm>
              <a:off x="365780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h7736"/>
            <p:cNvSpPr/>
            <p:nvPr/>
          </p:nvSpPr>
          <p:spPr>
            <a:xfrm>
              <a:off x="366724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h7737"/>
            <p:cNvSpPr/>
            <p:nvPr/>
          </p:nvSpPr>
          <p:spPr>
            <a:xfrm>
              <a:off x="367668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h7738"/>
            <p:cNvSpPr/>
            <p:nvPr/>
          </p:nvSpPr>
          <p:spPr>
            <a:xfrm>
              <a:off x="368612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h7739"/>
            <p:cNvSpPr/>
            <p:nvPr/>
          </p:nvSpPr>
          <p:spPr>
            <a:xfrm>
              <a:off x="369556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h7740"/>
            <p:cNvSpPr/>
            <p:nvPr/>
          </p:nvSpPr>
          <p:spPr>
            <a:xfrm>
              <a:off x="370500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h7741"/>
            <p:cNvSpPr/>
            <p:nvPr/>
          </p:nvSpPr>
          <p:spPr>
            <a:xfrm>
              <a:off x="371444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h7742"/>
            <p:cNvSpPr/>
            <p:nvPr/>
          </p:nvSpPr>
          <p:spPr>
            <a:xfrm>
              <a:off x="372388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h7743"/>
            <p:cNvSpPr/>
            <p:nvPr/>
          </p:nvSpPr>
          <p:spPr>
            <a:xfrm>
              <a:off x="373332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h7744"/>
            <p:cNvSpPr/>
            <p:nvPr/>
          </p:nvSpPr>
          <p:spPr>
            <a:xfrm>
              <a:off x="374276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h7745"/>
            <p:cNvSpPr/>
            <p:nvPr/>
          </p:nvSpPr>
          <p:spPr>
            <a:xfrm>
              <a:off x="375220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h7746"/>
            <p:cNvSpPr/>
            <p:nvPr/>
          </p:nvSpPr>
          <p:spPr>
            <a:xfrm>
              <a:off x="376164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h7747"/>
            <p:cNvSpPr/>
            <p:nvPr/>
          </p:nvSpPr>
          <p:spPr>
            <a:xfrm>
              <a:off x="377108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h7748"/>
            <p:cNvSpPr/>
            <p:nvPr/>
          </p:nvSpPr>
          <p:spPr>
            <a:xfrm>
              <a:off x="378052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h7749"/>
            <p:cNvSpPr/>
            <p:nvPr/>
          </p:nvSpPr>
          <p:spPr>
            <a:xfrm>
              <a:off x="378996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h7750"/>
            <p:cNvSpPr/>
            <p:nvPr/>
          </p:nvSpPr>
          <p:spPr>
            <a:xfrm>
              <a:off x="379940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h7751"/>
            <p:cNvSpPr/>
            <p:nvPr/>
          </p:nvSpPr>
          <p:spPr>
            <a:xfrm>
              <a:off x="380884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h7752"/>
            <p:cNvSpPr/>
            <p:nvPr/>
          </p:nvSpPr>
          <p:spPr>
            <a:xfrm>
              <a:off x="381828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h7753"/>
            <p:cNvSpPr/>
            <p:nvPr/>
          </p:nvSpPr>
          <p:spPr>
            <a:xfrm>
              <a:off x="382772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h7754"/>
            <p:cNvSpPr/>
            <p:nvPr/>
          </p:nvSpPr>
          <p:spPr>
            <a:xfrm>
              <a:off x="383716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h7755"/>
            <p:cNvSpPr/>
            <p:nvPr/>
          </p:nvSpPr>
          <p:spPr>
            <a:xfrm>
              <a:off x="384660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h7756"/>
            <p:cNvSpPr/>
            <p:nvPr/>
          </p:nvSpPr>
          <p:spPr>
            <a:xfrm>
              <a:off x="385604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h7757"/>
            <p:cNvSpPr/>
            <p:nvPr/>
          </p:nvSpPr>
          <p:spPr>
            <a:xfrm>
              <a:off x="3865485" y="1096035"/>
              <a:ext cx="922004" cy="914399"/>
            </a:xfrm>
            <a:custGeom>
              <a:avLst/>
              <a:pathLst>
                <a:path w="922004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935" y="896830"/>
                  </a:lnTo>
                  <a:lnTo>
                    <a:pt x="922004" y="905949"/>
                  </a:lnTo>
                  <a:lnTo>
                    <a:pt x="921829" y="91439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h7758"/>
            <p:cNvSpPr/>
            <p:nvPr/>
          </p:nvSpPr>
          <p:spPr>
            <a:xfrm>
              <a:off x="2062399" y="106089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5" y="931969"/>
                  </a:lnTo>
                  <a:lnTo>
                    <a:pt x="905630" y="931217"/>
                  </a:lnTo>
                  <a:lnTo>
                    <a:pt x="907287" y="920633"/>
                  </a:lnTo>
                  <a:lnTo>
                    <a:pt x="908456" y="914400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h7759"/>
            <p:cNvSpPr/>
            <p:nvPr/>
          </p:nvSpPr>
          <p:spPr>
            <a:xfrm>
              <a:off x="206239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h7760"/>
            <p:cNvSpPr/>
            <p:nvPr/>
          </p:nvSpPr>
          <p:spPr>
            <a:xfrm>
              <a:off x="207184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h7761"/>
            <p:cNvSpPr/>
            <p:nvPr/>
          </p:nvSpPr>
          <p:spPr>
            <a:xfrm>
              <a:off x="208128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h7762"/>
            <p:cNvSpPr/>
            <p:nvPr/>
          </p:nvSpPr>
          <p:spPr>
            <a:xfrm>
              <a:off x="209072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h7763"/>
            <p:cNvSpPr/>
            <p:nvPr/>
          </p:nvSpPr>
          <p:spPr>
            <a:xfrm>
              <a:off x="210016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h7764"/>
            <p:cNvSpPr/>
            <p:nvPr/>
          </p:nvSpPr>
          <p:spPr>
            <a:xfrm>
              <a:off x="210960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h7765"/>
            <p:cNvSpPr/>
            <p:nvPr/>
          </p:nvSpPr>
          <p:spPr>
            <a:xfrm>
              <a:off x="211904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h7766"/>
            <p:cNvSpPr/>
            <p:nvPr/>
          </p:nvSpPr>
          <p:spPr>
            <a:xfrm>
              <a:off x="212848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h7767"/>
            <p:cNvSpPr/>
            <p:nvPr/>
          </p:nvSpPr>
          <p:spPr>
            <a:xfrm>
              <a:off x="213792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h7768"/>
            <p:cNvSpPr/>
            <p:nvPr/>
          </p:nvSpPr>
          <p:spPr>
            <a:xfrm>
              <a:off x="214736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h7769"/>
            <p:cNvSpPr/>
            <p:nvPr/>
          </p:nvSpPr>
          <p:spPr>
            <a:xfrm>
              <a:off x="215680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h7770"/>
            <p:cNvSpPr/>
            <p:nvPr/>
          </p:nvSpPr>
          <p:spPr>
            <a:xfrm>
              <a:off x="216624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h7771"/>
            <p:cNvSpPr/>
            <p:nvPr/>
          </p:nvSpPr>
          <p:spPr>
            <a:xfrm>
              <a:off x="217568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h7772"/>
            <p:cNvSpPr/>
            <p:nvPr/>
          </p:nvSpPr>
          <p:spPr>
            <a:xfrm>
              <a:off x="218512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h7773"/>
            <p:cNvSpPr/>
            <p:nvPr/>
          </p:nvSpPr>
          <p:spPr>
            <a:xfrm>
              <a:off x="219456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h7774"/>
            <p:cNvSpPr/>
            <p:nvPr/>
          </p:nvSpPr>
          <p:spPr>
            <a:xfrm>
              <a:off x="220400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h7775"/>
            <p:cNvSpPr/>
            <p:nvPr/>
          </p:nvSpPr>
          <p:spPr>
            <a:xfrm>
              <a:off x="221344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h7776"/>
            <p:cNvSpPr/>
            <p:nvPr/>
          </p:nvSpPr>
          <p:spPr>
            <a:xfrm>
              <a:off x="222288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h7777"/>
            <p:cNvSpPr/>
            <p:nvPr/>
          </p:nvSpPr>
          <p:spPr>
            <a:xfrm>
              <a:off x="223232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h7778"/>
            <p:cNvSpPr/>
            <p:nvPr/>
          </p:nvSpPr>
          <p:spPr>
            <a:xfrm>
              <a:off x="224176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h7779"/>
            <p:cNvSpPr/>
            <p:nvPr/>
          </p:nvSpPr>
          <p:spPr>
            <a:xfrm>
              <a:off x="225120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h7780"/>
            <p:cNvSpPr/>
            <p:nvPr/>
          </p:nvSpPr>
          <p:spPr>
            <a:xfrm>
              <a:off x="226064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h7781"/>
            <p:cNvSpPr/>
            <p:nvPr/>
          </p:nvSpPr>
          <p:spPr>
            <a:xfrm>
              <a:off x="227008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h7782"/>
            <p:cNvSpPr/>
            <p:nvPr/>
          </p:nvSpPr>
          <p:spPr>
            <a:xfrm>
              <a:off x="2279525" y="1078465"/>
              <a:ext cx="921836" cy="914400"/>
            </a:xfrm>
            <a:custGeom>
              <a:avLst/>
              <a:pathLst>
                <a:path w="92183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151" y="896830"/>
                  </a:lnTo>
                  <a:lnTo>
                    <a:pt x="920288" y="897862"/>
                  </a:lnTo>
                  <a:lnTo>
                    <a:pt x="921409" y="908679"/>
                  </a:lnTo>
                  <a:lnTo>
                    <a:pt x="921836" y="914400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h7783"/>
            <p:cNvSpPr/>
            <p:nvPr/>
          </p:nvSpPr>
          <p:spPr>
            <a:xfrm>
              <a:off x="3506756" y="107846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606" y="914400"/>
                  </a:lnTo>
                  <a:lnTo>
                    <a:pt x="908885" y="912643"/>
                  </a:lnTo>
                  <a:lnTo>
                    <a:pt x="913911" y="906477"/>
                  </a:lnTo>
                  <a:lnTo>
                    <a:pt x="914400" y="905946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h7784"/>
            <p:cNvSpPr/>
            <p:nvPr/>
          </p:nvSpPr>
          <p:spPr>
            <a:xfrm>
              <a:off x="3516196" y="106089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516"/>
                  </a:lnTo>
                  <a:lnTo>
                    <a:pt x="909667" y="918387"/>
                  </a:lnTo>
                  <a:lnTo>
                    <a:pt x="913819" y="914400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h7785"/>
            <p:cNvSpPr/>
            <p:nvPr/>
          </p:nvSpPr>
          <p:spPr>
            <a:xfrm>
              <a:off x="351619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h7786"/>
            <p:cNvSpPr/>
            <p:nvPr/>
          </p:nvSpPr>
          <p:spPr>
            <a:xfrm>
              <a:off x="352563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h7787"/>
            <p:cNvSpPr/>
            <p:nvPr/>
          </p:nvSpPr>
          <p:spPr>
            <a:xfrm>
              <a:off x="353507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h7788"/>
            <p:cNvSpPr/>
            <p:nvPr/>
          </p:nvSpPr>
          <p:spPr>
            <a:xfrm>
              <a:off x="354451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h7789"/>
            <p:cNvSpPr/>
            <p:nvPr/>
          </p:nvSpPr>
          <p:spPr>
            <a:xfrm>
              <a:off x="355395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h7790"/>
            <p:cNvSpPr/>
            <p:nvPr/>
          </p:nvSpPr>
          <p:spPr>
            <a:xfrm>
              <a:off x="356339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h7791"/>
            <p:cNvSpPr/>
            <p:nvPr/>
          </p:nvSpPr>
          <p:spPr>
            <a:xfrm>
              <a:off x="357283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h7792"/>
            <p:cNvSpPr/>
            <p:nvPr/>
          </p:nvSpPr>
          <p:spPr>
            <a:xfrm>
              <a:off x="358227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h7793"/>
            <p:cNvSpPr/>
            <p:nvPr/>
          </p:nvSpPr>
          <p:spPr>
            <a:xfrm>
              <a:off x="359171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h7794"/>
            <p:cNvSpPr/>
            <p:nvPr/>
          </p:nvSpPr>
          <p:spPr>
            <a:xfrm>
              <a:off x="360115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h7795"/>
            <p:cNvSpPr/>
            <p:nvPr/>
          </p:nvSpPr>
          <p:spPr>
            <a:xfrm>
              <a:off x="361059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h7796"/>
            <p:cNvSpPr/>
            <p:nvPr/>
          </p:nvSpPr>
          <p:spPr>
            <a:xfrm>
              <a:off x="362003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h7797"/>
            <p:cNvSpPr/>
            <p:nvPr/>
          </p:nvSpPr>
          <p:spPr>
            <a:xfrm>
              <a:off x="362947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h7798"/>
            <p:cNvSpPr/>
            <p:nvPr/>
          </p:nvSpPr>
          <p:spPr>
            <a:xfrm>
              <a:off x="363891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h7799"/>
            <p:cNvSpPr/>
            <p:nvPr/>
          </p:nvSpPr>
          <p:spPr>
            <a:xfrm>
              <a:off x="364836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h7800"/>
            <p:cNvSpPr/>
            <p:nvPr/>
          </p:nvSpPr>
          <p:spPr>
            <a:xfrm>
              <a:off x="365780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h7801"/>
            <p:cNvSpPr/>
            <p:nvPr/>
          </p:nvSpPr>
          <p:spPr>
            <a:xfrm>
              <a:off x="366724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h7802"/>
            <p:cNvSpPr/>
            <p:nvPr/>
          </p:nvSpPr>
          <p:spPr>
            <a:xfrm>
              <a:off x="367668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h7803"/>
            <p:cNvSpPr/>
            <p:nvPr/>
          </p:nvSpPr>
          <p:spPr>
            <a:xfrm>
              <a:off x="368612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h7804"/>
            <p:cNvSpPr/>
            <p:nvPr/>
          </p:nvSpPr>
          <p:spPr>
            <a:xfrm>
              <a:off x="369556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h7805"/>
            <p:cNvSpPr/>
            <p:nvPr/>
          </p:nvSpPr>
          <p:spPr>
            <a:xfrm>
              <a:off x="370500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h7806"/>
            <p:cNvSpPr/>
            <p:nvPr/>
          </p:nvSpPr>
          <p:spPr>
            <a:xfrm>
              <a:off x="371444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h7807"/>
            <p:cNvSpPr/>
            <p:nvPr/>
          </p:nvSpPr>
          <p:spPr>
            <a:xfrm>
              <a:off x="372388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h7808"/>
            <p:cNvSpPr/>
            <p:nvPr/>
          </p:nvSpPr>
          <p:spPr>
            <a:xfrm>
              <a:off x="373332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h7809"/>
            <p:cNvSpPr/>
            <p:nvPr/>
          </p:nvSpPr>
          <p:spPr>
            <a:xfrm>
              <a:off x="374276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h7810"/>
            <p:cNvSpPr/>
            <p:nvPr/>
          </p:nvSpPr>
          <p:spPr>
            <a:xfrm>
              <a:off x="375220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h7811"/>
            <p:cNvSpPr/>
            <p:nvPr/>
          </p:nvSpPr>
          <p:spPr>
            <a:xfrm>
              <a:off x="376164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h7812"/>
            <p:cNvSpPr/>
            <p:nvPr/>
          </p:nvSpPr>
          <p:spPr>
            <a:xfrm>
              <a:off x="377108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h7813"/>
            <p:cNvSpPr/>
            <p:nvPr/>
          </p:nvSpPr>
          <p:spPr>
            <a:xfrm>
              <a:off x="378052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h7814"/>
            <p:cNvSpPr/>
            <p:nvPr/>
          </p:nvSpPr>
          <p:spPr>
            <a:xfrm>
              <a:off x="378996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h7815"/>
            <p:cNvSpPr/>
            <p:nvPr/>
          </p:nvSpPr>
          <p:spPr>
            <a:xfrm>
              <a:off x="379940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h7816"/>
            <p:cNvSpPr/>
            <p:nvPr/>
          </p:nvSpPr>
          <p:spPr>
            <a:xfrm>
              <a:off x="380884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h7817"/>
            <p:cNvSpPr/>
            <p:nvPr/>
          </p:nvSpPr>
          <p:spPr>
            <a:xfrm>
              <a:off x="381828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h7818"/>
            <p:cNvSpPr/>
            <p:nvPr/>
          </p:nvSpPr>
          <p:spPr>
            <a:xfrm>
              <a:off x="382772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h7819"/>
            <p:cNvSpPr/>
            <p:nvPr/>
          </p:nvSpPr>
          <p:spPr>
            <a:xfrm>
              <a:off x="383716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h7820"/>
            <p:cNvSpPr/>
            <p:nvPr/>
          </p:nvSpPr>
          <p:spPr>
            <a:xfrm>
              <a:off x="384660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h7821"/>
            <p:cNvSpPr/>
            <p:nvPr/>
          </p:nvSpPr>
          <p:spPr>
            <a:xfrm>
              <a:off x="385604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h7822"/>
            <p:cNvSpPr/>
            <p:nvPr/>
          </p:nvSpPr>
          <p:spPr>
            <a:xfrm>
              <a:off x="3865485" y="1078465"/>
              <a:ext cx="921935" cy="914400"/>
            </a:xfrm>
            <a:custGeom>
              <a:avLst/>
              <a:pathLst>
                <a:path w="9219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231" y="896830"/>
                  </a:lnTo>
                  <a:lnTo>
                    <a:pt x="921521" y="901327"/>
                  </a:lnTo>
                  <a:lnTo>
                    <a:pt x="921920" y="912411"/>
                  </a:lnTo>
                  <a:lnTo>
                    <a:pt x="921935" y="914400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h7823"/>
            <p:cNvSpPr/>
            <p:nvPr/>
          </p:nvSpPr>
          <p:spPr>
            <a:xfrm>
              <a:off x="2062399" y="1043325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456" y="931969"/>
                  </a:lnTo>
                  <a:lnTo>
                    <a:pt x="909239" y="927794"/>
                  </a:lnTo>
                  <a:lnTo>
                    <a:pt x="911481" y="917590"/>
                  </a:lnTo>
                  <a:lnTo>
                    <a:pt x="912289" y="91439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h7824"/>
            <p:cNvSpPr/>
            <p:nvPr/>
          </p:nvSpPr>
          <p:spPr>
            <a:xfrm>
              <a:off x="206239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h7825"/>
            <p:cNvSpPr/>
            <p:nvPr/>
          </p:nvSpPr>
          <p:spPr>
            <a:xfrm>
              <a:off x="207184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h7826"/>
            <p:cNvSpPr/>
            <p:nvPr/>
          </p:nvSpPr>
          <p:spPr>
            <a:xfrm>
              <a:off x="208128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h7827"/>
            <p:cNvSpPr/>
            <p:nvPr/>
          </p:nvSpPr>
          <p:spPr>
            <a:xfrm>
              <a:off x="209072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h7828"/>
            <p:cNvSpPr/>
            <p:nvPr/>
          </p:nvSpPr>
          <p:spPr>
            <a:xfrm>
              <a:off x="210016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h7829"/>
            <p:cNvSpPr/>
            <p:nvPr/>
          </p:nvSpPr>
          <p:spPr>
            <a:xfrm>
              <a:off x="210960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h7830"/>
            <p:cNvSpPr/>
            <p:nvPr/>
          </p:nvSpPr>
          <p:spPr>
            <a:xfrm>
              <a:off x="211904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h7831"/>
            <p:cNvSpPr/>
            <p:nvPr/>
          </p:nvSpPr>
          <p:spPr>
            <a:xfrm>
              <a:off x="212848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h7832"/>
            <p:cNvSpPr/>
            <p:nvPr/>
          </p:nvSpPr>
          <p:spPr>
            <a:xfrm>
              <a:off x="213792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h7833"/>
            <p:cNvSpPr/>
            <p:nvPr/>
          </p:nvSpPr>
          <p:spPr>
            <a:xfrm>
              <a:off x="214736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h7834"/>
            <p:cNvSpPr/>
            <p:nvPr/>
          </p:nvSpPr>
          <p:spPr>
            <a:xfrm>
              <a:off x="215680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h7835"/>
            <p:cNvSpPr/>
            <p:nvPr/>
          </p:nvSpPr>
          <p:spPr>
            <a:xfrm>
              <a:off x="216624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h7836"/>
            <p:cNvSpPr/>
            <p:nvPr/>
          </p:nvSpPr>
          <p:spPr>
            <a:xfrm>
              <a:off x="217568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h7837"/>
            <p:cNvSpPr/>
            <p:nvPr/>
          </p:nvSpPr>
          <p:spPr>
            <a:xfrm>
              <a:off x="218512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h7838"/>
            <p:cNvSpPr/>
            <p:nvPr/>
          </p:nvSpPr>
          <p:spPr>
            <a:xfrm>
              <a:off x="219456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h7839"/>
            <p:cNvSpPr/>
            <p:nvPr/>
          </p:nvSpPr>
          <p:spPr>
            <a:xfrm>
              <a:off x="220400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h7840"/>
            <p:cNvSpPr/>
            <p:nvPr/>
          </p:nvSpPr>
          <p:spPr>
            <a:xfrm>
              <a:off x="221344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h7841"/>
            <p:cNvSpPr/>
            <p:nvPr/>
          </p:nvSpPr>
          <p:spPr>
            <a:xfrm>
              <a:off x="222288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h7842"/>
            <p:cNvSpPr/>
            <p:nvPr/>
          </p:nvSpPr>
          <p:spPr>
            <a:xfrm>
              <a:off x="223232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h7843"/>
            <p:cNvSpPr/>
            <p:nvPr/>
          </p:nvSpPr>
          <p:spPr>
            <a:xfrm>
              <a:off x="224176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h7844"/>
            <p:cNvSpPr/>
            <p:nvPr/>
          </p:nvSpPr>
          <p:spPr>
            <a:xfrm>
              <a:off x="225120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h7845"/>
            <p:cNvSpPr/>
            <p:nvPr/>
          </p:nvSpPr>
          <p:spPr>
            <a:xfrm>
              <a:off x="226064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h7846"/>
            <p:cNvSpPr/>
            <p:nvPr/>
          </p:nvSpPr>
          <p:spPr>
            <a:xfrm>
              <a:off x="227008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h7847"/>
            <p:cNvSpPr/>
            <p:nvPr/>
          </p:nvSpPr>
          <p:spPr>
            <a:xfrm>
              <a:off x="2279525" y="1060895"/>
              <a:ext cx="920151" cy="914400"/>
            </a:xfrm>
            <a:custGeom>
              <a:avLst/>
              <a:pathLst>
                <a:path w="92015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575" y="896830"/>
                  </a:lnTo>
                  <a:lnTo>
                    <a:pt x="918866" y="904738"/>
                  </a:lnTo>
                  <a:lnTo>
                    <a:pt x="920151" y="914400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h7848"/>
            <p:cNvSpPr/>
            <p:nvPr/>
          </p:nvSpPr>
          <p:spPr>
            <a:xfrm>
              <a:off x="3487876" y="1043325"/>
              <a:ext cx="914400" cy="914649"/>
            </a:xfrm>
            <a:custGeom>
              <a:avLst/>
              <a:pathLst>
                <a:path w="914400" h="914649">
                  <a:moveTo>
                    <a:pt x="914400" y="914399"/>
                  </a:moveTo>
                  <a:lnTo>
                    <a:pt x="914400" y="914649"/>
                  </a:lnTo>
                  <a:lnTo>
                    <a:pt x="913660" y="91439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h7849"/>
            <p:cNvSpPr/>
            <p:nvPr/>
          </p:nvSpPr>
          <p:spPr>
            <a:xfrm>
              <a:off x="3487876" y="1043325"/>
              <a:ext cx="923840" cy="917249"/>
            </a:xfrm>
            <a:custGeom>
              <a:avLst/>
              <a:pathLst>
                <a:path w="923840" h="917249">
                  <a:moveTo>
                    <a:pt x="914400" y="914399"/>
                  </a:moveTo>
                  <a:lnTo>
                    <a:pt x="923840" y="914399"/>
                  </a:lnTo>
                  <a:lnTo>
                    <a:pt x="923765" y="917249"/>
                  </a:lnTo>
                  <a:lnTo>
                    <a:pt x="917999" y="915865"/>
                  </a:lnTo>
                  <a:lnTo>
                    <a:pt x="914400" y="91464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h7850"/>
            <p:cNvSpPr/>
            <p:nvPr/>
          </p:nvSpPr>
          <p:spPr>
            <a:xfrm>
              <a:off x="3497316" y="1043325"/>
              <a:ext cx="923840" cy="918257"/>
            </a:xfrm>
            <a:custGeom>
              <a:avLst/>
              <a:pathLst>
                <a:path w="923840" h="918257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8257"/>
                  </a:lnTo>
                  <a:lnTo>
                    <a:pt x="920121" y="918080"/>
                  </a:lnTo>
                  <a:lnTo>
                    <a:pt x="914400" y="91725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h7851"/>
            <p:cNvSpPr/>
            <p:nvPr/>
          </p:nvSpPr>
          <p:spPr>
            <a:xfrm>
              <a:off x="3516196" y="10608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19" y="914400"/>
                  </a:lnTo>
                  <a:lnTo>
                    <a:pt x="914400" y="913842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h7852"/>
            <p:cNvSpPr/>
            <p:nvPr/>
          </p:nvSpPr>
          <p:spPr>
            <a:xfrm>
              <a:off x="3506756" y="1043325"/>
              <a:ext cx="923840" cy="918356"/>
            </a:xfrm>
            <a:custGeom>
              <a:avLst/>
              <a:pathLst>
                <a:path w="923840" h="918356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931"/>
                  </a:lnTo>
                  <a:lnTo>
                    <a:pt x="922305" y="918078"/>
                  </a:lnTo>
                  <a:lnTo>
                    <a:pt x="916493" y="918356"/>
                  </a:lnTo>
                  <a:lnTo>
                    <a:pt x="914400" y="918257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h7853"/>
            <p:cNvSpPr/>
            <p:nvPr/>
          </p:nvSpPr>
          <p:spPr>
            <a:xfrm>
              <a:off x="3525637" y="10608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842"/>
                  </a:lnTo>
                  <a:lnTo>
                    <a:pt x="905577" y="913249"/>
                  </a:lnTo>
                  <a:lnTo>
                    <a:pt x="911066" y="908647"/>
                  </a:lnTo>
                  <a:lnTo>
                    <a:pt x="914400" y="906240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h7854"/>
            <p:cNvSpPr/>
            <p:nvPr/>
          </p:nvSpPr>
          <p:spPr>
            <a:xfrm>
              <a:off x="3516196" y="1043325"/>
              <a:ext cx="923840" cy="917931"/>
            </a:xfrm>
            <a:custGeom>
              <a:avLst/>
              <a:pathLst>
                <a:path w="923840" h="9179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030"/>
                  </a:lnTo>
                  <a:lnTo>
                    <a:pt x="922390" y="917168"/>
                  </a:lnTo>
                  <a:lnTo>
                    <a:pt x="920485" y="917349"/>
                  </a:lnTo>
                  <a:lnTo>
                    <a:pt x="918581" y="917531"/>
                  </a:lnTo>
                  <a:lnTo>
                    <a:pt x="916677" y="917713"/>
                  </a:lnTo>
                  <a:lnTo>
                    <a:pt x="914773" y="917895"/>
                  </a:lnTo>
                  <a:lnTo>
                    <a:pt x="914400" y="917931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h7855"/>
            <p:cNvSpPr/>
            <p:nvPr/>
          </p:nvSpPr>
          <p:spPr>
            <a:xfrm>
              <a:off x="352563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lnTo>
                    <a:pt x="914400" y="923810"/>
                  </a:lnTo>
                  <a:lnTo>
                    <a:pt x="916679" y="922164"/>
                  </a:lnTo>
                  <a:lnTo>
                    <a:pt x="916972" y="921969"/>
                  </a:lnTo>
                  <a:lnTo>
                    <a:pt x="917268" y="921772"/>
                  </a:lnTo>
                  <a:lnTo>
                    <a:pt x="917563" y="921575"/>
                  </a:lnTo>
                  <a:lnTo>
                    <a:pt x="917859" y="921378"/>
                  </a:lnTo>
                  <a:lnTo>
                    <a:pt x="918155" y="921181"/>
                  </a:lnTo>
                  <a:lnTo>
                    <a:pt x="918450" y="920985"/>
                  </a:lnTo>
                  <a:lnTo>
                    <a:pt x="918746" y="920788"/>
                  </a:lnTo>
                  <a:lnTo>
                    <a:pt x="919042" y="920591"/>
                  </a:lnTo>
                  <a:lnTo>
                    <a:pt x="919337" y="920394"/>
                  </a:lnTo>
                  <a:lnTo>
                    <a:pt x="919633" y="920198"/>
                  </a:lnTo>
                  <a:lnTo>
                    <a:pt x="919929" y="920001"/>
                  </a:lnTo>
                  <a:lnTo>
                    <a:pt x="920225" y="919804"/>
                  </a:lnTo>
                  <a:lnTo>
                    <a:pt x="920520" y="919607"/>
                  </a:lnTo>
                  <a:lnTo>
                    <a:pt x="920816" y="919411"/>
                  </a:lnTo>
                  <a:lnTo>
                    <a:pt x="921112" y="919214"/>
                  </a:lnTo>
                  <a:lnTo>
                    <a:pt x="921408" y="919017"/>
                  </a:lnTo>
                  <a:lnTo>
                    <a:pt x="921703" y="918821"/>
                  </a:lnTo>
                  <a:lnTo>
                    <a:pt x="921999" y="918624"/>
                  </a:lnTo>
                  <a:lnTo>
                    <a:pt x="922221" y="918476"/>
                  </a:lnTo>
                  <a:lnTo>
                    <a:pt x="921052" y="916983"/>
                  </a:lnTo>
                  <a:lnTo>
                    <a:pt x="920560" y="916355"/>
                  </a:lnTo>
                  <a:lnTo>
                    <a:pt x="918667" y="916625"/>
                  </a:lnTo>
                  <a:lnTo>
                    <a:pt x="916758" y="916806"/>
                  </a:lnTo>
                  <a:lnTo>
                    <a:pt x="914854" y="916987"/>
                  </a:lnTo>
                  <a:lnTo>
                    <a:pt x="914400" y="917030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h7856"/>
            <p:cNvSpPr/>
            <p:nvPr/>
          </p:nvSpPr>
          <p:spPr>
            <a:xfrm>
              <a:off x="353507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h7857"/>
            <p:cNvSpPr/>
            <p:nvPr/>
          </p:nvSpPr>
          <p:spPr>
            <a:xfrm>
              <a:off x="354451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h7858"/>
            <p:cNvSpPr/>
            <p:nvPr/>
          </p:nvSpPr>
          <p:spPr>
            <a:xfrm>
              <a:off x="355395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h7859"/>
            <p:cNvSpPr/>
            <p:nvPr/>
          </p:nvSpPr>
          <p:spPr>
            <a:xfrm>
              <a:off x="356339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h7860"/>
            <p:cNvSpPr/>
            <p:nvPr/>
          </p:nvSpPr>
          <p:spPr>
            <a:xfrm>
              <a:off x="357283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h7861"/>
            <p:cNvSpPr/>
            <p:nvPr/>
          </p:nvSpPr>
          <p:spPr>
            <a:xfrm>
              <a:off x="358227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h7862"/>
            <p:cNvSpPr/>
            <p:nvPr/>
          </p:nvSpPr>
          <p:spPr>
            <a:xfrm>
              <a:off x="359171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h7863"/>
            <p:cNvSpPr/>
            <p:nvPr/>
          </p:nvSpPr>
          <p:spPr>
            <a:xfrm>
              <a:off x="360115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h7864"/>
            <p:cNvSpPr/>
            <p:nvPr/>
          </p:nvSpPr>
          <p:spPr>
            <a:xfrm>
              <a:off x="361059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h7865"/>
            <p:cNvSpPr/>
            <p:nvPr/>
          </p:nvSpPr>
          <p:spPr>
            <a:xfrm>
              <a:off x="362003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h7866"/>
            <p:cNvSpPr/>
            <p:nvPr/>
          </p:nvSpPr>
          <p:spPr>
            <a:xfrm>
              <a:off x="362947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h7867"/>
            <p:cNvSpPr/>
            <p:nvPr/>
          </p:nvSpPr>
          <p:spPr>
            <a:xfrm>
              <a:off x="363891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h7868"/>
            <p:cNvSpPr/>
            <p:nvPr/>
          </p:nvSpPr>
          <p:spPr>
            <a:xfrm>
              <a:off x="364836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h7869"/>
            <p:cNvSpPr/>
            <p:nvPr/>
          </p:nvSpPr>
          <p:spPr>
            <a:xfrm>
              <a:off x="365780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h7870"/>
            <p:cNvSpPr/>
            <p:nvPr/>
          </p:nvSpPr>
          <p:spPr>
            <a:xfrm>
              <a:off x="366724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h7871"/>
            <p:cNvSpPr/>
            <p:nvPr/>
          </p:nvSpPr>
          <p:spPr>
            <a:xfrm>
              <a:off x="367668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h7872"/>
            <p:cNvSpPr/>
            <p:nvPr/>
          </p:nvSpPr>
          <p:spPr>
            <a:xfrm>
              <a:off x="368612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h7873"/>
            <p:cNvSpPr/>
            <p:nvPr/>
          </p:nvSpPr>
          <p:spPr>
            <a:xfrm>
              <a:off x="369556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h7874"/>
            <p:cNvSpPr/>
            <p:nvPr/>
          </p:nvSpPr>
          <p:spPr>
            <a:xfrm>
              <a:off x="370500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h7875"/>
            <p:cNvSpPr/>
            <p:nvPr/>
          </p:nvSpPr>
          <p:spPr>
            <a:xfrm>
              <a:off x="371444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h7876"/>
            <p:cNvSpPr/>
            <p:nvPr/>
          </p:nvSpPr>
          <p:spPr>
            <a:xfrm>
              <a:off x="372388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h7877"/>
            <p:cNvSpPr/>
            <p:nvPr/>
          </p:nvSpPr>
          <p:spPr>
            <a:xfrm>
              <a:off x="373332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h7878"/>
            <p:cNvSpPr/>
            <p:nvPr/>
          </p:nvSpPr>
          <p:spPr>
            <a:xfrm>
              <a:off x="374276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h7879"/>
            <p:cNvSpPr/>
            <p:nvPr/>
          </p:nvSpPr>
          <p:spPr>
            <a:xfrm>
              <a:off x="375220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h7880"/>
            <p:cNvSpPr/>
            <p:nvPr/>
          </p:nvSpPr>
          <p:spPr>
            <a:xfrm>
              <a:off x="376164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h7881"/>
            <p:cNvSpPr/>
            <p:nvPr/>
          </p:nvSpPr>
          <p:spPr>
            <a:xfrm>
              <a:off x="377108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h7882"/>
            <p:cNvSpPr/>
            <p:nvPr/>
          </p:nvSpPr>
          <p:spPr>
            <a:xfrm>
              <a:off x="378052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h7883"/>
            <p:cNvSpPr/>
            <p:nvPr/>
          </p:nvSpPr>
          <p:spPr>
            <a:xfrm>
              <a:off x="378996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h7884"/>
            <p:cNvSpPr/>
            <p:nvPr/>
          </p:nvSpPr>
          <p:spPr>
            <a:xfrm>
              <a:off x="379940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h7885"/>
            <p:cNvSpPr/>
            <p:nvPr/>
          </p:nvSpPr>
          <p:spPr>
            <a:xfrm>
              <a:off x="380884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h7886"/>
            <p:cNvSpPr/>
            <p:nvPr/>
          </p:nvSpPr>
          <p:spPr>
            <a:xfrm>
              <a:off x="381828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h7887"/>
            <p:cNvSpPr/>
            <p:nvPr/>
          </p:nvSpPr>
          <p:spPr>
            <a:xfrm>
              <a:off x="382772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h7888"/>
            <p:cNvSpPr/>
            <p:nvPr/>
          </p:nvSpPr>
          <p:spPr>
            <a:xfrm>
              <a:off x="383716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h7889"/>
            <p:cNvSpPr/>
            <p:nvPr/>
          </p:nvSpPr>
          <p:spPr>
            <a:xfrm>
              <a:off x="384660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h7890"/>
            <p:cNvSpPr/>
            <p:nvPr/>
          </p:nvSpPr>
          <p:spPr>
            <a:xfrm>
              <a:off x="385604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h7891"/>
            <p:cNvSpPr/>
            <p:nvPr/>
          </p:nvSpPr>
          <p:spPr>
            <a:xfrm>
              <a:off x="3865485" y="1060895"/>
              <a:ext cx="921231" cy="914400"/>
            </a:xfrm>
            <a:custGeom>
              <a:avLst/>
              <a:pathLst>
                <a:path w="9212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786" y="896922"/>
                  </a:lnTo>
                  <a:lnTo>
                    <a:pt x="920809" y="907867"/>
                  </a:lnTo>
                  <a:lnTo>
                    <a:pt x="921231" y="914400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h7892"/>
            <p:cNvSpPr/>
            <p:nvPr/>
          </p:nvSpPr>
          <p:spPr>
            <a:xfrm>
              <a:off x="2062399" y="104332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289" y="914399"/>
                  </a:lnTo>
                  <a:lnTo>
                    <a:pt x="914007" y="907617"/>
                  </a:lnTo>
                  <a:lnTo>
                    <a:pt x="914400" y="906257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h7893"/>
            <p:cNvSpPr/>
            <p:nvPr/>
          </p:nvSpPr>
          <p:spPr>
            <a:xfrm>
              <a:off x="2071840" y="102575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826"/>
                  </a:lnTo>
                  <a:lnTo>
                    <a:pt x="907369" y="915474"/>
                  </a:lnTo>
                  <a:lnTo>
                    <a:pt x="907719" y="91439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h7894"/>
            <p:cNvSpPr/>
            <p:nvPr/>
          </p:nvSpPr>
          <p:spPr>
            <a:xfrm>
              <a:off x="207184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h7895"/>
            <p:cNvSpPr/>
            <p:nvPr/>
          </p:nvSpPr>
          <p:spPr>
            <a:xfrm>
              <a:off x="208128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h7896"/>
            <p:cNvSpPr/>
            <p:nvPr/>
          </p:nvSpPr>
          <p:spPr>
            <a:xfrm>
              <a:off x="209072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h7897"/>
            <p:cNvSpPr/>
            <p:nvPr/>
          </p:nvSpPr>
          <p:spPr>
            <a:xfrm>
              <a:off x="210016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h7898"/>
            <p:cNvSpPr/>
            <p:nvPr/>
          </p:nvSpPr>
          <p:spPr>
            <a:xfrm>
              <a:off x="210960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h7899"/>
            <p:cNvSpPr/>
            <p:nvPr/>
          </p:nvSpPr>
          <p:spPr>
            <a:xfrm>
              <a:off x="211904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h7900"/>
            <p:cNvSpPr/>
            <p:nvPr/>
          </p:nvSpPr>
          <p:spPr>
            <a:xfrm>
              <a:off x="212848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h7901"/>
            <p:cNvSpPr/>
            <p:nvPr/>
          </p:nvSpPr>
          <p:spPr>
            <a:xfrm>
              <a:off x="213792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h7902"/>
            <p:cNvSpPr/>
            <p:nvPr/>
          </p:nvSpPr>
          <p:spPr>
            <a:xfrm>
              <a:off x="214736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h7903"/>
            <p:cNvSpPr/>
            <p:nvPr/>
          </p:nvSpPr>
          <p:spPr>
            <a:xfrm>
              <a:off x="215680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h7904"/>
            <p:cNvSpPr/>
            <p:nvPr/>
          </p:nvSpPr>
          <p:spPr>
            <a:xfrm>
              <a:off x="216624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h7905"/>
            <p:cNvSpPr/>
            <p:nvPr/>
          </p:nvSpPr>
          <p:spPr>
            <a:xfrm>
              <a:off x="217568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h7906"/>
            <p:cNvSpPr/>
            <p:nvPr/>
          </p:nvSpPr>
          <p:spPr>
            <a:xfrm>
              <a:off x="218512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h7907"/>
            <p:cNvSpPr/>
            <p:nvPr/>
          </p:nvSpPr>
          <p:spPr>
            <a:xfrm>
              <a:off x="219456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h7908"/>
            <p:cNvSpPr/>
            <p:nvPr/>
          </p:nvSpPr>
          <p:spPr>
            <a:xfrm>
              <a:off x="220400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h7909"/>
            <p:cNvSpPr/>
            <p:nvPr/>
          </p:nvSpPr>
          <p:spPr>
            <a:xfrm>
              <a:off x="221344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h7910"/>
            <p:cNvSpPr/>
            <p:nvPr/>
          </p:nvSpPr>
          <p:spPr>
            <a:xfrm>
              <a:off x="222288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h7911"/>
            <p:cNvSpPr/>
            <p:nvPr/>
          </p:nvSpPr>
          <p:spPr>
            <a:xfrm>
              <a:off x="223232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h7912"/>
            <p:cNvSpPr/>
            <p:nvPr/>
          </p:nvSpPr>
          <p:spPr>
            <a:xfrm>
              <a:off x="224176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h7913"/>
            <p:cNvSpPr/>
            <p:nvPr/>
          </p:nvSpPr>
          <p:spPr>
            <a:xfrm>
              <a:off x="225120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h7914"/>
            <p:cNvSpPr/>
            <p:nvPr/>
          </p:nvSpPr>
          <p:spPr>
            <a:xfrm>
              <a:off x="226064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h7915"/>
            <p:cNvSpPr/>
            <p:nvPr/>
          </p:nvSpPr>
          <p:spPr>
            <a:xfrm>
              <a:off x="2279525" y="104332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092" y="896830"/>
                  </a:lnTo>
                  <a:lnTo>
                    <a:pt x="914400" y="898183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h7916"/>
            <p:cNvSpPr/>
            <p:nvPr/>
          </p:nvSpPr>
          <p:spPr>
            <a:xfrm>
              <a:off x="2279525" y="1043325"/>
              <a:ext cx="917575" cy="914399"/>
            </a:xfrm>
            <a:custGeom>
              <a:avLst/>
              <a:pathLst>
                <a:path w="917575" h="914399">
                  <a:moveTo>
                    <a:pt x="914400" y="914399"/>
                  </a:moveTo>
                  <a:lnTo>
                    <a:pt x="914400" y="898183"/>
                  </a:lnTo>
                  <a:lnTo>
                    <a:pt x="915131" y="901409"/>
                  </a:lnTo>
                  <a:lnTo>
                    <a:pt x="917145" y="911768"/>
                  </a:lnTo>
                  <a:lnTo>
                    <a:pt x="917575" y="91439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h7917"/>
            <p:cNvSpPr/>
            <p:nvPr/>
          </p:nvSpPr>
          <p:spPr>
            <a:xfrm>
              <a:off x="3459555" y="1025756"/>
              <a:ext cx="914400" cy="914875"/>
            </a:xfrm>
            <a:custGeom>
              <a:avLst/>
              <a:pathLst>
                <a:path w="914400" h="914875">
                  <a:moveTo>
                    <a:pt x="914400" y="914399"/>
                  </a:moveTo>
                  <a:lnTo>
                    <a:pt x="914400" y="914875"/>
                  </a:lnTo>
                  <a:lnTo>
                    <a:pt x="913852" y="91439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h7918"/>
            <p:cNvSpPr/>
            <p:nvPr/>
          </p:nvSpPr>
          <p:spPr>
            <a:xfrm>
              <a:off x="3459555" y="1025756"/>
              <a:ext cx="923840" cy="922454"/>
            </a:xfrm>
            <a:custGeom>
              <a:avLst/>
              <a:pathLst>
                <a:path w="923840" h="92245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454"/>
                  </a:lnTo>
                  <a:lnTo>
                    <a:pt x="918474" y="918409"/>
                  </a:lnTo>
                  <a:lnTo>
                    <a:pt x="914400" y="914875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h7919"/>
            <p:cNvSpPr/>
            <p:nvPr/>
          </p:nvSpPr>
          <p:spPr>
            <a:xfrm>
              <a:off x="3468995" y="1025756"/>
              <a:ext cx="923840" cy="928131"/>
            </a:xfrm>
            <a:custGeom>
              <a:avLst/>
              <a:pathLst>
                <a:path w="923840" h="9281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8131"/>
                  </a:lnTo>
                  <a:lnTo>
                    <a:pt x="919916" y="926014"/>
                  </a:lnTo>
                  <a:lnTo>
                    <a:pt x="914400" y="922454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h7920"/>
            <p:cNvSpPr/>
            <p:nvPr/>
          </p:nvSpPr>
          <p:spPr>
            <a:xfrm>
              <a:off x="347843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100" y="931969"/>
                  </a:lnTo>
                  <a:lnTo>
                    <a:pt x="921719" y="931503"/>
                  </a:lnTo>
                  <a:lnTo>
                    <a:pt x="916059" y="929027"/>
                  </a:lnTo>
                  <a:lnTo>
                    <a:pt x="914400" y="928131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h7921"/>
            <p:cNvSpPr/>
            <p:nvPr/>
          </p:nvSpPr>
          <p:spPr>
            <a:xfrm>
              <a:off x="348787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h7922"/>
            <p:cNvSpPr/>
            <p:nvPr/>
          </p:nvSpPr>
          <p:spPr>
            <a:xfrm>
              <a:off x="349731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h7923"/>
            <p:cNvSpPr/>
            <p:nvPr/>
          </p:nvSpPr>
          <p:spPr>
            <a:xfrm>
              <a:off x="350675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h7924"/>
            <p:cNvSpPr/>
            <p:nvPr/>
          </p:nvSpPr>
          <p:spPr>
            <a:xfrm>
              <a:off x="351619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h7925"/>
            <p:cNvSpPr/>
            <p:nvPr/>
          </p:nvSpPr>
          <p:spPr>
            <a:xfrm>
              <a:off x="352563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h7926"/>
            <p:cNvSpPr/>
            <p:nvPr/>
          </p:nvSpPr>
          <p:spPr>
            <a:xfrm>
              <a:off x="353507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h7927"/>
            <p:cNvSpPr/>
            <p:nvPr/>
          </p:nvSpPr>
          <p:spPr>
            <a:xfrm>
              <a:off x="354451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h7928"/>
            <p:cNvSpPr/>
            <p:nvPr/>
          </p:nvSpPr>
          <p:spPr>
            <a:xfrm>
              <a:off x="355395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h7929"/>
            <p:cNvSpPr/>
            <p:nvPr/>
          </p:nvSpPr>
          <p:spPr>
            <a:xfrm>
              <a:off x="356339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h7930"/>
            <p:cNvSpPr/>
            <p:nvPr/>
          </p:nvSpPr>
          <p:spPr>
            <a:xfrm>
              <a:off x="357283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h7931"/>
            <p:cNvSpPr/>
            <p:nvPr/>
          </p:nvSpPr>
          <p:spPr>
            <a:xfrm>
              <a:off x="358227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h7932"/>
            <p:cNvSpPr/>
            <p:nvPr/>
          </p:nvSpPr>
          <p:spPr>
            <a:xfrm>
              <a:off x="359171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h7933"/>
            <p:cNvSpPr/>
            <p:nvPr/>
          </p:nvSpPr>
          <p:spPr>
            <a:xfrm>
              <a:off x="360115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h7934"/>
            <p:cNvSpPr/>
            <p:nvPr/>
          </p:nvSpPr>
          <p:spPr>
            <a:xfrm>
              <a:off x="361059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h7935"/>
            <p:cNvSpPr/>
            <p:nvPr/>
          </p:nvSpPr>
          <p:spPr>
            <a:xfrm>
              <a:off x="362003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h7936"/>
            <p:cNvSpPr/>
            <p:nvPr/>
          </p:nvSpPr>
          <p:spPr>
            <a:xfrm>
              <a:off x="362947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h7937"/>
            <p:cNvSpPr/>
            <p:nvPr/>
          </p:nvSpPr>
          <p:spPr>
            <a:xfrm>
              <a:off x="363891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h7938"/>
            <p:cNvSpPr/>
            <p:nvPr/>
          </p:nvSpPr>
          <p:spPr>
            <a:xfrm>
              <a:off x="364836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h7939"/>
            <p:cNvSpPr/>
            <p:nvPr/>
          </p:nvSpPr>
          <p:spPr>
            <a:xfrm>
              <a:off x="365780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h7940"/>
            <p:cNvSpPr/>
            <p:nvPr/>
          </p:nvSpPr>
          <p:spPr>
            <a:xfrm>
              <a:off x="366724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h7941"/>
            <p:cNvSpPr/>
            <p:nvPr/>
          </p:nvSpPr>
          <p:spPr>
            <a:xfrm>
              <a:off x="367668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h7942"/>
            <p:cNvSpPr/>
            <p:nvPr/>
          </p:nvSpPr>
          <p:spPr>
            <a:xfrm>
              <a:off x="368612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h7943"/>
            <p:cNvSpPr/>
            <p:nvPr/>
          </p:nvSpPr>
          <p:spPr>
            <a:xfrm>
              <a:off x="369556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h7944"/>
            <p:cNvSpPr/>
            <p:nvPr/>
          </p:nvSpPr>
          <p:spPr>
            <a:xfrm>
              <a:off x="370500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h7945"/>
            <p:cNvSpPr/>
            <p:nvPr/>
          </p:nvSpPr>
          <p:spPr>
            <a:xfrm>
              <a:off x="371444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h7946"/>
            <p:cNvSpPr/>
            <p:nvPr/>
          </p:nvSpPr>
          <p:spPr>
            <a:xfrm>
              <a:off x="372388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h7947"/>
            <p:cNvSpPr/>
            <p:nvPr/>
          </p:nvSpPr>
          <p:spPr>
            <a:xfrm>
              <a:off x="373332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h7948"/>
            <p:cNvSpPr/>
            <p:nvPr/>
          </p:nvSpPr>
          <p:spPr>
            <a:xfrm>
              <a:off x="374276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h7949"/>
            <p:cNvSpPr/>
            <p:nvPr/>
          </p:nvSpPr>
          <p:spPr>
            <a:xfrm>
              <a:off x="375220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h7950"/>
            <p:cNvSpPr/>
            <p:nvPr/>
          </p:nvSpPr>
          <p:spPr>
            <a:xfrm>
              <a:off x="376164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h7951"/>
            <p:cNvSpPr/>
            <p:nvPr/>
          </p:nvSpPr>
          <p:spPr>
            <a:xfrm>
              <a:off x="377108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h7952"/>
            <p:cNvSpPr/>
            <p:nvPr/>
          </p:nvSpPr>
          <p:spPr>
            <a:xfrm>
              <a:off x="378052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h7953"/>
            <p:cNvSpPr/>
            <p:nvPr/>
          </p:nvSpPr>
          <p:spPr>
            <a:xfrm>
              <a:off x="378996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h7954"/>
            <p:cNvSpPr/>
            <p:nvPr/>
          </p:nvSpPr>
          <p:spPr>
            <a:xfrm>
              <a:off x="379940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h7955"/>
            <p:cNvSpPr/>
            <p:nvPr/>
          </p:nvSpPr>
          <p:spPr>
            <a:xfrm>
              <a:off x="380884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h7956"/>
            <p:cNvSpPr/>
            <p:nvPr/>
          </p:nvSpPr>
          <p:spPr>
            <a:xfrm>
              <a:off x="381828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h7957"/>
            <p:cNvSpPr/>
            <p:nvPr/>
          </p:nvSpPr>
          <p:spPr>
            <a:xfrm>
              <a:off x="382772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h7958"/>
            <p:cNvSpPr/>
            <p:nvPr/>
          </p:nvSpPr>
          <p:spPr>
            <a:xfrm>
              <a:off x="383716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h7959"/>
            <p:cNvSpPr/>
            <p:nvPr/>
          </p:nvSpPr>
          <p:spPr>
            <a:xfrm>
              <a:off x="384660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h7960"/>
            <p:cNvSpPr/>
            <p:nvPr/>
          </p:nvSpPr>
          <p:spPr>
            <a:xfrm>
              <a:off x="385604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h7961"/>
            <p:cNvSpPr/>
            <p:nvPr/>
          </p:nvSpPr>
          <p:spPr>
            <a:xfrm>
              <a:off x="3865485" y="1043325"/>
              <a:ext cx="919775" cy="914399"/>
            </a:xfrm>
            <a:custGeom>
              <a:avLst/>
              <a:pathLst>
                <a:path w="919775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7409" y="896830"/>
                  </a:lnTo>
                  <a:lnTo>
                    <a:pt x="918455" y="903663"/>
                  </a:lnTo>
                  <a:lnTo>
                    <a:pt x="919775" y="91439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h7962"/>
            <p:cNvSpPr/>
            <p:nvPr/>
          </p:nvSpPr>
          <p:spPr>
            <a:xfrm>
              <a:off x="2071840" y="100818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7719" y="931969"/>
                  </a:lnTo>
                  <a:lnTo>
                    <a:pt x="910440" y="923617"/>
                  </a:lnTo>
                  <a:lnTo>
                    <a:pt x="913813" y="91439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h7963"/>
            <p:cNvSpPr/>
            <p:nvPr/>
          </p:nvSpPr>
          <p:spPr>
            <a:xfrm>
              <a:off x="207184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h7964"/>
            <p:cNvSpPr/>
            <p:nvPr/>
          </p:nvSpPr>
          <p:spPr>
            <a:xfrm>
              <a:off x="208128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h7965"/>
            <p:cNvSpPr/>
            <p:nvPr/>
          </p:nvSpPr>
          <p:spPr>
            <a:xfrm>
              <a:off x="209072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h7966"/>
            <p:cNvSpPr/>
            <p:nvPr/>
          </p:nvSpPr>
          <p:spPr>
            <a:xfrm>
              <a:off x="210016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h7967"/>
            <p:cNvSpPr/>
            <p:nvPr/>
          </p:nvSpPr>
          <p:spPr>
            <a:xfrm>
              <a:off x="210960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h7968"/>
            <p:cNvSpPr/>
            <p:nvPr/>
          </p:nvSpPr>
          <p:spPr>
            <a:xfrm>
              <a:off x="211904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h7969"/>
            <p:cNvSpPr/>
            <p:nvPr/>
          </p:nvSpPr>
          <p:spPr>
            <a:xfrm>
              <a:off x="212848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h7970"/>
            <p:cNvSpPr/>
            <p:nvPr/>
          </p:nvSpPr>
          <p:spPr>
            <a:xfrm>
              <a:off x="213792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h7971"/>
            <p:cNvSpPr/>
            <p:nvPr/>
          </p:nvSpPr>
          <p:spPr>
            <a:xfrm>
              <a:off x="214736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h7972"/>
            <p:cNvSpPr/>
            <p:nvPr/>
          </p:nvSpPr>
          <p:spPr>
            <a:xfrm>
              <a:off x="215680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h7973"/>
            <p:cNvSpPr/>
            <p:nvPr/>
          </p:nvSpPr>
          <p:spPr>
            <a:xfrm>
              <a:off x="216624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h7974"/>
            <p:cNvSpPr/>
            <p:nvPr/>
          </p:nvSpPr>
          <p:spPr>
            <a:xfrm>
              <a:off x="217568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h7975"/>
            <p:cNvSpPr/>
            <p:nvPr/>
          </p:nvSpPr>
          <p:spPr>
            <a:xfrm>
              <a:off x="218512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h7976"/>
            <p:cNvSpPr/>
            <p:nvPr/>
          </p:nvSpPr>
          <p:spPr>
            <a:xfrm>
              <a:off x="219456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h7977"/>
            <p:cNvSpPr/>
            <p:nvPr/>
          </p:nvSpPr>
          <p:spPr>
            <a:xfrm>
              <a:off x="220400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h7978"/>
            <p:cNvSpPr/>
            <p:nvPr/>
          </p:nvSpPr>
          <p:spPr>
            <a:xfrm>
              <a:off x="221344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h7979"/>
            <p:cNvSpPr/>
            <p:nvPr/>
          </p:nvSpPr>
          <p:spPr>
            <a:xfrm>
              <a:off x="222288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h7980"/>
            <p:cNvSpPr/>
            <p:nvPr/>
          </p:nvSpPr>
          <p:spPr>
            <a:xfrm>
              <a:off x="223232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h7981"/>
            <p:cNvSpPr/>
            <p:nvPr/>
          </p:nvSpPr>
          <p:spPr>
            <a:xfrm>
              <a:off x="224176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h7982"/>
            <p:cNvSpPr/>
            <p:nvPr/>
          </p:nvSpPr>
          <p:spPr>
            <a:xfrm>
              <a:off x="225120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h7983"/>
            <p:cNvSpPr/>
            <p:nvPr/>
          </p:nvSpPr>
          <p:spPr>
            <a:xfrm>
              <a:off x="226064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h7984"/>
            <p:cNvSpPr/>
            <p:nvPr/>
          </p:nvSpPr>
          <p:spPr>
            <a:xfrm>
              <a:off x="2270085" y="1025756"/>
              <a:ext cx="923533" cy="914399"/>
            </a:xfrm>
            <a:custGeom>
              <a:avLst/>
              <a:pathLst>
                <a:path w="923533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067" y="896830"/>
                  </a:lnTo>
                  <a:lnTo>
                    <a:pt x="919686" y="898919"/>
                  </a:lnTo>
                  <a:lnTo>
                    <a:pt x="922269" y="908830"/>
                  </a:lnTo>
                  <a:lnTo>
                    <a:pt x="923533" y="91439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h7985"/>
            <p:cNvSpPr/>
            <p:nvPr/>
          </p:nvSpPr>
          <p:spPr>
            <a:xfrm>
              <a:off x="3440674" y="1008186"/>
              <a:ext cx="914400" cy="915284"/>
            </a:xfrm>
            <a:custGeom>
              <a:avLst/>
              <a:pathLst>
                <a:path w="914400" h="915284">
                  <a:moveTo>
                    <a:pt x="914400" y="914399"/>
                  </a:moveTo>
                  <a:lnTo>
                    <a:pt x="914400" y="915284"/>
                  </a:lnTo>
                  <a:lnTo>
                    <a:pt x="910401" y="91439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h7986"/>
            <p:cNvSpPr/>
            <p:nvPr/>
          </p:nvSpPr>
          <p:spPr>
            <a:xfrm>
              <a:off x="3440674" y="1008186"/>
              <a:ext cx="923840" cy="922880"/>
            </a:xfrm>
            <a:custGeom>
              <a:avLst/>
              <a:pathLst>
                <a:path w="923840" h="922880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880"/>
                  </a:lnTo>
                  <a:lnTo>
                    <a:pt x="921958" y="920787"/>
                  </a:lnTo>
                  <a:lnTo>
                    <a:pt x="917963" y="915806"/>
                  </a:lnTo>
                  <a:lnTo>
                    <a:pt x="915211" y="915463"/>
                  </a:lnTo>
                  <a:lnTo>
                    <a:pt x="914400" y="915284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h7987"/>
            <p:cNvSpPr/>
            <p:nvPr/>
          </p:nvSpPr>
          <p:spPr>
            <a:xfrm>
              <a:off x="345011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292" y="931969"/>
                  </a:lnTo>
                  <a:lnTo>
                    <a:pt x="922645" y="931408"/>
                  </a:lnTo>
                  <a:lnTo>
                    <a:pt x="917508" y="926339"/>
                  </a:lnTo>
                  <a:lnTo>
                    <a:pt x="914400" y="922880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h7988"/>
            <p:cNvSpPr/>
            <p:nvPr/>
          </p:nvSpPr>
          <p:spPr>
            <a:xfrm>
              <a:off x="345955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h7989"/>
            <p:cNvSpPr/>
            <p:nvPr/>
          </p:nvSpPr>
          <p:spPr>
            <a:xfrm>
              <a:off x="346899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h7990"/>
            <p:cNvSpPr/>
            <p:nvPr/>
          </p:nvSpPr>
          <p:spPr>
            <a:xfrm>
              <a:off x="347843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h7991"/>
            <p:cNvSpPr/>
            <p:nvPr/>
          </p:nvSpPr>
          <p:spPr>
            <a:xfrm>
              <a:off x="348787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h7992"/>
            <p:cNvSpPr/>
            <p:nvPr/>
          </p:nvSpPr>
          <p:spPr>
            <a:xfrm>
              <a:off x="349731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h7993"/>
            <p:cNvSpPr/>
            <p:nvPr/>
          </p:nvSpPr>
          <p:spPr>
            <a:xfrm>
              <a:off x="350675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h7994"/>
            <p:cNvSpPr/>
            <p:nvPr/>
          </p:nvSpPr>
          <p:spPr>
            <a:xfrm>
              <a:off x="351619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h7995"/>
            <p:cNvSpPr/>
            <p:nvPr/>
          </p:nvSpPr>
          <p:spPr>
            <a:xfrm>
              <a:off x="352563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h7996"/>
            <p:cNvSpPr/>
            <p:nvPr/>
          </p:nvSpPr>
          <p:spPr>
            <a:xfrm>
              <a:off x="353507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h7997"/>
            <p:cNvSpPr/>
            <p:nvPr/>
          </p:nvSpPr>
          <p:spPr>
            <a:xfrm>
              <a:off x="354451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h7998"/>
            <p:cNvSpPr/>
            <p:nvPr/>
          </p:nvSpPr>
          <p:spPr>
            <a:xfrm>
              <a:off x="355395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h7999"/>
            <p:cNvSpPr/>
            <p:nvPr/>
          </p:nvSpPr>
          <p:spPr>
            <a:xfrm>
              <a:off x="356339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h8000"/>
            <p:cNvSpPr/>
            <p:nvPr/>
          </p:nvSpPr>
          <p:spPr>
            <a:xfrm>
              <a:off x="357283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h8001"/>
            <p:cNvSpPr/>
            <p:nvPr/>
          </p:nvSpPr>
          <p:spPr>
            <a:xfrm>
              <a:off x="358227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h8002"/>
            <p:cNvSpPr/>
            <p:nvPr/>
          </p:nvSpPr>
          <p:spPr>
            <a:xfrm>
              <a:off x="359171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h8003"/>
            <p:cNvSpPr/>
            <p:nvPr/>
          </p:nvSpPr>
          <p:spPr>
            <a:xfrm>
              <a:off x="360115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h8004"/>
            <p:cNvSpPr/>
            <p:nvPr/>
          </p:nvSpPr>
          <p:spPr>
            <a:xfrm>
              <a:off x="361059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h8005"/>
            <p:cNvSpPr/>
            <p:nvPr/>
          </p:nvSpPr>
          <p:spPr>
            <a:xfrm>
              <a:off x="362003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h8006"/>
            <p:cNvSpPr/>
            <p:nvPr/>
          </p:nvSpPr>
          <p:spPr>
            <a:xfrm>
              <a:off x="362947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h8007"/>
            <p:cNvSpPr/>
            <p:nvPr/>
          </p:nvSpPr>
          <p:spPr>
            <a:xfrm>
              <a:off x="363891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h8008"/>
            <p:cNvSpPr/>
            <p:nvPr/>
          </p:nvSpPr>
          <p:spPr>
            <a:xfrm>
              <a:off x="364836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h8009"/>
            <p:cNvSpPr/>
            <p:nvPr/>
          </p:nvSpPr>
          <p:spPr>
            <a:xfrm>
              <a:off x="365780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h8010"/>
            <p:cNvSpPr/>
            <p:nvPr/>
          </p:nvSpPr>
          <p:spPr>
            <a:xfrm>
              <a:off x="366724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h8011"/>
            <p:cNvSpPr/>
            <p:nvPr/>
          </p:nvSpPr>
          <p:spPr>
            <a:xfrm>
              <a:off x="367668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h8012"/>
            <p:cNvSpPr/>
            <p:nvPr/>
          </p:nvSpPr>
          <p:spPr>
            <a:xfrm>
              <a:off x="368612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h8013"/>
            <p:cNvSpPr/>
            <p:nvPr/>
          </p:nvSpPr>
          <p:spPr>
            <a:xfrm>
              <a:off x="369556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h8014"/>
            <p:cNvSpPr/>
            <p:nvPr/>
          </p:nvSpPr>
          <p:spPr>
            <a:xfrm>
              <a:off x="370500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h8015"/>
            <p:cNvSpPr/>
            <p:nvPr/>
          </p:nvSpPr>
          <p:spPr>
            <a:xfrm>
              <a:off x="371444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h8016"/>
            <p:cNvSpPr/>
            <p:nvPr/>
          </p:nvSpPr>
          <p:spPr>
            <a:xfrm>
              <a:off x="372388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h8017"/>
            <p:cNvSpPr/>
            <p:nvPr/>
          </p:nvSpPr>
          <p:spPr>
            <a:xfrm>
              <a:off x="373332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h8018"/>
            <p:cNvSpPr/>
            <p:nvPr/>
          </p:nvSpPr>
          <p:spPr>
            <a:xfrm>
              <a:off x="374276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h8019"/>
            <p:cNvSpPr/>
            <p:nvPr/>
          </p:nvSpPr>
          <p:spPr>
            <a:xfrm>
              <a:off x="375220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h8020"/>
            <p:cNvSpPr/>
            <p:nvPr/>
          </p:nvSpPr>
          <p:spPr>
            <a:xfrm>
              <a:off x="376164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h8021"/>
            <p:cNvSpPr/>
            <p:nvPr/>
          </p:nvSpPr>
          <p:spPr>
            <a:xfrm>
              <a:off x="377108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h8022"/>
            <p:cNvSpPr/>
            <p:nvPr/>
          </p:nvSpPr>
          <p:spPr>
            <a:xfrm>
              <a:off x="378052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h8023"/>
            <p:cNvSpPr/>
            <p:nvPr/>
          </p:nvSpPr>
          <p:spPr>
            <a:xfrm>
              <a:off x="378996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h8024"/>
            <p:cNvSpPr/>
            <p:nvPr/>
          </p:nvSpPr>
          <p:spPr>
            <a:xfrm>
              <a:off x="379940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h8025"/>
            <p:cNvSpPr/>
            <p:nvPr/>
          </p:nvSpPr>
          <p:spPr>
            <a:xfrm>
              <a:off x="380884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h8026"/>
            <p:cNvSpPr/>
            <p:nvPr/>
          </p:nvSpPr>
          <p:spPr>
            <a:xfrm>
              <a:off x="381828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h8027"/>
            <p:cNvSpPr/>
            <p:nvPr/>
          </p:nvSpPr>
          <p:spPr>
            <a:xfrm>
              <a:off x="382772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h8028"/>
            <p:cNvSpPr/>
            <p:nvPr/>
          </p:nvSpPr>
          <p:spPr>
            <a:xfrm>
              <a:off x="383716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h8029"/>
            <p:cNvSpPr/>
            <p:nvPr/>
          </p:nvSpPr>
          <p:spPr>
            <a:xfrm>
              <a:off x="384660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h8030"/>
            <p:cNvSpPr/>
            <p:nvPr/>
          </p:nvSpPr>
          <p:spPr>
            <a:xfrm>
              <a:off x="3865485" y="10257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188" y="896830"/>
                  </a:lnTo>
                  <a:lnTo>
                    <a:pt x="914400" y="897807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h8031"/>
            <p:cNvSpPr/>
            <p:nvPr/>
          </p:nvSpPr>
          <p:spPr>
            <a:xfrm>
              <a:off x="3865485" y="1025756"/>
              <a:ext cx="917409" cy="914399"/>
            </a:xfrm>
            <a:custGeom>
              <a:avLst/>
              <a:pathLst>
                <a:path w="917409" h="914399">
                  <a:moveTo>
                    <a:pt x="914400" y="914399"/>
                  </a:moveTo>
                  <a:lnTo>
                    <a:pt x="914400" y="897807"/>
                  </a:lnTo>
                  <a:lnTo>
                    <a:pt x="914883" y="900040"/>
                  </a:lnTo>
                  <a:lnTo>
                    <a:pt x="916819" y="910549"/>
                  </a:lnTo>
                  <a:lnTo>
                    <a:pt x="917409" y="91439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h8032"/>
            <p:cNvSpPr/>
            <p:nvPr/>
          </p:nvSpPr>
          <p:spPr>
            <a:xfrm>
              <a:off x="2071840" y="100818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3813" y="914399"/>
                  </a:lnTo>
                  <a:lnTo>
                    <a:pt x="914400" y="912963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h8033"/>
            <p:cNvSpPr/>
            <p:nvPr/>
          </p:nvSpPr>
          <p:spPr>
            <a:xfrm>
              <a:off x="2081280" y="99061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533"/>
                  </a:lnTo>
                  <a:lnTo>
                    <a:pt x="907915" y="923292"/>
                  </a:lnTo>
                  <a:lnTo>
                    <a:pt x="911739" y="914874"/>
                  </a:lnTo>
                  <a:lnTo>
                    <a:pt x="911967" y="914400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h8034"/>
            <p:cNvSpPr/>
            <p:nvPr/>
          </p:nvSpPr>
          <p:spPr>
            <a:xfrm>
              <a:off x="208128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h8035"/>
            <p:cNvSpPr/>
            <p:nvPr/>
          </p:nvSpPr>
          <p:spPr>
            <a:xfrm>
              <a:off x="209072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h8036"/>
            <p:cNvSpPr/>
            <p:nvPr/>
          </p:nvSpPr>
          <p:spPr>
            <a:xfrm>
              <a:off x="210016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h8037"/>
            <p:cNvSpPr/>
            <p:nvPr/>
          </p:nvSpPr>
          <p:spPr>
            <a:xfrm>
              <a:off x="210960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h8038"/>
            <p:cNvSpPr/>
            <p:nvPr/>
          </p:nvSpPr>
          <p:spPr>
            <a:xfrm>
              <a:off x="211904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h8039"/>
            <p:cNvSpPr/>
            <p:nvPr/>
          </p:nvSpPr>
          <p:spPr>
            <a:xfrm>
              <a:off x="212848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h8040"/>
            <p:cNvSpPr/>
            <p:nvPr/>
          </p:nvSpPr>
          <p:spPr>
            <a:xfrm>
              <a:off x="213792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h8041"/>
            <p:cNvSpPr/>
            <p:nvPr/>
          </p:nvSpPr>
          <p:spPr>
            <a:xfrm>
              <a:off x="214736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h8042"/>
            <p:cNvSpPr/>
            <p:nvPr/>
          </p:nvSpPr>
          <p:spPr>
            <a:xfrm>
              <a:off x="215680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h8043"/>
            <p:cNvSpPr/>
            <p:nvPr/>
          </p:nvSpPr>
          <p:spPr>
            <a:xfrm>
              <a:off x="216624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h8044"/>
            <p:cNvSpPr/>
            <p:nvPr/>
          </p:nvSpPr>
          <p:spPr>
            <a:xfrm>
              <a:off x="217568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h8045"/>
            <p:cNvSpPr/>
            <p:nvPr/>
          </p:nvSpPr>
          <p:spPr>
            <a:xfrm>
              <a:off x="218512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h8046"/>
            <p:cNvSpPr/>
            <p:nvPr/>
          </p:nvSpPr>
          <p:spPr>
            <a:xfrm>
              <a:off x="219456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h8047"/>
            <p:cNvSpPr/>
            <p:nvPr/>
          </p:nvSpPr>
          <p:spPr>
            <a:xfrm>
              <a:off x="220400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h8048"/>
            <p:cNvSpPr/>
            <p:nvPr/>
          </p:nvSpPr>
          <p:spPr>
            <a:xfrm>
              <a:off x="221344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h8049"/>
            <p:cNvSpPr/>
            <p:nvPr/>
          </p:nvSpPr>
          <p:spPr>
            <a:xfrm>
              <a:off x="222288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h8050"/>
            <p:cNvSpPr/>
            <p:nvPr/>
          </p:nvSpPr>
          <p:spPr>
            <a:xfrm>
              <a:off x="223232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h8051"/>
            <p:cNvSpPr/>
            <p:nvPr/>
          </p:nvSpPr>
          <p:spPr>
            <a:xfrm>
              <a:off x="224176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h8052"/>
            <p:cNvSpPr/>
            <p:nvPr/>
          </p:nvSpPr>
          <p:spPr>
            <a:xfrm>
              <a:off x="225120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h8053"/>
            <p:cNvSpPr/>
            <p:nvPr/>
          </p:nvSpPr>
          <p:spPr>
            <a:xfrm>
              <a:off x="2270085" y="100818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56" y="896830"/>
                  </a:lnTo>
                  <a:lnTo>
                    <a:pt x="913702" y="897487"/>
                  </a:lnTo>
                  <a:lnTo>
                    <a:pt x="914400" y="899574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h8054"/>
            <p:cNvSpPr/>
            <p:nvPr/>
          </p:nvSpPr>
          <p:spPr>
            <a:xfrm>
              <a:off x="2270085" y="1008186"/>
              <a:ext cx="919067" cy="914399"/>
            </a:xfrm>
            <a:custGeom>
              <a:avLst/>
              <a:pathLst>
                <a:path w="919067" h="914399">
                  <a:moveTo>
                    <a:pt x="914400" y="914399"/>
                  </a:moveTo>
                  <a:lnTo>
                    <a:pt x="914400" y="899574"/>
                  </a:lnTo>
                  <a:lnTo>
                    <a:pt x="916827" y="906842"/>
                  </a:lnTo>
                  <a:lnTo>
                    <a:pt x="919067" y="91439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h8055"/>
            <p:cNvSpPr/>
            <p:nvPr/>
          </p:nvSpPr>
          <p:spPr>
            <a:xfrm>
              <a:off x="3412354" y="990616"/>
              <a:ext cx="914400" cy="920596"/>
            </a:xfrm>
            <a:custGeom>
              <a:avLst/>
              <a:pathLst>
                <a:path w="914400" h="920596">
                  <a:moveTo>
                    <a:pt x="914400" y="914400"/>
                  </a:moveTo>
                  <a:lnTo>
                    <a:pt x="914400" y="920596"/>
                  </a:lnTo>
                  <a:lnTo>
                    <a:pt x="909739" y="917175"/>
                  </a:lnTo>
                  <a:lnTo>
                    <a:pt x="906463" y="914400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h8056"/>
            <p:cNvSpPr/>
            <p:nvPr/>
          </p:nvSpPr>
          <p:spPr>
            <a:xfrm>
              <a:off x="3412354" y="990616"/>
              <a:ext cx="923840" cy="926253"/>
            </a:xfrm>
            <a:custGeom>
              <a:avLst/>
              <a:pathLst>
                <a:path w="923840" h="9262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253"/>
                  </a:lnTo>
                  <a:lnTo>
                    <a:pt x="920690" y="924614"/>
                  </a:lnTo>
                  <a:lnTo>
                    <a:pt x="915163" y="921157"/>
                  </a:lnTo>
                  <a:lnTo>
                    <a:pt x="914400" y="920596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h8057"/>
            <p:cNvSpPr/>
            <p:nvPr/>
          </p:nvSpPr>
          <p:spPr>
            <a:xfrm>
              <a:off x="3421794" y="990616"/>
              <a:ext cx="923840" cy="930329"/>
            </a:xfrm>
            <a:custGeom>
              <a:avLst/>
              <a:pathLst>
                <a:path w="923840" h="9303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329"/>
                  </a:lnTo>
                  <a:lnTo>
                    <a:pt x="922554" y="929919"/>
                  </a:lnTo>
                  <a:lnTo>
                    <a:pt x="916865" y="927537"/>
                  </a:lnTo>
                  <a:lnTo>
                    <a:pt x="914400" y="926253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h8058"/>
            <p:cNvSpPr/>
            <p:nvPr/>
          </p:nvSpPr>
          <p:spPr>
            <a:xfrm>
              <a:off x="343123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42" y="931969"/>
                  </a:lnTo>
                  <a:lnTo>
                    <a:pt x="918861" y="931752"/>
                  </a:lnTo>
                  <a:lnTo>
                    <a:pt x="914400" y="93032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h8059"/>
            <p:cNvSpPr/>
            <p:nvPr/>
          </p:nvSpPr>
          <p:spPr>
            <a:xfrm>
              <a:off x="344067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h8060"/>
            <p:cNvSpPr/>
            <p:nvPr/>
          </p:nvSpPr>
          <p:spPr>
            <a:xfrm>
              <a:off x="345011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h8061"/>
            <p:cNvSpPr/>
            <p:nvPr/>
          </p:nvSpPr>
          <p:spPr>
            <a:xfrm>
              <a:off x="345955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h8062"/>
            <p:cNvSpPr/>
            <p:nvPr/>
          </p:nvSpPr>
          <p:spPr>
            <a:xfrm>
              <a:off x="346899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h8063"/>
            <p:cNvSpPr/>
            <p:nvPr/>
          </p:nvSpPr>
          <p:spPr>
            <a:xfrm>
              <a:off x="347843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h8064"/>
            <p:cNvSpPr/>
            <p:nvPr/>
          </p:nvSpPr>
          <p:spPr>
            <a:xfrm>
              <a:off x="348787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h8065"/>
            <p:cNvSpPr/>
            <p:nvPr/>
          </p:nvSpPr>
          <p:spPr>
            <a:xfrm>
              <a:off x="349731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h8066"/>
            <p:cNvSpPr/>
            <p:nvPr/>
          </p:nvSpPr>
          <p:spPr>
            <a:xfrm>
              <a:off x="350675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h8067"/>
            <p:cNvSpPr/>
            <p:nvPr/>
          </p:nvSpPr>
          <p:spPr>
            <a:xfrm>
              <a:off x="351619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h8068"/>
            <p:cNvSpPr/>
            <p:nvPr/>
          </p:nvSpPr>
          <p:spPr>
            <a:xfrm>
              <a:off x="352563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h8069"/>
            <p:cNvSpPr/>
            <p:nvPr/>
          </p:nvSpPr>
          <p:spPr>
            <a:xfrm>
              <a:off x="353507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h8070"/>
            <p:cNvSpPr/>
            <p:nvPr/>
          </p:nvSpPr>
          <p:spPr>
            <a:xfrm>
              <a:off x="354451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h8071"/>
            <p:cNvSpPr/>
            <p:nvPr/>
          </p:nvSpPr>
          <p:spPr>
            <a:xfrm>
              <a:off x="355395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h8072"/>
            <p:cNvSpPr/>
            <p:nvPr/>
          </p:nvSpPr>
          <p:spPr>
            <a:xfrm>
              <a:off x="356339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h8073"/>
            <p:cNvSpPr/>
            <p:nvPr/>
          </p:nvSpPr>
          <p:spPr>
            <a:xfrm>
              <a:off x="357283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h8074"/>
            <p:cNvSpPr/>
            <p:nvPr/>
          </p:nvSpPr>
          <p:spPr>
            <a:xfrm>
              <a:off x="358227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h8075"/>
            <p:cNvSpPr/>
            <p:nvPr/>
          </p:nvSpPr>
          <p:spPr>
            <a:xfrm>
              <a:off x="359171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h8076"/>
            <p:cNvSpPr/>
            <p:nvPr/>
          </p:nvSpPr>
          <p:spPr>
            <a:xfrm>
              <a:off x="360115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h8077"/>
            <p:cNvSpPr/>
            <p:nvPr/>
          </p:nvSpPr>
          <p:spPr>
            <a:xfrm>
              <a:off x="361059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h8078"/>
            <p:cNvSpPr/>
            <p:nvPr/>
          </p:nvSpPr>
          <p:spPr>
            <a:xfrm>
              <a:off x="362003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h8079"/>
            <p:cNvSpPr/>
            <p:nvPr/>
          </p:nvSpPr>
          <p:spPr>
            <a:xfrm>
              <a:off x="362947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h8080"/>
            <p:cNvSpPr/>
            <p:nvPr/>
          </p:nvSpPr>
          <p:spPr>
            <a:xfrm>
              <a:off x="363891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h8081"/>
            <p:cNvSpPr/>
            <p:nvPr/>
          </p:nvSpPr>
          <p:spPr>
            <a:xfrm>
              <a:off x="364836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h8082"/>
            <p:cNvSpPr/>
            <p:nvPr/>
          </p:nvSpPr>
          <p:spPr>
            <a:xfrm>
              <a:off x="365780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h8083"/>
            <p:cNvSpPr/>
            <p:nvPr/>
          </p:nvSpPr>
          <p:spPr>
            <a:xfrm>
              <a:off x="366724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h8084"/>
            <p:cNvSpPr/>
            <p:nvPr/>
          </p:nvSpPr>
          <p:spPr>
            <a:xfrm>
              <a:off x="367668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h8085"/>
            <p:cNvSpPr/>
            <p:nvPr/>
          </p:nvSpPr>
          <p:spPr>
            <a:xfrm>
              <a:off x="368612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h8086"/>
            <p:cNvSpPr/>
            <p:nvPr/>
          </p:nvSpPr>
          <p:spPr>
            <a:xfrm>
              <a:off x="369556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h8087"/>
            <p:cNvSpPr/>
            <p:nvPr/>
          </p:nvSpPr>
          <p:spPr>
            <a:xfrm>
              <a:off x="370500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h8088"/>
            <p:cNvSpPr/>
            <p:nvPr/>
          </p:nvSpPr>
          <p:spPr>
            <a:xfrm>
              <a:off x="371444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h8089"/>
            <p:cNvSpPr/>
            <p:nvPr/>
          </p:nvSpPr>
          <p:spPr>
            <a:xfrm>
              <a:off x="372388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h8090"/>
            <p:cNvSpPr/>
            <p:nvPr/>
          </p:nvSpPr>
          <p:spPr>
            <a:xfrm>
              <a:off x="373332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h8091"/>
            <p:cNvSpPr/>
            <p:nvPr/>
          </p:nvSpPr>
          <p:spPr>
            <a:xfrm>
              <a:off x="374276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h8092"/>
            <p:cNvSpPr/>
            <p:nvPr/>
          </p:nvSpPr>
          <p:spPr>
            <a:xfrm>
              <a:off x="375220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h8093"/>
            <p:cNvSpPr/>
            <p:nvPr/>
          </p:nvSpPr>
          <p:spPr>
            <a:xfrm>
              <a:off x="376164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h8094"/>
            <p:cNvSpPr/>
            <p:nvPr/>
          </p:nvSpPr>
          <p:spPr>
            <a:xfrm>
              <a:off x="377108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h8095"/>
            <p:cNvSpPr/>
            <p:nvPr/>
          </p:nvSpPr>
          <p:spPr>
            <a:xfrm>
              <a:off x="378052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h8096"/>
            <p:cNvSpPr/>
            <p:nvPr/>
          </p:nvSpPr>
          <p:spPr>
            <a:xfrm>
              <a:off x="378996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h8097"/>
            <p:cNvSpPr/>
            <p:nvPr/>
          </p:nvSpPr>
          <p:spPr>
            <a:xfrm>
              <a:off x="379940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h8098"/>
            <p:cNvSpPr/>
            <p:nvPr/>
          </p:nvSpPr>
          <p:spPr>
            <a:xfrm>
              <a:off x="380884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h8099"/>
            <p:cNvSpPr/>
            <p:nvPr/>
          </p:nvSpPr>
          <p:spPr>
            <a:xfrm>
              <a:off x="381828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h8100"/>
            <p:cNvSpPr/>
            <p:nvPr/>
          </p:nvSpPr>
          <p:spPr>
            <a:xfrm>
              <a:off x="382772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h8101"/>
            <p:cNvSpPr/>
            <p:nvPr/>
          </p:nvSpPr>
          <p:spPr>
            <a:xfrm>
              <a:off x="383716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h8102"/>
            <p:cNvSpPr/>
            <p:nvPr/>
          </p:nvSpPr>
          <p:spPr>
            <a:xfrm>
              <a:off x="384660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h8103"/>
            <p:cNvSpPr/>
            <p:nvPr/>
          </p:nvSpPr>
          <p:spPr>
            <a:xfrm>
              <a:off x="3856045" y="1008186"/>
              <a:ext cx="923628" cy="914399"/>
            </a:xfrm>
            <a:custGeom>
              <a:avLst/>
              <a:pathLst>
                <a:path w="9236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488" y="896916"/>
                  </a:lnTo>
                  <a:lnTo>
                    <a:pt x="919573" y="897235"/>
                  </a:lnTo>
                  <a:lnTo>
                    <a:pt x="922092" y="907306"/>
                  </a:lnTo>
                  <a:lnTo>
                    <a:pt x="923628" y="91439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h8104"/>
            <p:cNvSpPr/>
            <p:nvPr/>
          </p:nvSpPr>
          <p:spPr>
            <a:xfrm>
              <a:off x="2081280" y="99061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967" y="914400"/>
                  </a:lnTo>
                  <a:lnTo>
                    <a:pt x="912104" y="914113"/>
                  </a:lnTo>
                  <a:lnTo>
                    <a:pt x="912287" y="913730"/>
                  </a:lnTo>
                  <a:lnTo>
                    <a:pt x="912471" y="913347"/>
                  </a:lnTo>
                  <a:lnTo>
                    <a:pt x="912654" y="912964"/>
                  </a:lnTo>
                  <a:lnTo>
                    <a:pt x="912838" y="912581"/>
                  </a:lnTo>
                  <a:lnTo>
                    <a:pt x="913021" y="912198"/>
                  </a:lnTo>
                  <a:lnTo>
                    <a:pt x="913205" y="911815"/>
                  </a:lnTo>
                  <a:lnTo>
                    <a:pt x="913388" y="911432"/>
                  </a:lnTo>
                  <a:lnTo>
                    <a:pt x="913572" y="911049"/>
                  </a:lnTo>
                  <a:lnTo>
                    <a:pt x="913756" y="910666"/>
                  </a:lnTo>
                  <a:lnTo>
                    <a:pt x="913939" y="910283"/>
                  </a:lnTo>
                  <a:lnTo>
                    <a:pt x="914123" y="909900"/>
                  </a:lnTo>
                  <a:lnTo>
                    <a:pt x="914307" y="909517"/>
                  </a:lnTo>
                  <a:lnTo>
                    <a:pt x="914400" y="909323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h8105"/>
            <p:cNvSpPr/>
            <p:nvPr/>
          </p:nvSpPr>
          <p:spPr>
            <a:xfrm>
              <a:off x="2090720" y="97304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893"/>
                  </a:lnTo>
                  <a:lnTo>
                    <a:pt x="905050" y="926703"/>
                  </a:lnTo>
                  <a:lnTo>
                    <a:pt x="905234" y="926320"/>
                  </a:lnTo>
                  <a:lnTo>
                    <a:pt x="905417" y="925937"/>
                  </a:lnTo>
                  <a:lnTo>
                    <a:pt x="905601" y="925554"/>
                  </a:lnTo>
                  <a:lnTo>
                    <a:pt x="905785" y="925171"/>
                  </a:lnTo>
                  <a:lnTo>
                    <a:pt x="905968" y="924788"/>
                  </a:lnTo>
                  <a:lnTo>
                    <a:pt x="906152" y="924405"/>
                  </a:lnTo>
                  <a:lnTo>
                    <a:pt x="906336" y="924022"/>
                  </a:lnTo>
                  <a:lnTo>
                    <a:pt x="906520" y="923639"/>
                  </a:lnTo>
                  <a:lnTo>
                    <a:pt x="906703" y="923256"/>
                  </a:lnTo>
                  <a:lnTo>
                    <a:pt x="906887" y="922873"/>
                  </a:lnTo>
                  <a:lnTo>
                    <a:pt x="907071" y="922490"/>
                  </a:lnTo>
                  <a:lnTo>
                    <a:pt x="907255" y="922107"/>
                  </a:lnTo>
                  <a:lnTo>
                    <a:pt x="907439" y="921724"/>
                  </a:lnTo>
                  <a:lnTo>
                    <a:pt x="907622" y="921341"/>
                  </a:lnTo>
                  <a:lnTo>
                    <a:pt x="907806" y="920958"/>
                  </a:lnTo>
                  <a:lnTo>
                    <a:pt x="907990" y="920575"/>
                  </a:lnTo>
                  <a:lnTo>
                    <a:pt x="908174" y="920192"/>
                  </a:lnTo>
                  <a:lnTo>
                    <a:pt x="908358" y="919809"/>
                  </a:lnTo>
                  <a:lnTo>
                    <a:pt x="908542" y="919426"/>
                  </a:lnTo>
                  <a:lnTo>
                    <a:pt x="908726" y="919043"/>
                  </a:lnTo>
                  <a:lnTo>
                    <a:pt x="908910" y="918660"/>
                  </a:lnTo>
                  <a:lnTo>
                    <a:pt x="909093" y="918277"/>
                  </a:lnTo>
                  <a:lnTo>
                    <a:pt x="909277" y="917894"/>
                  </a:lnTo>
                  <a:lnTo>
                    <a:pt x="909461" y="917511"/>
                  </a:lnTo>
                  <a:lnTo>
                    <a:pt x="909645" y="917128"/>
                  </a:lnTo>
                  <a:lnTo>
                    <a:pt x="909829" y="916745"/>
                  </a:lnTo>
                  <a:lnTo>
                    <a:pt x="910013" y="916362"/>
                  </a:lnTo>
                  <a:lnTo>
                    <a:pt x="910197" y="915979"/>
                  </a:lnTo>
                  <a:lnTo>
                    <a:pt x="910381" y="915596"/>
                  </a:lnTo>
                  <a:lnTo>
                    <a:pt x="910565" y="915213"/>
                  </a:lnTo>
                  <a:lnTo>
                    <a:pt x="910749" y="914830"/>
                  </a:lnTo>
                  <a:lnTo>
                    <a:pt x="910956" y="914400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h8106"/>
            <p:cNvSpPr/>
            <p:nvPr/>
          </p:nvSpPr>
          <p:spPr>
            <a:xfrm>
              <a:off x="209072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h8107"/>
            <p:cNvSpPr/>
            <p:nvPr/>
          </p:nvSpPr>
          <p:spPr>
            <a:xfrm>
              <a:off x="210016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h8108"/>
            <p:cNvSpPr/>
            <p:nvPr/>
          </p:nvSpPr>
          <p:spPr>
            <a:xfrm>
              <a:off x="210960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h8109"/>
            <p:cNvSpPr/>
            <p:nvPr/>
          </p:nvSpPr>
          <p:spPr>
            <a:xfrm>
              <a:off x="211904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h8110"/>
            <p:cNvSpPr/>
            <p:nvPr/>
          </p:nvSpPr>
          <p:spPr>
            <a:xfrm>
              <a:off x="212848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h8111"/>
            <p:cNvSpPr/>
            <p:nvPr/>
          </p:nvSpPr>
          <p:spPr>
            <a:xfrm>
              <a:off x="213792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h8112"/>
            <p:cNvSpPr/>
            <p:nvPr/>
          </p:nvSpPr>
          <p:spPr>
            <a:xfrm>
              <a:off x="214736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h8113"/>
            <p:cNvSpPr/>
            <p:nvPr/>
          </p:nvSpPr>
          <p:spPr>
            <a:xfrm>
              <a:off x="215680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h8114"/>
            <p:cNvSpPr/>
            <p:nvPr/>
          </p:nvSpPr>
          <p:spPr>
            <a:xfrm>
              <a:off x="216624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h8115"/>
            <p:cNvSpPr/>
            <p:nvPr/>
          </p:nvSpPr>
          <p:spPr>
            <a:xfrm>
              <a:off x="217568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h8116"/>
            <p:cNvSpPr/>
            <p:nvPr/>
          </p:nvSpPr>
          <p:spPr>
            <a:xfrm>
              <a:off x="218512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h8117"/>
            <p:cNvSpPr/>
            <p:nvPr/>
          </p:nvSpPr>
          <p:spPr>
            <a:xfrm>
              <a:off x="219456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h8118"/>
            <p:cNvSpPr/>
            <p:nvPr/>
          </p:nvSpPr>
          <p:spPr>
            <a:xfrm>
              <a:off x="220400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h8119"/>
            <p:cNvSpPr/>
            <p:nvPr/>
          </p:nvSpPr>
          <p:spPr>
            <a:xfrm>
              <a:off x="221344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h8120"/>
            <p:cNvSpPr/>
            <p:nvPr/>
          </p:nvSpPr>
          <p:spPr>
            <a:xfrm>
              <a:off x="222288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h8121"/>
            <p:cNvSpPr/>
            <p:nvPr/>
          </p:nvSpPr>
          <p:spPr>
            <a:xfrm>
              <a:off x="223232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h8122"/>
            <p:cNvSpPr/>
            <p:nvPr/>
          </p:nvSpPr>
          <p:spPr>
            <a:xfrm>
              <a:off x="224176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h8123"/>
            <p:cNvSpPr/>
            <p:nvPr/>
          </p:nvSpPr>
          <p:spPr>
            <a:xfrm>
              <a:off x="225120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h8124"/>
            <p:cNvSpPr/>
            <p:nvPr/>
          </p:nvSpPr>
          <p:spPr>
            <a:xfrm>
              <a:off x="2260644" y="990616"/>
              <a:ext cx="922897" cy="914400"/>
            </a:xfrm>
            <a:custGeom>
              <a:avLst/>
              <a:pathLst>
                <a:path w="9228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899" y="896830"/>
                  </a:lnTo>
                  <a:lnTo>
                    <a:pt x="916127" y="897320"/>
                  </a:lnTo>
                  <a:lnTo>
                    <a:pt x="919759" y="906017"/>
                  </a:lnTo>
                  <a:lnTo>
                    <a:pt x="922897" y="914400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h8125"/>
            <p:cNvSpPr/>
            <p:nvPr/>
          </p:nvSpPr>
          <p:spPr>
            <a:xfrm>
              <a:off x="3393473" y="973046"/>
              <a:ext cx="914400" cy="921332"/>
            </a:xfrm>
            <a:custGeom>
              <a:avLst/>
              <a:pathLst>
                <a:path w="914400" h="921332">
                  <a:moveTo>
                    <a:pt x="914400" y="914400"/>
                  </a:moveTo>
                  <a:lnTo>
                    <a:pt x="914322" y="921332"/>
                  </a:lnTo>
                  <a:lnTo>
                    <a:pt x="913052" y="920028"/>
                  </a:lnTo>
                  <a:lnTo>
                    <a:pt x="911781" y="918725"/>
                  </a:lnTo>
                  <a:lnTo>
                    <a:pt x="910511" y="917422"/>
                  </a:lnTo>
                  <a:lnTo>
                    <a:pt x="909240" y="916119"/>
                  </a:lnTo>
                  <a:lnTo>
                    <a:pt x="907969" y="914816"/>
                  </a:lnTo>
                  <a:lnTo>
                    <a:pt x="907563" y="914400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h8126"/>
            <p:cNvSpPr/>
            <p:nvPr/>
          </p:nvSpPr>
          <p:spPr>
            <a:xfrm>
              <a:off x="3393473" y="973046"/>
              <a:ext cx="923840" cy="930695"/>
            </a:xfrm>
            <a:custGeom>
              <a:avLst/>
              <a:pathLst>
                <a:path w="923840" h="93069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695"/>
                  </a:lnTo>
                  <a:lnTo>
                    <a:pt x="923312" y="930248"/>
                  </a:lnTo>
                  <a:lnTo>
                    <a:pt x="918136" y="925250"/>
                  </a:lnTo>
                  <a:lnTo>
                    <a:pt x="916861" y="923939"/>
                  </a:lnTo>
                  <a:lnTo>
                    <a:pt x="915591" y="922635"/>
                  </a:lnTo>
                  <a:lnTo>
                    <a:pt x="914400" y="921412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h8127"/>
            <p:cNvSpPr/>
            <p:nvPr/>
          </p:nvSpPr>
          <p:spPr>
            <a:xfrm>
              <a:off x="340291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903" y="931969"/>
                  </a:lnTo>
                  <a:lnTo>
                    <a:pt x="914400" y="930695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h8128"/>
            <p:cNvSpPr/>
            <p:nvPr/>
          </p:nvSpPr>
          <p:spPr>
            <a:xfrm>
              <a:off x="341235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h8129"/>
            <p:cNvSpPr/>
            <p:nvPr/>
          </p:nvSpPr>
          <p:spPr>
            <a:xfrm>
              <a:off x="342179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h8130"/>
            <p:cNvSpPr/>
            <p:nvPr/>
          </p:nvSpPr>
          <p:spPr>
            <a:xfrm>
              <a:off x="343123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h8131"/>
            <p:cNvSpPr/>
            <p:nvPr/>
          </p:nvSpPr>
          <p:spPr>
            <a:xfrm>
              <a:off x="344067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h8132"/>
            <p:cNvSpPr/>
            <p:nvPr/>
          </p:nvSpPr>
          <p:spPr>
            <a:xfrm>
              <a:off x="345011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h8133"/>
            <p:cNvSpPr/>
            <p:nvPr/>
          </p:nvSpPr>
          <p:spPr>
            <a:xfrm>
              <a:off x="345955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h8134"/>
            <p:cNvSpPr/>
            <p:nvPr/>
          </p:nvSpPr>
          <p:spPr>
            <a:xfrm>
              <a:off x="346899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h8135"/>
            <p:cNvSpPr/>
            <p:nvPr/>
          </p:nvSpPr>
          <p:spPr>
            <a:xfrm>
              <a:off x="347843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h8136"/>
            <p:cNvSpPr/>
            <p:nvPr/>
          </p:nvSpPr>
          <p:spPr>
            <a:xfrm>
              <a:off x="348787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h8137"/>
            <p:cNvSpPr/>
            <p:nvPr/>
          </p:nvSpPr>
          <p:spPr>
            <a:xfrm>
              <a:off x="349731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h8138"/>
            <p:cNvSpPr/>
            <p:nvPr/>
          </p:nvSpPr>
          <p:spPr>
            <a:xfrm>
              <a:off x="350675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h8139"/>
            <p:cNvSpPr/>
            <p:nvPr/>
          </p:nvSpPr>
          <p:spPr>
            <a:xfrm>
              <a:off x="351619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h8140"/>
            <p:cNvSpPr/>
            <p:nvPr/>
          </p:nvSpPr>
          <p:spPr>
            <a:xfrm>
              <a:off x="352563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h8141"/>
            <p:cNvSpPr/>
            <p:nvPr/>
          </p:nvSpPr>
          <p:spPr>
            <a:xfrm>
              <a:off x="353507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h8142"/>
            <p:cNvSpPr/>
            <p:nvPr/>
          </p:nvSpPr>
          <p:spPr>
            <a:xfrm>
              <a:off x="354451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h8143"/>
            <p:cNvSpPr/>
            <p:nvPr/>
          </p:nvSpPr>
          <p:spPr>
            <a:xfrm>
              <a:off x="355395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h8144"/>
            <p:cNvSpPr/>
            <p:nvPr/>
          </p:nvSpPr>
          <p:spPr>
            <a:xfrm>
              <a:off x="356339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h8145"/>
            <p:cNvSpPr/>
            <p:nvPr/>
          </p:nvSpPr>
          <p:spPr>
            <a:xfrm>
              <a:off x="357283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h8146"/>
            <p:cNvSpPr/>
            <p:nvPr/>
          </p:nvSpPr>
          <p:spPr>
            <a:xfrm>
              <a:off x="358227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h8147"/>
            <p:cNvSpPr/>
            <p:nvPr/>
          </p:nvSpPr>
          <p:spPr>
            <a:xfrm>
              <a:off x="359171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h8148"/>
            <p:cNvSpPr/>
            <p:nvPr/>
          </p:nvSpPr>
          <p:spPr>
            <a:xfrm>
              <a:off x="360115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h8149"/>
            <p:cNvSpPr/>
            <p:nvPr/>
          </p:nvSpPr>
          <p:spPr>
            <a:xfrm>
              <a:off x="361059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h8150"/>
            <p:cNvSpPr/>
            <p:nvPr/>
          </p:nvSpPr>
          <p:spPr>
            <a:xfrm>
              <a:off x="362003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h8151"/>
            <p:cNvSpPr/>
            <p:nvPr/>
          </p:nvSpPr>
          <p:spPr>
            <a:xfrm>
              <a:off x="362947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h8152"/>
            <p:cNvSpPr/>
            <p:nvPr/>
          </p:nvSpPr>
          <p:spPr>
            <a:xfrm>
              <a:off x="363891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h8153"/>
            <p:cNvSpPr/>
            <p:nvPr/>
          </p:nvSpPr>
          <p:spPr>
            <a:xfrm>
              <a:off x="364836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h8154"/>
            <p:cNvSpPr/>
            <p:nvPr/>
          </p:nvSpPr>
          <p:spPr>
            <a:xfrm>
              <a:off x="365780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h8155"/>
            <p:cNvSpPr/>
            <p:nvPr/>
          </p:nvSpPr>
          <p:spPr>
            <a:xfrm>
              <a:off x="366724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h8156"/>
            <p:cNvSpPr/>
            <p:nvPr/>
          </p:nvSpPr>
          <p:spPr>
            <a:xfrm>
              <a:off x="367668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h8157"/>
            <p:cNvSpPr/>
            <p:nvPr/>
          </p:nvSpPr>
          <p:spPr>
            <a:xfrm>
              <a:off x="368612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h8158"/>
            <p:cNvSpPr/>
            <p:nvPr/>
          </p:nvSpPr>
          <p:spPr>
            <a:xfrm>
              <a:off x="369556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h8159"/>
            <p:cNvSpPr/>
            <p:nvPr/>
          </p:nvSpPr>
          <p:spPr>
            <a:xfrm>
              <a:off x="370500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h8160"/>
            <p:cNvSpPr/>
            <p:nvPr/>
          </p:nvSpPr>
          <p:spPr>
            <a:xfrm>
              <a:off x="371444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h8161"/>
            <p:cNvSpPr/>
            <p:nvPr/>
          </p:nvSpPr>
          <p:spPr>
            <a:xfrm>
              <a:off x="372388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h8162"/>
            <p:cNvSpPr/>
            <p:nvPr/>
          </p:nvSpPr>
          <p:spPr>
            <a:xfrm>
              <a:off x="373332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h8163"/>
            <p:cNvSpPr/>
            <p:nvPr/>
          </p:nvSpPr>
          <p:spPr>
            <a:xfrm>
              <a:off x="374276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h8164"/>
            <p:cNvSpPr/>
            <p:nvPr/>
          </p:nvSpPr>
          <p:spPr>
            <a:xfrm>
              <a:off x="375220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h8165"/>
            <p:cNvSpPr/>
            <p:nvPr/>
          </p:nvSpPr>
          <p:spPr>
            <a:xfrm>
              <a:off x="376164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h8166"/>
            <p:cNvSpPr/>
            <p:nvPr/>
          </p:nvSpPr>
          <p:spPr>
            <a:xfrm>
              <a:off x="377108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h8167"/>
            <p:cNvSpPr/>
            <p:nvPr/>
          </p:nvSpPr>
          <p:spPr>
            <a:xfrm>
              <a:off x="378052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h8168"/>
            <p:cNvSpPr/>
            <p:nvPr/>
          </p:nvSpPr>
          <p:spPr>
            <a:xfrm>
              <a:off x="378996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h8169"/>
            <p:cNvSpPr/>
            <p:nvPr/>
          </p:nvSpPr>
          <p:spPr>
            <a:xfrm>
              <a:off x="379940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h8170"/>
            <p:cNvSpPr/>
            <p:nvPr/>
          </p:nvSpPr>
          <p:spPr>
            <a:xfrm>
              <a:off x="380884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h8171"/>
            <p:cNvSpPr/>
            <p:nvPr/>
          </p:nvSpPr>
          <p:spPr>
            <a:xfrm>
              <a:off x="381828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h8172"/>
            <p:cNvSpPr/>
            <p:nvPr/>
          </p:nvSpPr>
          <p:spPr>
            <a:xfrm>
              <a:off x="382772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h8173"/>
            <p:cNvSpPr/>
            <p:nvPr/>
          </p:nvSpPr>
          <p:spPr>
            <a:xfrm>
              <a:off x="383716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h8174"/>
            <p:cNvSpPr/>
            <p:nvPr/>
          </p:nvSpPr>
          <p:spPr>
            <a:xfrm>
              <a:off x="384660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h8175"/>
            <p:cNvSpPr/>
            <p:nvPr/>
          </p:nvSpPr>
          <p:spPr>
            <a:xfrm>
              <a:off x="3856045" y="990616"/>
              <a:ext cx="919465" cy="914400"/>
            </a:xfrm>
            <a:custGeom>
              <a:avLst/>
              <a:pathLst>
                <a:path w="91946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56" y="896830"/>
                  </a:lnTo>
                  <a:lnTo>
                    <a:pt x="914793" y="896967"/>
                  </a:lnTo>
                  <a:lnTo>
                    <a:pt x="914878" y="897285"/>
                  </a:lnTo>
                  <a:lnTo>
                    <a:pt x="914964" y="897604"/>
                  </a:lnTo>
                  <a:lnTo>
                    <a:pt x="915049" y="897922"/>
                  </a:lnTo>
                  <a:lnTo>
                    <a:pt x="915135" y="898241"/>
                  </a:lnTo>
                  <a:lnTo>
                    <a:pt x="915220" y="898559"/>
                  </a:lnTo>
                  <a:lnTo>
                    <a:pt x="915305" y="898878"/>
                  </a:lnTo>
                  <a:lnTo>
                    <a:pt x="915391" y="899196"/>
                  </a:lnTo>
                  <a:lnTo>
                    <a:pt x="915476" y="899515"/>
                  </a:lnTo>
                  <a:lnTo>
                    <a:pt x="915562" y="899833"/>
                  </a:lnTo>
                  <a:lnTo>
                    <a:pt x="915647" y="900152"/>
                  </a:lnTo>
                  <a:lnTo>
                    <a:pt x="915733" y="900470"/>
                  </a:lnTo>
                  <a:lnTo>
                    <a:pt x="915818" y="900789"/>
                  </a:lnTo>
                  <a:lnTo>
                    <a:pt x="915904" y="901107"/>
                  </a:lnTo>
                  <a:lnTo>
                    <a:pt x="915989" y="901426"/>
                  </a:lnTo>
                  <a:lnTo>
                    <a:pt x="916075" y="901745"/>
                  </a:lnTo>
                  <a:lnTo>
                    <a:pt x="916160" y="902063"/>
                  </a:lnTo>
                  <a:lnTo>
                    <a:pt x="916245" y="902382"/>
                  </a:lnTo>
                  <a:lnTo>
                    <a:pt x="916331" y="902700"/>
                  </a:lnTo>
                  <a:lnTo>
                    <a:pt x="916416" y="903019"/>
                  </a:lnTo>
                  <a:lnTo>
                    <a:pt x="916502" y="903337"/>
                  </a:lnTo>
                  <a:lnTo>
                    <a:pt x="916587" y="903656"/>
                  </a:lnTo>
                  <a:lnTo>
                    <a:pt x="916672" y="903974"/>
                  </a:lnTo>
                  <a:lnTo>
                    <a:pt x="916758" y="904293"/>
                  </a:lnTo>
                  <a:lnTo>
                    <a:pt x="916843" y="904611"/>
                  </a:lnTo>
                  <a:lnTo>
                    <a:pt x="916929" y="904930"/>
                  </a:lnTo>
                  <a:lnTo>
                    <a:pt x="917014" y="905248"/>
                  </a:lnTo>
                  <a:lnTo>
                    <a:pt x="917099" y="905567"/>
                  </a:lnTo>
                  <a:lnTo>
                    <a:pt x="917185" y="905885"/>
                  </a:lnTo>
                  <a:lnTo>
                    <a:pt x="917270" y="906204"/>
                  </a:lnTo>
                  <a:lnTo>
                    <a:pt x="917355" y="906523"/>
                  </a:lnTo>
                  <a:lnTo>
                    <a:pt x="917441" y="906841"/>
                  </a:lnTo>
                  <a:lnTo>
                    <a:pt x="917526" y="907160"/>
                  </a:lnTo>
                  <a:lnTo>
                    <a:pt x="917611" y="907478"/>
                  </a:lnTo>
                  <a:lnTo>
                    <a:pt x="917697" y="907797"/>
                  </a:lnTo>
                  <a:lnTo>
                    <a:pt x="917782" y="908115"/>
                  </a:lnTo>
                  <a:lnTo>
                    <a:pt x="917867" y="908434"/>
                  </a:lnTo>
                  <a:lnTo>
                    <a:pt x="917953" y="908752"/>
                  </a:lnTo>
                  <a:lnTo>
                    <a:pt x="918038" y="909071"/>
                  </a:lnTo>
                  <a:lnTo>
                    <a:pt x="918123" y="909389"/>
                  </a:lnTo>
                  <a:lnTo>
                    <a:pt x="918209" y="909708"/>
                  </a:lnTo>
                  <a:lnTo>
                    <a:pt x="918294" y="910026"/>
                  </a:lnTo>
                  <a:lnTo>
                    <a:pt x="918379" y="910345"/>
                  </a:lnTo>
                  <a:lnTo>
                    <a:pt x="918465" y="910664"/>
                  </a:lnTo>
                  <a:lnTo>
                    <a:pt x="918550" y="910982"/>
                  </a:lnTo>
                  <a:lnTo>
                    <a:pt x="918635" y="911301"/>
                  </a:lnTo>
                  <a:lnTo>
                    <a:pt x="918721" y="911619"/>
                  </a:lnTo>
                  <a:lnTo>
                    <a:pt x="918806" y="911938"/>
                  </a:lnTo>
                  <a:lnTo>
                    <a:pt x="918891" y="912256"/>
                  </a:lnTo>
                  <a:lnTo>
                    <a:pt x="918976" y="912575"/>
                  </a:lnTo>
                  <a:lnTo>
                    <a:pt x="919062" y="912893"/>
                  </a:lnTo>
                  <a:lnTo>
                    <a:pt x="919147" y="913212"/>
                  </a:lnTo>
                  <a:lnTo>
                    <a:pt x="919232" y="913530"/>
                  </a:lnTo>
                  <a:lnTo>
                    <a:pt x="919317" y="913849"/>
                  </a:lnTo>
                  <a:lnTo>
                    <a:pt x="919403" y="914168"/>
                  </a:lnTo>
                  <a:lnTo>
                    <a:pt x="919465" y="914400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h8176"/>
            <p:cNvSpPr/>
            <p:nvPr/>
          </p:nvSpPr>
          <p:spPr>
            <a:xfrm>
              <a:off x="2090720" y="97304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956" y="914400"/>
                  </a:lnTo>
                  <a:lnTo>
                    <a:pt x="911117" y="914064"/>
                  </a:lnTo>
                  <a:lnTo>
                    <a:pt x="911301" y="913681"/>
                  </a:lnTo>
                  <a:lnTo>
                    <a:pt x="911485" y="913298"/>
                  </a:lnTo>
                  <a:lnTo>
                    <a:pt x="911670" y="912915"/>
                  </a:lnTo>
                  <a:lnTo>
                    <a:pt x="911854" y="912532"/>
                  </a:lnTo>
                  <a:lnTo>
                    <a:pt x="912038" y="912150"/>
                  </a:lnTo>
                  <a:lnTo>
                    <a:pt x="912222" y="911767"/>
                  </a:lnTo>
                  <a:lnTo>
                    <a:pt x="912406" y="911384"/>
                  </a:lnTo>
                  <a:lnTo>
                    <a:pt x="912590" y="911001"/>
                  </a:lnTo>
                  <a:lnTo>
                    <a:pt x="912774" y="910618"/>
                  </a:lnTo>
                  <a:lnTo>
                    <a:pt x="912958" y="910235"/>
                  </a:lnTo>
                  <a:lnTo>
                    <a:pt x="913143" y="909852"/>
                  </a:lnTo>
                  <a:lnTo>
                    <a:pt x="913327" y="909469"/>
                  </a:lnTo>
                  <a:lnTo>
                    <a:pt x="913511" y="909086"/>
                  </a:lnTo>
                  <a:lnTo>
                    <a:pt x="913695" y="908703"/>
                  </a:lnTo>
                  <a:lnTo>
                    <a:pt x="913879" y="908320"/>
                  </a:lnTo>
                  <a:lnTo>
                    <a:pt x="914064" y="907937"/>
                  </a:lnTo>
                  <a:lnTo>
                    <a:pt x="914400" y="907275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h8177"/>
            <p:cNvSpPr/>
            <p:nvPr/>
          </p:nvSpPr>
          <p:spPr>
            <a:xfrm>
              <a:off x="2100160" y="95547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45"/>
                  </a:lnTo>
                  <a:lnTo>
                    <a:pt x="908686" y="917495"/>
                  </a:lnTo>
                  <a:lnTo>
                    <a:pt x="910428" y="91439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h8178"/>
            <p:cNvSpPr/>
            <p:nvPr/>
          </p:nvSpPr>
          <p:spPr>
            <a:xfrm>
              <a:off x="210016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h8179"/>
            <p:cNvSpPr/>
            <p:nvPr/>
          </p:nvSpPr>
          <p:spPr>
            <a:xfrm>
              <a:off x="210960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h8180"/>
            <p:cNvSpPr/>
            <p:nvPr/>
          </p:nvSpPr>
          <p:spPr>
            <a:xfrm>
              <a:off x="211904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h8181"/>
            <p:cNvSpPr/>
            <p:nvPr/>
          </p:nvSpPr>
          <p:spPr>
            <a:xfrm>
              <a:off x="212848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h8182"/>
            <p:cNvSpPr/>
            <p:nvPr/>
          </p:nvSpPr>
          <p:spPr>
            <a:xfrm>
              <a:off x="213792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h8183"/>
            <p:cNvSpPr/>
            <p:nvPr/>
          </p:nvSpPr>
          <p:spPr>
            <a:xfrm>
              <a:off x="214736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h8184"/>
            <p:cNvSpPr/>
            <p:nvPr/>
          </p:nvSpPr>
          <p:spPr>
            <a:xfrm>
              <a:off x="215680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h8185"/>
            <p:cNvSpPr/>
            <p:nvPr/>
          </p:nvSpPr>
          <p:spPr>
            <a:xfrm>
              <a:off x="216624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h8186"/>
            <p:cNvSpPr/>
            <p:nvPr/>
          </p:nvSpPr>
          <p:spPr>
            <a:xfrm>
              <a:off x="217568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h8187"/>
            <p:cNvSpPr/>
            <p:nvPr/>
          </p:nvSpPr>
          <p:spPr>
            <a:xfrm>
              <a:off x="218512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h8188"/>
            <p:cNvSpPr/>
            <p:nvPr/>
          </p:nvSpPr>
          <p:spPr>
            <a:xfrm>
              <a:off x="219456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h8189"/>
            <p:cNvSpPr/>
            <p:nvPr/>
          </p:nvSpPr>
          <p:spPr>
            <a:xfrm>
              <a:off x="220400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h8190"/>
            <p:cNvSpPr/>
            <p:nvPr/>
          </p:nvSpPr>
          <p:spPr>
            <a:xfrm>
              <a:off x="221344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h8191"/>
            <p:cNvSpPr/>
            <p:nvPr/>
          </p:nvSpPr>
          <p:spPr>
            <a:xfrm>
              <a:off x="222288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h8192"/>
            <p:cNvSpPr/>
            <p:nvPr/>
          </p:nvSpPr>
          <p:spPr>
            <a:xfrm>
              <a:off x="223232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h8193"/>
            <p:cNvSpPr/>
            <p:nvPr/>
          </p:nvSpPr>
          <p:spPr>
            <a:xfrm>
              <a:off x="224176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h8194"/>
            <p:cNvSpPr/>
            <p:nvPr/>
          </p:nvSpPr>
          <p:spPr>
            <a:xfrm>
              <a:off x="2260644" y="97304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134" y="896830"/>
                  </a:lnTo>
                  <a:lnTo>
                    <a:pt x="908155" y="898612"/>
                  </a:lnTo>
                  <a:lnTo>
                    <a:pt x="912255" y="906557"/>
                  </a:lnTo>
                  <a:lnTo>
                    <a:pt x="914400" y="911173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h8195"/>
            <p:cNvSpPr/>
            <p:nvPr/>
          </p:nvSpPr>
          <p:spPr>
            <a:xfrm>
              <a:off x="2260644" y="973046"/>
              <a:ext cx="915899" cy="914400"/>
            </a:xfrm>
            <a:custGeom>
              <a:avLst/>
              <a:pathLst>
                <a:path w="915899" h="914400">
                  <a:moveTo>
                    <a:pt x="914400" y="914400"/>
                  </a:moveTo>
                  <a:lnTo>
                    <a:pt x="914400" y="911173"/>
                  </a:lnTo>
                  <a:lnTo>
                    <a:pt x="915899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h8196"/>
            <p:cNvSpPr/>
            <p:nvPr/>
          </p:nvSpPr>
          <p:spPr>
            <a:xfrm>
              <a:off x="3374593" y="955476"/>
              <a:ext cx="914400" cy="919502"/>
            </a:xfrm>
            <a:custGeom>
              <a:avLst/>
              <a:pathLst>
                <a:path w="914400" h="919502">
                  <a:moveTo>
                    <a:pt x="914400" y="914399"/>
                  </a:moveTo>
                  <a:lnTo>
                    <a:pt x="914400" y="919502"/>
                  </a:lnTo>
                  <a:lnTo>
                    <a:pt x="911644" y="916512"/>
                  </a:lnTo>
                  <a:lnTo>
                    <a:pt x="909909" y="91439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h8197"/>
            <p:cNvSpPr/>
            <p:nvPr/>
          </p:nvSpPr>
          <p:spPr>
            <a:xfrm>
              <a:off x="3374593" y="955476"/>
              <a:ext cx="923840" cy="929302"/>
            </a:xfrm>
            <a:custGeom>
              <a:avLst/>
              <a:pathLst>
                <a:path w="923840" h="929302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9302"/>
                  </a:lnTo>
                  <a:lnTo>
                    <a:pt x="923034" y="928477"/>
                  </a:lnTo>
                  <a:lnTo>
                    <a:pt x="921762" y="927175"/>
                  </a:lnTo>
                  <a:lnTo>
                    <a:pt x="920489" y="925873"/>
                  </a:lnTo>
                  <a:lnTo>
                    <a:pt x="919216" y="924570"/>
                  </a:lnTo>
                  <a:lnTo>
                    <a:pt x="917943" y="923268"/>
                  </a:lnTo>
                  <a:lnTo>
                    <a:pt x="916663" y="921959"/>
                  </a:lnTo>
                  <a:lnTo>
                    <a:pt x="914400" y="919502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h8198"/>
            <p:cNvSpPr/>
            <p:nvPr/>
          </p:nvSpPr>
          <p:spPr>
            <a:xfrm>
              <a:off x="338403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003" y="931969"/>
                  </a:lnTo>
                  <a:lnTo>
                    <a:pt x="916138" y="931083"/>
                  </a:lnTo>
                  <a:lnTo>
                    <a:pt x="914866" y="929780"/>
                  </a:lnTo>
                  <a:lnTo>
                    <a:pt x="914400" y="929302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h8199"/>
            <p:cNvSpPr/>
            <p:nvPr/>
          </p:nvSpPr>
          <p:spPr>
            <a:xfrm>
              <a:off x="339347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h8200"/>
            <p:cNvSpPr/>
            <p:nvPr/>
          </p:nvSpPr>
          <p:spPr>
            <a:xfrm>
              <a:off x="340291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h8201"/>
            <p:cNvSpPr/>
            <p:nvPr/>
          </p:nvSpPr>
          <p:spPr>
            <a:xfrm>
              <a:off x="341235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h8202"/>
            <p:cNvSpPr/>
            <p:nvPr/>
          </p:nvSpPr>
          <p:spPr>
            <a:xfrm>
              <a:off x="342179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h8203"/>
            <p:cNvSpPr/>
            <p:nvPr/>
          </p:nvSpPr>
          <p:spPr>
            <a:xfrm>
              <a:off x="343123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h8204"/>
            <p:cNvSpPr/>
            <p:nvPr/>
          </p:nvSpPr>
          <p:spPr>
            <a:xfrm>
              <a:off x="344067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h8205"/>
            <p:cNvSpPr/>
            <p:nvPr/>
          </p:nvSpPr>
          <p:spPr>
            <a:xfrm>
              <a:off x="345011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h8206"/>
            <p:cNvSpPr/>
            <p:nvPr/>
          </p:nvSpPr>
          <p:spPr>
            <a:xfrm>
              <a:off x="345955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h8207"/>
            <p:cNvSpPr/>
            <p:nvPr/>
          </p:nvSpPr>
          <p:spPr>
            <a:xfrm>
              <a:off x="346899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h8208"/>
            <p:cNvSpPr/>
            <p:nvPr/>
          </p:nvSpPr>
          <p:spPr>
            <a:xfrm>
              <a:off x="347843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h8209"/>
            <p:cNvSpPr/>
            <p:nvPr/>
          </p:nvSpPr>
          <p:spPr>
            <a:xfrm>
              <a:off x="348787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h8210"/>
            <p:cNvSpPr/>
            <p:nvPr/>
          </p:nvSpPr>
          <p:spPr>
            <a:xfrm>
              <a:off x="349731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h8211"/>
            <p:cNvSpPr/>
            <p:nvPr/>
          </p:nvSpPr>
          <p:spPr>
            <a:xfrm>
              <a:off x="350675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h8212"/>
            <p:cNvSpPr/>
            <p:nvPr/>
          </p:nvSpPr>
          <p:spPr>
            <a:xfrm>
              <a:off x="351619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h8213"/>
            <p:cNvSpPr/>
            <p:nvPr/>
          </p:nvSpPr>
          <p:spPr>
            <a:xfrm>
              <a:off x="352563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h8214"/>
            <p:cNvSpPr/>
            <p:nvPr/>
          </p:nvSpPr>
          <p:spPr>
            <a:xfrm>
              <a:off x="353507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h8215"/>
            <p:cNvSpPr/>
            <p:nvPr/>
          </p:nvSpPr>
          <p:spPr>
            <a:xfrm>
              <a:off x="354451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h8216"/>
            <p:cNvSpPr/>
            <p:nvPr/>
          </p:nvSpPr>
          <p:spPr>
            <a:xfrm>
              <a:off x="355395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h8217"/>
            <p:cNvSpPr/>
            <p:nvPr/>
          </p:nvSpPr>
          <p:spPr>
            <a:xfrm>
              <a:off x="356339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h8218"/>
            <p:cNvSpPr/>
            <p:nvPr/>
          </p:nvSpPr>
          <p:spPr>
            <a:xfrm>
              <a:off x="357283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h8219"/>
            <p:cNvSpPr/>
            <p:nvPr/>
          </p:nvSpPr>
          <p:spPr>
            <a:xfrm>
              <a:off x="358227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h8220"/>
            <p:cNvSpPr/>
            <p:nvPr/>
          </p:nvSpPr>
          <p:spPr>
            <a:xfrm>
              <a:off x="359171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h8221"/>
            <p:cNvSpPr/>
            <p:nvPr/>
          </p:nvSpPr>
          <p:spPr>
            <a:xfrm>
              <a:off x="360115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h8222"/>
            <p:cNvSpPr/>
            <p:nvPr/>
          </p:nvSpPr>
          <p:spPr>
            <a:xfrm>
              <a:off x="361059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h8223"/>
            <p:cNvSpPr/>
            <p:nvPr/>
          </p:nvSpPr>
          <p:spPr>
            <a:xfrm>
              <a:off x="362003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h8224"/>
            <p:cNvSpPr/>
            <p:nvPr/>
          </p:nvSpPr>
          <p:spPr>
            <a:xfrm>
              <a:off x="362947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h8225"/>
            <p:cNvSpPr/>
            <p:nvPr/>
          </p:nvSpPr>
          <p:spPr>
            <a:xfrm>
              <a:off x="363891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h8226"/>
            <p:cNvSpPr/>
            <p:nvPr/>
          </p:nvSpPr>
          <p:spPr>
            <a:xfrm>
              <a:off x="364836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h8227"/>
            <p:cNvSpPr/>
            <p:nvPr/>
          </p:nvSpPr>
          <p:spPr>
            <a:xfrm>
              <a:off x="365780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h8228"/>
            <p:cNvSpPr/>
            <p:nvPr/>
          </p:nvSpPr>
          <p:spPr>
            <a:xfrm>
              <a:off x="366724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h8229"/>
            <p:cNvSpPr/>
            <p:nvPr/>
          </p:nvSpPr>
          <p:spPr>
            <a:xfrm>
              <a:off x="367668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h8230"/>
            <p:cNvSpPr/>
            <p:nvPr/>
          </p:nvSpPr>
          <p:spPr>
            <a:xfrm>
              <a:off x="368612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h8231"/>
            <p:cNvSpPr/>
            <p:nvPr/>
          </p:nvSpPr>
          <p:spPr>
            <a:xfrm>
              <a:off x="369556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h8232"/>
            <p:cNvSpPr/>
            <p:nvPr/>
          </p:nvSpPr>
          <p:spPr>
            <a:xfrm>
              <a:off x="370500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h8233"/>
            <p:cNvSpPr/>
            <p:nvPr/>
          </p:nvSpPr>
          <p:spPr>
            <a:xfrm>
              <a:off x="371444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h8234"/>
            <p:cNvSpPr/>
            <p:nvPr/>
          </p:nvSpPr>
          <p:spPr>
            <a:xfrm>
              <a:off x="372388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h8235"/>
            <p:cNvSpPr/>
            <p:nvPr/>
          </p:nvSpPr>
          <p:spPr>
            <a:xfrm>
              <a:off x="373332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h8236"/>
            <p:cNvSpPr/>
            <p:nvPr/>
          </p:nvSpPr>
          <p:spPr>
            <a:xfrm>
              <a:off x="374276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h8237"/>
            <p:cNvSpPr/>
            <p:nvPr/>
          </p:nvSpPr>
          <p:spPr>
            <a:xfrm>
              <a:off x="375220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h8238"/>
            <p:cNvSpPr/>
            <p:nvPr/>
          </p:nvSpPr>
          <p:spPr>
            <a:xfrm>
              <a:off x="376164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h8239"/>
            <p:cNvSpPr/>
            <p:nvPr/>
          </p:nvSpPr>
          <p:spPr>
            <a:xfrm>
              <a:off x="377108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h8240"/>
            <p:cNvSpPr/>
            <p:nvPr/>
          </p:nvSpPr>
          <p:spPr>
            <a:xfrm>
              <a:off x="378052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h8241"/>
            <p:cNvSpPr/>
            <p:nvPr/>
          </p:nvSpPr>
          <p:spPr>
            <a:xfrm>
              <a:off x="378996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h8242"/>
            <p:cNvSpPr/>
            <p:nvPr/>
          </p:nvSpPr>
          <p:spPr>
            <a:xfrm>
              <a:off x="379940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h8243"/>
            <p:cNvSpPr/>
            <p:nvPr/>
          </p:nvSpPr>
          <p:spPr>
            <a:xfrm>
              <a:off x="380884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h8244"/>
            <p:cNvSpPr/>
            <p:nvPr/>
          </p:nvSpPr>
          <p:spPr>
            <a:xfrm>
              <a:off x="381828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h8245"/>
            <p:cNvSpPr/>
            <p:nvPr/>
          </p:nvSpPr>
          <p:spPr>
            <a:xfrm>
              <a:off x="382772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h8246"/>
            <p:cNvSpPr/>
            <p:nvPr/>
          </p:nvSpPr>
          <p:spPr>
            <a:xfrm>
              <a:off x="383716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h8247"/>
            <p:cNvSpPr/>
            <p:nvPr/>
          </p:nvSpPr>
          <p:spPr>
            <a:xfrm>
              <a:off x="3856045" y="97304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033" y="896830"/>
                  </a:lnTo>
                  <a:lnTo>
                    <a:pt x="910083" y="897018"/>
                  </a:lnTo>
                  <a:lnTo>
                    <a:pt x="910169" y="897336"/>
                  </a:lnTo>
                  <a:lnTo>
                    <a:pt x="910255" y="897655"/>
                  </a:lnTo>
                  <a:lnTo>
                    <a:pt x="910340" y="897973"/>
                  </a:lnTo>
                  <a:lnTo>
                    <a:pt x="910426" y="898292"/>
                  </a:lnTo>
                  <a:lnTo>
                    <a:pt x="910512" y="898610"/>
                  </a:lnTo>
                  <a:lnTo>
                    <a:pt x="910598" y="898929"/>
                  </a:lnTo>
                  <a:lnTo>
                    <a:pt x="910683" y="899247"/>
                  </a:lnTo>
                  <a:lnTo>
                    <a:pt x="910769" y="899566"/>
                  </a:lnTo>
                  <a:lnTo>
                    <a:pt x="910855" y="899884"/>
                  </a:lnTo>
                  <a:lnTo>
                    <a:pt x="910940" y="900203"/>
                  </a:lnTo>
                  <a:lnTo>
                    <a:pt x="911026" y="900521"/>
                  </a:lnTo>
                  <a:lnTo>
                    <a:pt x="911112" y="900840"/>
                  </a:lnTo>
                  <a:lnTo>
                    <a:pt x="911198" y="901158"/>
                  </a:lnTo>
                  <a:lnTo>
                    <a:pt x="911283" y="901477"/>
                  </a:lnTo>
                  <a:lnTo>
                    <a:pt x="911369" y="901795"/>
                  </a:lnTo>
                  <a:lnTo>
                    <a:pt x="911455" y="902114"/>
                  </a:lnTo>
                  <a:lnTo>
                    <a:pt x="911540" y="902432"/>
                  </a:lnTo>
                  <a:lnTo>
                    <a:pt x="911626" y="902751"/>
                  </a:lnTo>
                  <a:lnTo>
                    <a:pt x="911712" y="903069"/>
                  </a:lnTo>
                  <a:lnTo>
                    <a:pt x="911797" y="903388"/>
                  </a:lnTo>
                  <a:lnTo>
                    <a:pt x="911883" y="903706"/>
                  </a:lnTo>
                  <a:lnTo>
                    <a:pt x="911969" y="904025"/>
                  </a:lnTo>
                  <a:lnTo>
                    <a:pt x="912054" y="904343"/>
                  </a:lnTo>
                  <a:lnTo>
                    <a:pt x="912140" y="904662"/>
                  </a:lnTo>
                  <a:lnTo>
                    <a:pt x="912226" y="904981"/>
                  </a:lnTo>
                  <a:lnTo>
                    <a:pt x="912311" y="905299"/>
                  </a:lnTo>
                  <a:lnTo>
                    <a:pt x="912397" y="905618"/>
                  </a:lnTo>
                  <a:lnTo>
                    <a:pt x="912482" y="905936"/>
                  </a:lnTo>
                  <a:lnTo>
                    <a:pt x="912568" y="906255"/>
                  </a:lnTo>
                  <a:lnTo>
                    <a:pt x="912654" y="906573"/>
                  </a:lnTo>
                  <a:lnTo>
                    <a:pt x="912739" y="906892"/>
                  </a:lnTo>
                  <a:lnTo>
                    <a:pt x="912825" y="907210"/>
                  </a:lnTo>
                  <a:lnTo>
                    <a:pt x="912910" y="907529"/>
                  </a:lnTo>
                  <a:lnTo>
                    <a:pt x="912996" y="907847"/>
                  </a:lnTo>
                  <a:lnTo>
                    <a:pt x="913082" y="908166"/>
                  </a:lnTo>
                  <a:lnTo>
                    <a:pt x="913167" y="908484"/>
                  </a:lnTo>
                  <a:lnTo>
                    <a:pt x="913253" y="908803"/>
                  </a:lnTo>
                  <a:lnTo>
                    <a:pt x="913338" y="909121"/>
                  </a:lnTo>
                  <a:lnTo>
                    <a:pt x="913424" y="909440"/>
                  </a:lnTo>
                  <a:lnTo>
                    <a:pt x="913510" y="909758"/>
                  </a:lnTo>
                  <a:lnTo>
                    <a:pt x="913595" y="910077"/>
                  </a:lnTo>
                  <a:lnTo>
                    <a:pt x="913681" y="910395"/>
                  </a:lnTo>
                  <a:lnTo>
                    <a:pt x="913766" y="910714"/>
                  </a:lnTo>
                  <a:lnTo>
                    <a:pt x="913852" y="911032"/>
                  </a:lnTo>
                  <a:lnTo>
                    <a:pt x="913937" y="911351"/>
                  </a:lnTo>
                  <a:lnTo>
                    <a:pt x="914023" y="911670"/>
                  </a:lnTo>
                  <a:lnTo>
                    <a:pt x="914108" y="911988"/>
                  </a:lnTo>
                  <a:lnTo>
                    <a:pt x="914194" y="912307"/>
                  </a:lnTo>
                  <a:lnTo>
                    <a:pt x="914279" y="912625"/>
                  </a:lnTo>
                  <a:lnTo>
                    <a:pt x="914365" y="912944"/>
                  </a:lnTo>
                  <a:lnTo>
                    <a:pt x="914400" y="913072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h8248"/>
            <p:cNvSpPr/>
            <p:nvPr/>
          </p:nvSpPr>
          <p:spPr>
            <a:xfrm>
              <a:off x="3856045" y="973046"/>
              <a:ext cx="914756" cy="914400"/>
            </a:xfrm>
            <a:custGeom>
              <a:avLst/>
              <a:pathLst>
                <a:path w="914756" h="914400">
                  <a:moveTo>
                    <a:pt x="914400" y="914400"/>
                  </a:moveTo>
                  <a:lnTo>
                    <a:pt x="914400" y="913072"/>
                  </a:lnTo>
                  <a:lnTo>
                    <a:pt x="914451" y="913262"/>
                  </a:lnTo>
                  <a:lnTo>
                    <a:pt x="914536" y="913581"/>
                  </a:lnTo>
                  <a:lnTo>
                    <a:pt x="914622" y="913899"/>
                  </a:lnTo>
                  <a:lnTo>
                    <a:pt x="914707" y="914218"/>
                  </a:lnTo>
                  <a:lnTo>
                    <a:pt x="914756" y="914400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h8249"/>
            <p:cNvSpPr/>
            <p:nvPr/>
          </p:nvSpPr>
          <p:spPr>
            <a:xfrm>
              <a:off x="2100160" y="95547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428" y="914399"/>
                  </a:lnTo>
                  <a:lnTo>
                    <a:pt x="912967" y="909889"/>
                  </a:lnTo>
                  <a:lnTo>
                    <a:pt x="914400" y="90759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h8250"/>
            <p:cNvSpPr/>
            <p:nvPr/>
          </p:nvSpPr>
          <p:spPr>
            <a:xfrm>
              <a:off x="2109601" y="937907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169"/>
                  </a:lnTo>
                  <a:lnTo>
                    <a:pt x="908016" y="920279"/>
                  </a:lnTo>
                  <a:lnTo>
                    <a:pt x="912107" y="91439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h8251"/>
            <p:cNvSpPr/>
            <p:nvPr/>
          </p:nvSpPr>
          <p:spPr>
            <a:xfrm>
              <a:off x="210960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h8252"/>
            <p:cNvSpPr/>
            <p:nvPr/>
          </p:nvSpPr>
          <p:spPr>
            <a:xfrm>
              <a:off x="211904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h8253"/>
            <p:cNvSpPr/>
            <p:nvPr/>
          </p:nvSpPr>
          <p:spPr>
            <a:xfrm>
              <a:off x="212848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h8254"/>
            <p:cNvSpPr/>
            <p:nvPr/>
          </p:nvSpPr>
          <p:spPr>
            <a:xfrm>
              <a:off x="213792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h8255"/>
            <p:cNvSpPr/>
            <p:nvPr/>
          </p:nvSpPr>
          <p:spPr>
            <a:xfrm>
              <a:off x="214736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h8256"/>
            <p:cNvSpPr/>
            <p:nvPr/>
          </p:nvSpPr>
          <p:spPr>
            <a:xfrm>
              <a:off x="215680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h8257"/>
            <p:cNvSpPr/>
            <p:nvPr/>
          </p:nvSpPr>
          <p:spPr>
            <a:xfrm>
              <a:off x="216624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h8258"/>
            <p:cNvSpPr/>
            <p:nvPr/>
          </p:nvSpPr>
          <p:spPr>
            <a:xfrm>
              <a:off x="217568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h8259"/>
            <p:cNvSpPr/>
            <p:nvPr/>
          </p:nvSpPr>
          <p:spPr>
            <a:xfrm>
              <a:off x="218512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h8260"/>
            <p:cNvSpPr/>
            <p:nvPr/>
          </p:nvSpPr>
          <p:spPr>
            <a:xfrm>
              <a:off x="219456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h8261"/>
            <p:cNvSpPr/>
            <p:nvPr/>
          </p:nvSpPr>
          <p:spPr>
            <a:xfrm>
              <a:off x="220400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h8262"/>
            <p:cNvSpPr/>
            <p:nvPr/>
          </p:nvSpPr>
          <p:spPr>
            <a:xfrm>
              <a:off x="221344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h8263"/>
            <p:cNvSpPr/>
            <p:nvPr/>
          </p:nvSpPr>
          <p:spPr>
            <a:xfrm>
              <a:off x="222288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h8264"/>
            <p:cNvSpPr/>
            <p:nvPr/>
          </p:nvSpPr>
          <p:spPr>
            <a:xfrm>
              <a:off x="223232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h8265"/>
            <p:cNvSpPr/>
            <p:nvPr/>
          </p:nvSpPr>
          <p:spPr>
            <a:xfrm>
              <a:off x="2251204" y="95547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5416" y="896830"/>
                  </a:lnTo>
                  <a:lnTo>
                    <a:pt x="908754" y="901541"/>
                  </a:lnTo>
                  <a:lnTo>
                    <a:pt x="913277" y="908646"/>
                  </a:lnTo>
                  <a:lnTo>
                    <a:pt x="914400" y="910605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h8266"/>
            <p:cNvSpPr/>
            <p:nvPr/>
          </p:nvSpPr>
          <p:spPr>
            <a:xfrm>
              <a:off x="2251204" y="955476"/>
              <a:ext cx="916574" cy="914399"/>
            </a:xfrm>
            <a:custGeom>
              <a:avLst/>
              <a:pathLst>
                <a:path w="916574" h="914399">
                  <a:moveTo>
                    <a:pt x="914400" y="914399"/>
                  </a:moveTo>
                  <a:lnTo>
                    <a:pt x="914400" y="910605"/>
                  </a:lnTo>
                  <a:lnTo>
                    <a:pt x="916574" y="91439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h8267"/>
            <p:cNvSpPr/>
            <p:nvPr/>
          </p:nvSpPr>
          <p:spPr>
            <a:xfrm>
              <a:off x="3365153" y="937907"/>
              <a:ext cx="914400" cy="925686"/>
            </a:xfrm>
            <a:custGeom>
              <a:avLst/>
              <a:pathLst>
                <a:path w="914400" h="925686">
                  <a:moveTo>
                    <a:pt x="914400" y="914399"/>
                  </a:moveTo>
                  <a:lnTo>
                    <a:pt x="914400" y="925686"/>
                  </a:lnTo>
                  <a:lnTo>
                    <a:pt x="911530" y="921787"/>
                  </a:lnTo>
                  <a:lnTo>
                    <a:pt x="907019" y="914972"/>
                  </a:lnTo>
                  <a:lnTo>
                    <a:pt x="906677" y="91439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h8268"/>
            <p:cNvSpPr/>
            <p:nvPr/>
          </p:nvSpPr>
          <p:spPr>
            <a:xfrm>
              <a:off x="336515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9349" y="931969"/>
                  </a:lnTo>
                  <a:lnTo>
                    <a:pt x="916222" y="928162"/>
                  </a:lnTo>
                  <a:lnTo>
                    <a:pt x="914400" y="925686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h8269"/>
            <p:cNvSpPr/>
            <p:nvPr/>
          </p:nvSpPr>
          <p:spPr>
            <a:xfrm>
              <a:off x="337459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h8270"/>
            <p:cNvSpPr/>
            <p:nvPr/>
          </p:nvSpPr>
          <p:spPr>
            <a:xfrm>
              <a:off x="338403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h8271"/>
            <p:cNvSpPr/>
            <p:nvPr/>
          </p:nvSpPr>
          <p:spPr>
            <a:xfrm>
              <a:off x="339347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h8272"/>
            <p:cNvSpPr/>
            <p:nvPr/>
          </p:nvSpPr>
          <p:spPr>
            <a:xfrm>
              <a:off x="340291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h8273"/>
            <p:cNvSpPr/>
            <p:nvPr/>
          </p:nvSpPr>
          <p:spPr>
            <a:xfrm>
              <a:off x="341235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h8274"/>
            <p:cNvSpPr/>
            <p:nvPr/>
          </p:nvSpPr>
          <p:spPr>
            <a:xfrm>
              <a:off x="342179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h8275"/>
            <p:cNvSpPr/>
            <p:nvPr/>
          </p:nvSpPr>
          <p:spPr>
            <a:xfrm>
              <a:off x="343123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h8276"/>
            <p:cNvSpPr/>
            <p:nvPr/>
          </p:nvSpPr>
          <p:spPr>
            <a:xfrm>
              <a:off x="344067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h8277"/>
            <p:cNvSpPr/>
            <p:nvPr/>
          </p:nvSpPr>
          <p:spPr>
            <a:xfrm>
              <a:off x="345011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h8278"/>
            <p:cNvSpPr/>
            <p:nvPr/>
          </p:nvSpPr>
          <p:spPr>
            <a:xfrm>
              <a:off x="345955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h8279"/>
            <p:cNvSpPr/>
            <p:nvPr/>
          </p:nvSpPr>
          <p:spPr>
            <a:xfrm>
              <a:off x="346899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h8280"/>
            <p:cNvSpPr/>
            <p:nvPr/>
          </p:nvSpPr>
          <p:spPr>
            <a:xfrm>
              <a:off x="347843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h8281"/>
            <p:cNvSpPr/>
            <p:nvPr/>
          </p:nvSpPr>
          <p:spPr>
            <a:xfrm>
              <a:off x="348787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h8282"/>
            <p:cNvSpPr/>
            <p:nvPr/>
          </p:nvSpPr>
          <p:spPr>
            <a:xfrm>
              <a:off x="349731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h8283"/>
            <p:cNvSpPr/>
            <p:nvPr/>
          </p:nvSpPr>
          <p:spPr>
            <a:xfrm>
              <a:off x="350675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h8284"/>
            <p:cNvSpPr/>
            <p:nvPr/>
          </p:nvSpPr>
          <p:spPr>
            <a:xfrm>
              <a:off x="351619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h8285"/>
            <p:cNvSpPr/>
            <p:nvPr/>
          </p:nvSpPr>
          <p:spPr>
            <a:xfrm>
              <a:off x="352563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h8286"/>
            <p:cNvSpPr/>
            <p:nvPr/>
          </p:nvSpPr>
          <p:spPr>
            <a:xfrm>
              <a:off x="353507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h8287"/>
            <p:cNvSpPr/>
            <p:nvPr/>
          </p:nvSpPr>
          <p:spPr>
            <a:xfrm>
              <a:off x="354451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h8288"/>
            <p:cNvSpPr/>
            <p:nvPr/>
          </p:nvSpPr>
          <p:spPr>
            <a:xfrm>
              <a:off x="355395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h8289"/>
            <p:cNvSpPr/>
            <p:nvPr/>
          </p:nvSpPr>
          <p:spPr>
            <a:xfrm>
              <a:off x="356339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h8290"/>
            <p:cNvSpPr/>
            <p:nvPr/>
          </p:nvSpPr>
          <p:spPr>
            <a:xfrm>
              <a:off x="357283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h8291"/>
            <p:cNvSpPr/>
            <p:nvPr/>
          </p:nvSpPr>
          <p:spPr>
            <a:xfrm>
              <a:off x="358227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h8292"/>
            <p:cNvSpPr/>
            <p:nvPr/>
          </p:nvSpPr>
          <p:spPr>
            <a:xfrm>
              <a:off x="359171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h8293"/>
            <p:cNvSpPr/>
            <p:nvPr/>
          </p:nvSpPr>
          <p:spPr>
            <a:xfrm>
              <a:off x="360115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h8294"/>
            <p:cNvSpPr/>
            <p:nvPr/>
          </p:nvSpPr>
          <p:spPr>
            <a:xfrm>
              <a:off x="361059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h8295"/>
            <p:cNvSpPr/>
            <p:nvPr/>
          </p:nvSpPr>
          <p:spPr>
            <a:xfrm>
              <a:off x="362003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h8296"/>
            <p:cNvSpPr/>
            <p:nvPr/>
          </p:nvSpPr>
          <p:spPr>
            <a:xfrm>
              <a:off x="362947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h8297"/>
            <p:cNvSpPr/>
            <p:nvPr/>
          </p:nvSpPr>
          <p:spPr>
            <a:xfrm>
              <a:off x="363891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h8298"/>
            <p:cNvSpPr/>
            <p:nvPr/>
          </p:nvSpPr>
          <p:spPr>
            <a:xfrm>
              <a:off x="364836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h8299"/>
            <p:cNvSpPr/>
            <p:nvPr/>
          </p:nvSpPr>
          <p:spPr>
            <a:xfrm>
              <a:off x="365780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h8300"/>
            <p:cNvSpPr/>
            <p:nvPr/>
          </p:nvSpPr>
          <p:spPr>
            <a:xfrm>
              <a:off x="366724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h8301"/>
            <p:cNvSpPr/>
            <p:nvPr/>
          </p:nvSpPr>
          <p:spPr>
            <a:xfrm>
              <a:off x="367668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h8302"/>
            <p:cNvSpPr/>
            <p:nvPr/>
          </p:nvSpPr>
          <p:spPr>
            <a:xfrm>
              <a:off x="368612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h8303"/>
            <p:cNvSpPr/>
            <p:nvPr/>
          </p:nvSpPr>
          <p:spPr>
            <a:xfrm>
              <a:off x="369556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h8304"/>
            <p:cNvSpPr/>
            <p:nvPr/>
          </p:nvSpPr>
          <p:spPr>
            <a:xfrm>
              <a:off x="370500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h8305"/>
            <p:cNvSpPr/>
            <p:nvPr/>
          </p:nvSpPr>
          <p:spPr>
            <a:xfrm>
              <a:off x="371444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h8306"/>
            <p:cNvSpPr/>
            <p:nvPr/>
          </p:nvSpPr>
          <p:spPr>
            <a:xfrm>
              <a:off x="372388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h8307"/>
            <p:cNvSpPr/>
            <p:nvPr/>
          </p:nvSpPr>
          <p:spPr>
            <a:xfrm>
              <a:off x="373332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h8308"/>
            <p:cNvSpPr/>
            <p:nvPr/>
          </p:nvSpPr>
          <p:spPr>
            <a:xfrm>
              <a:off x="374276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h8309"/>
            <p:cNvSpPr/>
            <p:nvPr/>
          </p:nvSpPr>
          <p:spPr>
            <a:xfrm>
              <a:off x="375220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h8310"/>
            <p:cNvSpPr/>
            <p:nvPr/>
          </p:nvSpPr>
          <p:spPr>
            <a:xfrm>
              <a:off x="376164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h8311"/>
            <p:cNvSpPr/>
            <p:nvPr/>
          </p:nvSpPr>
          <p:spPr>
            <a:xfrm>
              <a:off x="377108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h8312"/>
            <p:cNvSpPr/>
            <p:nvPr/>
          </p:nvSpPr>
          <p:spPr>
            <a:xfrm>
              <a:off x="378052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h8313"/>
            <p:cNvSpPr/>
            <p:nvPr/>
          </p:nvSpPr>
          <p:spPr>
            <a:xfrm>
              <a:off x="378996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h8314"/>
            <p:cNvSpPr/>
            <p:nvPr/>
          </p:nvSpPr>
          <p:spPr>
            <a:xfrm>
              <a:off x="379940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h8315"/>
            <p:cNvSpPr/>
            <p:nvPr/>
          </p:nvSpPr>
          <p:spPr>
            <a:xfrm>
              <a:off x="380884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h8316"/>
            <p:cNvSpPr/>
            <p:nvPr/>
          </p:nvSpPr>
          <p:spPr>
            <a:xfrm>
              <a:off x="381828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h8317"/>
            <p:cNvSpPr/>
            <p:nvPr/>
          </p:nvSpPr>
          <p:spPr>
            <a:xfrm>
              <a:off x="382772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h8318"/>
            <p:cNvSpPr/>
            <p:nvPr/>
          </p:nvSpPr>
          <p:spPr>
            <a:xfrm>
              <a:off x="383716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h8319"/>
            <p:cNvSpPr/>
            <p:nvPr/>
          </p:nvSpPr>
          <p:spPr>
            <a:xfrm>
              <a:off x="3846605" y="955476"/>
              <a:ext cx="919473" cy="914399"/>
            </a:xfrm>
            <a:custGeom>
              <a:avLst/>
              <a:pathLst>
                <a:path w="919473" h="914399">
                  <a:moveTo>
                    <a:pt x="914400" y="914399"/>
                  </a:moveTo>
                  <a:lnTo>
                    <a:pt x="914423" y="896830"/>
                  </a:lnTo>
                  <a:lnTo>
                    <a:pt x="915130" y="898990"/>
                  </a:lnTo>
                  <a:lnTo>
                    <a:pt x="918066" y="909177"/>
                  </a:lnTo>
                  <a:lnTo>
                    <a:pt x="918151" y="909491"/>
                  </a:lnTo>
                  <a:lnTo>
                    <a:pt x="918236" y="909810"/>
                  </a:lnTo>
                  <a:lnTo>
                    <a:pt x="918322" y="910128"/>
                  </a:lnTo>
                  <a:lnTo>
                    <a:pt x="918408" y="910447"/>
                  </a:lnTo>
                  <a:lnTo>
                    <a:pt x="918494" y="910765"/>
                  </a:lnTo>
                  <a:lnTo>
                    <a:pt x="918580" y="911084"/>
                  </a:lnTo>
                  <a:lnTo>
                    <a:pt x="918666" y="911402"/>
                  </a:lnTo>
                  <a:lnTo>
                    <a:pt x="918751" y="911721"/>
                  </a:lnTo>
                  <a:lnTo>
                    <a:pt x="918837" y="912039"/>
                  </a:lnTo>
                  <a:lnTo>
                    <a:pt x="918923" y="912358"/>
                  </a:lnTo>
                  <a:lnTo>
                    <a:pt x="919009" y="912676"/>
                  </a:lnTo>
                  <a:lnTo>
                    <a:pt x="919094" y="912995"/>
                  </a:lnTo>
                  <a:lnTo>
                    <a:pt x="919180" y="913313"/>
                  </a:lnTo>
                  <a:lnTo>
                    <a:pt x="919266" y="913632"/>
                  </a:lnTo>
                  <a:lnTo>
                    <a:pt x="919352" y="913950"/>
                  </a:lnTo>
                  <a:lnTo>
                    <a:pt x="919438" y="914269"/>
                  </a:lnTo>
                  <a:lnTo>
                    <a:pt x="919473" y="914399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h8320"/>
            <p:cNvSpPr/>
            <p:nvPr/>
          </p:nvSpPr>
          <p:spPr>
            <a:xfrm>
              <a:off x="2109601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07" y="914399"/>
                  </a:lnTo>
                  <a:lnTo>
                    <a:pt x="912701" y="913546"/>
                  </a:lnTo>
                  <a:lnTo>
                    <a:pt x="914400" y="91135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h8321"/>
            <p:cNvSpPr/>
            <p:nvPr/>
          </p:nvSpPr>
          <p:spPr>
            <a:xfrm>
              <a:off x="2119041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11359"/>
                  </a:lnTo>
                  <a:lnTo>
                    <a:pt x="908128" y="907277"/>
                  </a:lnTo>
                  <a:lnTo>
                    <a:pt x="913165" y="901490"/>
                  </a:lnTo>
                  <a:lnTo>
                    <a:pt x="914400" y="900232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h8322"/>
            <p:cNvSpPr/>
            <p:nvPr/>
          </p:nvSpPr>
          <p:spPr>
            <a:xfrm>
              <a:off x="2128481" y="92033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802"/>
                  </a:lnTo>
                  <a:lnTo>
                    <a:pt x="908299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h8323"/>
            <p:cNvSpPr/>
            <p:nvPr/>
          </p:nvSpPr>
          <p:spPr>
            <a:xfrm>
              <a:off x="212848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h8324"/>
            <p:cNvSpPr/>
            <p:nvPr/>
          </p:nvSpPr>
          <p:spPr>
            <a:xfrm>
              <a:off x="213792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h8325"/>
            <p:cNvSpPr/>
            <p:nvPr/>
          </p:nvSpPr>
          <p:spPr>
            <a:xfrm>
              <a:off x="214736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h8326"/>
            <p:cNvSpPr/>
            <p:nvPr/>
          </p:nvSpPr>
          <p:spPr>
            <a:xfrm>
              <a:off x="215680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h8327"/>
            <p:cNvSpPr/>
            <p:nvPr/>
          </p:nvSpPr>
          <p:spPr>
            <a:xfrm>
              <a:off x="216624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h8328"/>
            <p:cNvSpPr/>
            <p:nvPr/>
          </p:nvSpPr>
          <p:spPr>
            <a:xfrm>
              <a:off x="217568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h8329"/>
            <p:cNvSpPr/>
            <p:nvPr/>
          </p:nvSpPr>
          <p:spPr>
            <a:xfrm>
              <a:off x="218512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h8330"/>
            <p:cNvSpPr/>
            <p:nvPr/>
          </p:nvSpPr>
          <p:spPr>
            <a:xfrm>
              <a:off x="219456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h8331"/>
            <p:cNvSpPr/>
            <p:nvPr/>
          </p:nvSpPr>
          <p:spPr>
            <a:xfrm>
              <a:off x="220400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h8332"/>
            <p:cNvSpPr/>
            <p:nvPr/>
          </p:nvSpPr>
          <p:spPr>
            <a:xfrm>
              <a:off x="221344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h8333"/>
            <p:cNvSpPr/>
            <p:nvPr/>
          </p:nvSpPr>
          <p:spPr>
            <a:xfrm>
              <a:off x="2232324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9217" y="896830"/>
                  </a:lnTo>
                  <a:lnTo>
                    <a:pt x="912958" y="900562"/>
                  </a:lnTo>
                  <a:lnTo>
                    <a:pt x="914400" y="902186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h8334"/>
            <p:cNvSpPr/>
            <p:nvPr/>
          </p:nvSpPr>
          <p:spPr>
            <a:xfrm>
              <a:off x="2241764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2186"/>
                  </a:lnTo>
                  <a:lnTo>
                    <a:pt x="908582" y="906266"/>
                  </a:lnTo>
                  <a:lnTo>
                    <a:pt x="913478" y="912455"/>
                  </a:lnTo>
                  <a:lnTo>
                    <a:pt x="914400" y="913755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h8335"/>
            <p:cNvSpPr/>
            <p:nvPr/>
          </p:nvSpPr>
          <p:spPr>
            <a:xfrm>
              <a:off x="2241764" y="937907"/>
              <a:ext cx="914856" cy="914399"/>
            </a:xfrm>
            <a:custGeom>
              <a:avLst/>
              <a:pathLst>
                <a:path w="914856" h="914399">
                  <a:moveTo>
                    <a:pt x="914400" y="914399"/>
                  </a:moveTo>
                  <a:lnTo>
                    <a:pt x="914400" y="913755"/>
                  </a:lnTo>
                  <a:lnTo>
                    <a:pt x="914856" y="91439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h8336"/>
            <p:cNvSpPr/>
            <p:nvPr/>
          </p:nvSpPr>
          <p:spPr>
            <a:xfrm>
              <a:off x="3355712" y="920337"/>
              <a:ext cx="914400" cy="929090"/>
            </a:xfrm>
            <a:custGeom>
              <a:avLst/>
              <a:pathLst>
                <a:path w="914400" h="929090">
                  <a:moveTo>
                    <a:pt x="914400" y="914400"/>
                  </a:moveTo>
                  <a:lnTo>
                    <a:pt x="914400" y="929090"/>
                  </a:lnTo>
                  <a:lnTo>
                    <a:pt x="912142" y="925305"/>
                  </a:lnTo>
                  <a:lnTo>
                    <a:pt x="908030" y="917666"/>
                  </a:lnTo>
                  <a:lnTo>
                    <a:pt x="906443" y="914400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h8337"/>
            <p:cNvSpPr/>
            <p:nvPr/>
          </p:nvSpPr>
          <p:spPr>
            <a:xfrm>
              <a:off x="335571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118" y="931969"/>
                  </a:lnTo>
                  <a:lnTo>
                    <a:pt x="914400" y="929090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h8338"/>
            <p:cNvSpPr/>
            <p:nvPr/>
          </p:nvSpPr>
          <p:spPr>
            <a:xfrm>
              <a:off x="336515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h8339"/>
            <p:cNvSpPr/>
            <p:nvPr/>
          </p:nvSpPr>
          <p:spPr>
            <a:xfrm>
              <a:off x="337459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h8340"/>
            <p:cNvSpPr/>
            <p:nvPr/>
          </p:nvSpPr>
          <p:spPr>
            <a:xfrm>
              <a:off x="338403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h8341"/>
            <p:cNvSpPr/>
            <p:nvPr/>
          </p:nvSpPr>
          <p:spPr>
            <a:xfrm>
              <a:off x="339347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h8342"/>
            <p:cNvSpPr/>
            <p:nvPr/>
          </p:nvSpPr>
          <p:spPr>
            <a:xfrm>
              <a:off x="340291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h8343"/>
            <p:cNvSpPr/>
            <p:nvPr/>
          </p:nvSpPr>
          <p:spPr>
            <a:xfrm>
              <a:off x="341235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h8344"/>
            <p:cNvSpPr/>
            <p:nvPr/>
          </p:nvSpPr>
          <p:spPr>
            <a:xfrm>
              <a:off x="342179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h8345"/>
            <p:cNvSpPr/>
            <p:nvPr/>
          </p:nvSpPr>
          <p:spPr>
            <a:xfrm>
              <a:off x="343123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h8346"/>
            <p:cNvSpPr/>
            <p:nvPr/>
          </p:nvSpPr>
          <p:spPr>
            <a:xfrm>
              <a:off x="344067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h8347"/>
            <p:cNvSpPr/>
            <p:nvPr/>
          </p:nvSpPr>
          <p:spPr>
            <a:xfrm>
              <a:off x="345011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h8348"/>
            <p:cNvSpPr/>
            <p:nvPr/>
          </p:nvSpPr>
          <p:spPr>
            <a:xfrm>
              <a:off x="345955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h8349"/>
            <p:cNvSpPr/>
            <p:nvPr/>
          </p:nvSpPr>
          <p:spPr>
            <a:xfrm>
              <a:off x="346899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h8350"/>
            <p:cNvSpPr/>
            <p:nvPr/>
          </p:nvSpPr>
          <p:spPr>
            <a:xfrm>
              <a:off x="347843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h8351"/>
            <p:cNvSpPr/>
            <p:nvPr/>
          </p:nvSpPr>
          <p:spPr>
            <a:xfrm>
              <a:off x="348787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h8352"/>
            <p:cNvSpPr/>
            <p:nvPr/>
          </p:nvSpPr>
          <p:spPr>
            <a:xfrm>
              <a:off x="349731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h8353"/>
            <p:cNvSpPr/>
            <p:nvPr/>
          </p:nvSpPr>
          <p:spPr>
            <a:xfrm>
              <a:off x="350675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h8354"/>
            <p:cNvSpPr/>
            <p:nvPr/>
          </p:nvSpPr>
          <p:spPr>
            <a:xfrm>
              <a:off x="351619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h8355"/>
            <p:cNvSpPr/>
            <p:nvPr/>
          </p:nvSpPr>
          <p:spPr>
            <a:xfrm>
              <a:off x="352563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h8356"/>
            <p:cNvSpPr/>
            <p:nvPr/>
          </p:nvSpPr>
          <p:spPr>
            <a:xfrm>
              <a:off x="353507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h8357"/>
            <p:cNvSpPr/>
            <p:nvPr/>
          </p:nvSpPr>
          <p:spPr>
            <a:xfrm>
              <a:off x="354451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h8358"/>
            <p:cNvSpPr/>
            <p:nvPr/>
          </p:nvSpPr>
          <p:spPr>
            <a:xfrm>
              <a:off x="355395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h8359"/>
            <p:cNvSpPr/>
            <p:nvPr/>
          </p:nvSpPr>
          <p:spPr>
            <a:xfrm>
              <a:off x="356339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h8360"/>
            <p:cNvSpPr/>
            <p:nvPr/>
          </p:nvSpPr>
          <p:spPr>
            <a:xfrm>
              <a:off x="357283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h8361"/>
            <p:cNvSpPr/>
            <p:nvPr/>
          </p:nvSpPr>
          <p:spPr>
            <a:xfrm>
              <a:off x="358227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h8362"/>
            <p:cNvSpPr/>
            <p:nvPr/>
          </p:nvSpPr>
          <p:spPr>
            <a:xfrm>
              <a:off x="359171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h8363"/>
            <p:cNvSpPr/>
            <p:nvPr/>
          </p:nvSpPr>
          <p:spPr>
            <a:xfrm>
              <a:off x="360115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h8364"/>
            <p:cNvSpPr/>
            <p:nvPr/>
          </p:nvSpPr>
          <p:spPr>
            <a:xfrm>
              <a:off x="361059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h8365"/>
            <p:cNvSpPr/>
            <p:nvPr/>
          </p:nvSpPr>
          <p:spPr>
            <a:xfrm>
              <a:off x="362003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h8366"/>
            <p:cNvSpPr/>
            <p:nvPr/>
          </p:nvSpPr>
          <p:spPr>
            <a:xfrm>
              <a:off x="362947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h8367"/>
            <p:cNvSpPr/>
            <p:nvPr/>
          </p:nvSpPr>
          <p:spPr>
            <a:xfrm>
              <a:off x="363891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h8368"/>
            <p:cNvSpPr/>
            <p:nvPr/>
          </p:nvSpPr>
          <p:spPr>
            <a:xfrm>
              <a:off x="364836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h8369"/>
            <p:cNvSpPr/>
            <p:nvPr/>
          </p:nvSpPr>
          <p:spPr>
            <a:xfrm>
              <a:off x="365780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h8370"/>
            <p:cNvSpPr/>
            <p:nvPr/>
          </p:nvSpPr>
          <p:spPr>
            <a:xfrm>
              <a:off x="366724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h8371"/>
            <p:cNvSpPr/>
            <p:nvPr/>
          </p:nvSpPr>
          <p:spPr>
            <a:xfrm>
              <a:off x="367668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h8372"/>
            <p:cNvSpPr/>
            <p:nvPr/>
          </p:nvSpPr>
          <p:spPr>
            <a:xfrm>
              <a:off x="368612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h8373"/>
            <p:cNvSpPr/>
            <p:nvPr/>
          </p:nvSpPr>
          <p:spPr>
            <a:xfrm>
              <a:off x="369556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h8374"/>
            <p:cNvSpPr/>
            <p:nvPr/>
          </p:nvSpPr>
          <p:spPr>
            <a:xfrm>
              <a:off x="370500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h8375"/>
            <p:cNvSpPr/>
            <p:nvPr/>
          </p:nvSpPr>
          <p:spPr>
            <a:xfrm>
              <a:off x="371444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h8376"/>
            <p:cNvSpPr/>
            <p:nvPr/>
          </p:nvSpPr>
          <p:spPr>
            <a:xfrm>
              <a:off x="372388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h8377"/>
            <p:cNvSpPr/>
            <p:nvPr/>
          </p:nvSpPr>
          <p:spPr>
            <a:xfrm>
              <a:off x="373332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h8378"/>
            <p:cNvSpPr/>
            <p:nvPr/>
          </p:nvSpPr>
          <p:spPr>
            <a:xfrm>
              <a:off x="374276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h8379"/>
            <p:cNvSpPr/>
            <p:nvPr/>
          </p:nvSpPr>
          <p:spPr>
            <a:xfrm>
              <a:off x="375220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h8380"/>
            <p:cNvSpPr/>
            <p:nvPr/>
          </p:nvSpPr>
          <p:spPr>
            <a:xfrm>
              <a:off x="376164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h8381"/>
            <p:cNvSpPr/>
            <p:nvPr/>
          </p:nvSpPr>
          <p:spPr>
            <a:xfrm>
              <a:off x="377108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h8382"/>
            <p:cNvSpPr/>
            <p:nvPr/>
          </p:nvSpPr>
          <p:spPr>
            <a:xfrm>
              <a:off x="378052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h8383"/>
            <p:cNvSpPr/>
            <p:nvPr/>
          </p:nvSpPr>
          <p:spPr>
            <a:xfrm>
              <a:off x="378996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h8384"/>
            <p:cNvSpPr/>
            <p:nvPr/>
          </p:nvSpPr>
          <p:spPr>
            <a:xfrm>
              <a:off x="379940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h8385"/>
            <p:cNvSpPr/>
            <p:nvPr/>
          </p:nvSpPr>
          <p:spPr>
            <a:xfrm>
              <a:off x="380884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h8386"/>
            <p:cNvSpPr/>
            <p:nvPr/>
          </p:nvSpPr>
          <p:spPr>
            <a:xfrm>
              <a:off x="381828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h8387"/>
            <p:cNvSpPr/>
            <p:nvPr/>
          </p:nvSpPr>
          <p:spPr>
            <a:xfrm>
              <a:off x="382772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h8388"/>
            <p:cNvSpPr/>
            <p:nvPr/>
          </p:nvSpPr>
          <p:spPr>
            <a:xfrm>
              <a:off x="3846605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245" y="896830"/>
                  </a:lnTo>
                  <a:lnTo>
                    <a:pt x="908382" y="897161"/>
                  </a:lnTo>
                  <a:lnTo>
                    <a:pt x="911899" y="90668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h8389"/>
            <p:cNvSpPr/>
            <p:nvPr/>
          </p:nvSpPr>
          <p:spPr>
            <a:xfrm>
              <a:off x="2128481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299" y="914400"/>
                  </a:lnTo>
                  <a:lnTo>
                    <a:pt x="908916" y="913771"/>
                  </a:lnTo>
                  <a:lnTo>
                    <a:pt x="914250" y="908993"/>
                  </a:lnTo>
                  <a:lnTo>
                    <a:pt x="914400" y="908876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h8390"/>
            <p:cNvSpPr/>
            <p:nvPr/>
          </p:nvSpPr>
          <p:spPr>
            <a:xfrm>
              <a:off x="2137921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876"/>
                  </a:lnTo>
                  <a:lnTo>
                    <a:pt x="910270" y="904740"/>
                  </a:lnTo>
                  <a:lnTo>
                    <a:pt x="914400" y="901986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h8391"/>
            <p:cNvSpPr/>
            <p:nvPr/>
          </p:nvSpPr>
          <p:spPr>
            <a:xfrm>
              <a:off x="2147362" y="90276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556"/>
                  </a:lnTo>
                  <a:lnTo>
                    <a:pt x="906401" y="918594"/>
                  </a:lnTo>
                  <a:lnTo>
                    <a:pt x="912070" y="915425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h8392"/>
            <p:cNvSpPr/>
            <p:nvPr/>
          </p:nvSpPr>
          <p:spPr>
            <a:xfrm>
              <a:off x="214736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h8393"/>
            <p:cNvSpPr/>
            <p:nvPr/>
          </p:nvSpPr>
          <p:spPr>
            <a:xfrm>
              <a:off x="215680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h8394"/>
            <p:cNvSpPr/>
            <p:nvPr/>
          </p:nvSpPr>
          <p:spPr>
            <a:xfrm>
              <a:off x="216624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h8395"/>
            <p:cNvSpPr/>
            <p:nvPr/>
          </p:nvSpPr>
          <p:spPr>
            <a:xfrm>
              <a:off x="217568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h8396"/>
            <p:cNvSpPr/>
            <p:nvPr/>
          </p:nvSpPr>
          <p:spPr>
            <a:xfrm>
              <a:off x="218512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h8397"/>
            <p:cNvSpPr/>
            <p:nvPr/>
          </p:nvSpPr>
          <p:spPr>
            <a:xfrm>
              <a:off x="2204003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06" y="896830"/>
                  </a:lnTo>
                  <a:lnTo>
                    <a:pt x="913953" y="897375"/>
                  </a:lnTo>
                  <a:lnTo>
                    <a:pt x="914400" y="897616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h8398"/>
            <p:cNvSpPr/>
            <p:nvPr/>
          </p:nvSpPr>
          <p:spPr>
            <a:xfrm>
              <a:off x="2213443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7616"/>
                  </a:lnTo>
                  <a:lnTo>
                    <a:pt x="910196" y="900451"/>
                  </a:lnTo>
                  <a:lnTo>
                    <a:pt x="914400" y="903176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h8399"/>
            <p:cNvSpPr/>
            <p:nvPr/>
          </p:nvSpPr>
          <p:spPr>
            <a:xfrm>
              <a:off x="2222884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176"/>
                  </a:lnTo>
                  <a:lnTo>
                    <a:pt x="906346" y="904075"/>
                  </a:lnTo>
                  <a:lnTo>
                    <a:pt x="911826" y="908238"/>
                  </a:lnTo>
                  <a:lnTo>
                    <a:pt x="914400" y="910492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h8400"/>
            <p:cNvSpPr/>
            <p:nvPr/>
          </p:nvSpPr>
          <p:spPr>
            <a:xfrm>
              <a:off x="2222884" y="920337"/>
              <a:ext cx="918657" cy="914400"/>
            </a:xfrm>
            <a:custGeom>
              <a:avLst/>
              <a:pathLst>
                <a:path w="918657" h="914400">
                  <a:moveTo>
                    <a:pt x="914400" y="914400"/>
                  </a:moveTo>
                  <a:lnTo>
                    <a:pt x="914400" y="910492"/>
                  </a:lnTo>
                  <a:lnTo>
                    <a:pt x="917181" y="91292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h8401"/>
            <p:cNvSpPr/>
            <p:nvPr/>
          </p:nvSpPr>
          <p:spPr>
            <a:xfrm>
              <a:off x="3346272" y="902767"/>
              <a:ext cx="914400" cy="928916"/>
            </a:xfrm>
            <a:custGeom>
              <a:avLst/>
              <a:pathLst>
                <a:path w="914400" h="928916">
                  <a:moveTo>
                    <a:pt x="914400" y="914400"/>
                  </a:moveTo>
                  <a:lnTo>
                    <a:pt x="914400" y="928916"/>
                  </a:lnTo>
                  <a:lnTo>
                    <a:pt x="913573" y="927215"/>
                  </a:lnTo>
                  <a:lnTo>
                    <a:pt x="909903" y="918833"/>
                  </a:lnTo>
                  <a:lnTo>
                    <a:pt x="908157" y="914400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h8402"/>
            <p:cNvSpPr/>
            <p:nvPr/>
          </p:nvSpPr>
          <p:spPr>
            <a:xfrm>
              <a:off x="334627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3" y="931969"/>
                  </a:lnTo>
                  <a:lnTo>
                    <a:pt x="914400" y="928916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h8403"/>
            <p:cNvSpPr/>
            <p:nvPr/>
          </p:nvSpPr>
          <p:spPr>
            <a:xfrm>
              <a:off x="335571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h8404"/>
            <p:cNvSpPr/>
            <p:nvPr/>
          </p:nvSpPr>
          <p:spPr>
            <a:xfrm>
              <a:off x="336515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h8405"/>
            <p:cNvSpPr/>
            <p:nvPr/>
          </p:nvSpPr>
          <p:spPr>
            <a:xfrm>
              <a:off x="337459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h8406"/>
            <p:cNvSpPr/>
            <p:nvPr/>
          </p:nvSpPr>
          <p:spPr>
            <a:xfrm>
              <a:off x="338403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h8407"/>
            <p:cNvSpPr/>
            <p:nvPr/>
          </p:nvSpPr>
          <p:spPr>
            <a:xfrm>
              <a:off x="339347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h8408"/>
            <p:cNvSpPr/>
            <p:nvPr/>
          </p:nvSpPr>
          <p:spPr>
            <a:xfrm>
              <a:off x="340291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h8409"/>
            <p:cNvSpPr/>
            <p:nvPr/>
          </p:nvSpPr>
          <p:spPr>
            <a:xfrm>
              <a:off x="341235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h8410"/>
            <p:cNvSpPr/>
            <p:nvPr/>
          </p:nvSpPr>
          <p:spPr>
            <a:xfrm>
              <a:off x="342179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h8411"/>
            <p:cNvSpPr/>
            <p:nvPr/>
          </p:nvSpPr>
          <p:spPr>
            <a:xfrm>
              <a:off x="343123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h8412"/>
            <p:cNvSpPr/>
            <p:nvPr/>
          </p:nvSpPr>
          <p:spPr>
            <a:xfrm>
              <a:off x="344067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h8413"/>
            <p:cNvSpPr/>
            <p:nvPr/>
          </p:nvSpPr>
          <p:spPr>
            <a:xfrm>
              <a:off x="345011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h8414"/>
            <p:cNvSpPr/>
            <p:nvPr/>
          </p:nvSpPr>
          <p:spPr>
            <a:xfrm>
              <a:off x="345955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h8415"/>
            <p:cNvSpPr/>
            <p:nvPr/>
          </p:nvSpPr>
          <p:spPr>
            <a:xfrm>
              <a:off x="346899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h8416"/>
            <p:cNvSpPr/>
            <p:nvPr/>
          </p:nvSpPr>
          <p:spPr>
            <a:xfrm>
              <a:off x="347843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h8417"/>
            <p:cNvSpPr/>
            <p:nvPr/>
          </p:nvSpPr>
          <p:spPr>
            <a:xfrm>
              <a:off x="348787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h8418"/>
            <p:cNvSpPr/>
            <p:nvPr/>
          </p:nvSpPr>
          <p:spPr>
            <a:xfrm>
              <a:off x="349731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h8419"/>
            <p:cNvSpPr/>
            <p:nvPr/>
          </p:nvSpPr>
          <p:spPr>
            <a:xfrm>
              <a:off x="350675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h8420"/>
            <p:cNvSpPr/>
            <p:nvPr/>
          </p:nvSpPr>
          <p:spPr>
            <a:xfrm>
              <a:off x="351619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h8421"/>
            <p:cNvSpPr/>
            <p:nvPr/>
          </p:nvSpPr>
          <p:spPr>
            <a:xfrm>
              <a:off x="352563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h8422"/>
            <p:cNvSpPr/>
            <p:nvPr/>
          </p:nvSpPr>
          <p:spPr>
            <a:xfrm>
              <a:off x="353507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h8423"/>
            <p:cNvSpPr/>
            <p:nvPr/>
          </p:nvSpPr>
          <p:spPr>
            <a:xfrm>
              <a:off x="354451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h8424"/>
            <p:cNvSpPr/>
            <p:nvPr/>
          </p:nvSpPr>
          <p:spPr>
            <a:xfrm>
              <a:off x="355395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h8425"/>
            <p:cNvSpPr/>
            <p:nvPr/>
          </p:nvSpPr>
          <p:spPr>
            <a:xfrm>
              <a:off x="356339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h8426"/>
            <p:cNvSpPr/>
            <p:nvPr/>
          </p:nvSpPr>
          <p:spPr>
            <a:xfrm>
              <a:off x="357283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h8427"/>
            <p:cNvSpPr/>
            <p:nvPr/>
          </p:nvSpPr>
          <p:spPr>
            <a:xfrm>
              <a:off x="358227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h8428"/>
            <p:cNvSpPr/>
            <p:nvPr/>
          </p:nvSpPr>
          <p:spPr>
            <a:xfrm>
              <a:off x="359171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h8429"/>
            <p:cNvSpPr/>
            <p:nvPr/>
          </p:nvSpPr>
          <p:spPr>
            <a:xfrm>
              <a:off x="360115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h8430"/>
            <p:cNvSpPr/>
            <p:nvPr/>
          </p:nvSpPr>
          <p:spPr>
            <a:xfrm>
              <a:off x="361059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h8431"/>
            <p:cNvSpPr/>
            <p:nvPr/>
          </p:nvSpPr>
          <p:spPr>
            <a:xfrm>
              <a:off x="362003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h8432"/>
            <p:cNvSpPr/>
            <p:nvPr/>
          </p:nvSpPr>
          <p:spPr>
            <a:xfrm>
              <a:off x="362947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h8433"/>
            <p:cNvSpPr/>
            <p:nvPr/>
          </p:nvSpPr>
          <p:spPr>
            <a:xfrm>
              <a:off x="363891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h8434"/>
            <p:cNvSpPr/>
            <p:nvPr/>
          </p:nvSpPr>
          <p:spPr>
            <a:xfrm>
              <a:off x="364836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h8435"/>
            <p:cNvSpPr/>
            <p:nvPr/>
          </p:nvSpPr>
          <p:spPr>
            <a:xfrm>
              <a:off x="365780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h8436"/>
            <p:cNvSpPr/>
            <p:nvPr/>
          </p:nvSpPr>
          <p:spPr>
            <a:xfrm>
              <a:off x="366724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h8437"/>
            <p:cNvSpPr/>
            <p:nvPr/>
          </p:nvSpPr>
          <p:spPr>
            <a:xfrm>
              <a:off x="367668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h8438"/>
            <p:cNvSpPr/>
            <p:nvPr/>
          </p:nvSpPr>
          <p:spPr>
            <a:xfrm>
              <a:off x="368612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h8439"/>
            <p:cNvSpPr/>
            <p:nvPr/>
          </p:nvSpPr>
          <p:spPr>
            <a:xfrm>
              <a:off x="369556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h8440"/>
            <p:cNvSpPr/>
            <p:nvPr/>
          </p:nvSpPr>
          <p:spPr>
            <a:xfrm>
              <a:off x="370500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h8441"/>
            <p:cNvSpPr/>
            <p:nvPr/>
          </p:nvSpPr>
          <p:spPr>
            <a:xfrm>
              <a:off x="371444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h8442"/>
            <p:cNvSpPr/>
            <p:nvPr/>
          </p:nvSpPr>
          <p:spPr>
            <a:xfrm>
              <a:off x="372388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h8443"/>
            <p:cNvSpPr/>
            <p:nvPr/>
          </p:nvSpPr>
          <p:spPr>
            <a:xfrm>
              <a:off x="373332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h8444"/>
            <p:cNvSpPr/>
            <p:nvPr/>
          </p:nvSpPr>
          <p:spPr>
            <a:xfrm>
              <a:off x="374276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h8445"/>
            <p:cNvSpPr/>
            <p:nvPr/>
          </p:nvSpPr>
          <p:spPr>
            <a:xfrm>
              <a:off x="375220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h8446"/>
            <p:cNvSpPr/>
            <p:nvPr/>
          </p:nvSpPr>
          <p:spPr>
            <a:xfrm>
              <a:off x="376164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h8447"/>
            <p:cNvSpPr/>
            <p:nvPr/>
          </p:nvSpPr>
          <p:spPr>
            <a:xfrm>
              <a:off x="377108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h8448"/>
            <p:cNvSpPr/>
            <p:nvPr/>
          </p:nvSpPr>
          <p:spPr>
            <a:xfrm>
              <a:off x="378052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h8449"/>
            <p:cNvSpPr/>
            <p:nvPr/>
          </p:nvSpPr>
          <p:spPr>
            <a:xfrm>
              <a:off x="378996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h8450"/>
            <p:cNvSpPr/>
            <p:nvPr/>
          </p:nvSpPr>
          <p:spPr>
            <a:xfrm>
              <a:off x="379940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h8451"/>
            <p:cNvSpPr/>
            <p:nvPr/>
          </p:nvSpPr>
          <p:spPr>
            <a:xfrm>
              <a:off x="380884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h8452"/>
            <p:cNvSpPr/>
            <p:nvPr/>
          </p:nvSpPr>
          <p:spPr>
            <a:xfrm>
              <a:off x="381828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h8453"/>
            <p:cNvSpPr/>
            <p:nvPr/>
          </p:nvSpPr>
          <p:spPr>
            <a:xfrm>
              <a:off x="3837165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978" y="896830"/>
                  </a:lnTo>
                  <a:lnTo>
                    <a:pt x="914030" y="905577"/>
                  </a:lnTo>
                  <a:lnTo>
                    <a:pt x="914400" y="90646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h8454"/>
            <p:cNvSpPr/>
            <p:nvPr/>
          </p:nvSpPr>
          <p:spPr>
            <a:xfrm>
              <a:off x="3837165" y="920337"/>
              <a:ext cx="917685" cy="914400"/>
            </a:xfrm>
            <a:custGeom>
              <a:avLst/>
              <a:pathLst>
                <a:path w="917685" h="914400">
                  <a:moveTo>
                    <a:pt x="914400" y="914400"/>
                  </a:moveTo>
                  <a:lnTo>
                    <a:pt x="914400" y="906468"/>
                  </a:lnTo>
                  <a:lnTo>
                    <a:pt x="917685" y="914400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h8455"/>
            <p:cNvSpPr/>
            <p:nvPr/>
          </p:nvSpPr>
          <p:spPr>
            <a:xfrm>
              <a:off x="2156802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366"/>
                  </a:lnTo>
                  <a:lnTo>
                    <a:pt x="908380" y="912811"/>
                  </a:lnTo>
                  <a:lnTo>
                    <a:pt x="914195" y="910760"/>
                  </a:lnTo>
                  <a:lnTo>
                    <a:pt x="914400" y="91070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h8456"/>
            <p:cNvSpPr/>
            <p:nvPr/>
          </p:nvSpPr>
          <p:spPr>
            <a:xfrm>
              <a:off x="2166242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708"/>
                  </a:lnTo>
                  <a:lnTo>
                    <a:pt x="910620" y="909277"/>
                  </a:lnTo>
                  <a:lnTo>
                    <a:pt x="914400" y="90869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h8457"/>
            <p:cNvSpPr/>
            <p:nvPr/>
          </p:nvSpPr>
          <p:spPr>
            <a:xfrm>
              <a:off x="2175682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93"/>
                  </a:lnTo>
                  <a:lnTo>
                    <a:pt x="907078" y="908366"/>
                  </a:lnTo>
                  <a:lnTo>
                    <a:pt x="912995" y="908029"/>
                  </a:lnTo>
                  <a:lnTo>
                    <a:pt x="914400" y="90808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h8458"/>
            <p:cNvSpPr/>
            <p:nvPr/>
          </p:nvSpPr>
          <p:spPr>
            <a:xfrm>
              <a:off x="2185123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086"/>
                  </a:lnTo>
                  <a:lnTo>
                    <a:pt x="909472" y="908269"/>
                  </a:lnTo>
                  <a:lnTo>
                    <a:pt x="914400" y="90894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h8459"/>
            <p:cNvSpPr/>
            <p:nvPr/>
          </p:nvSpPr>
          <p:spPr>
            <a:xfrm>
              <a:off x="2194563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948"/>
                  </a:lnTo>
                  <a:lnTo>
                    <a:pt x="905934" y="909083"/>
                  </a:lnTo>
                  <a:lnTo>
                    <a:pt x="911806" y="910470"/>
                  </a:lnTo>
                  <a:lnTo>
                    <a:pt x="914400" y="91134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h8460"/>
            <p:cNvSpPr/>
            <p:nvPr/>
          </p:nvSpPr>
          <p:spPr>
            <a:xfrm>
              <a:off x="2194563" y="902767"/>
              <a:ext cx="922147" cy="914400"/>
            </a:xfrm>
            <a:custGeom>
              <a:avLst/>
              <a:pathLst>
                <a:path w="922147" h="914400">
                  <a:moveTo>
                    <a:pt x="914400" y="914400"/>
                  </a:moveTo>
                  <a:lnTo>
                    <a:pt x="914400" y="911340"/>
                  </a:lnTo>
                  <a:lnTo>
                    <a:pt x="917631" y="912425"/>
                  </a:lnTo>
                  <a:lnTo>
                    <a:pt x="922147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h8461"/>
            <p:cNvSpPr/>
            <p:nvPr/>
          </p:nvSpPr>
          <p:spPr>
            <a:xfrm>
              <a:off x="3336832" y="885197"/>
              <a:ext cx="914400" cy="923404"/>
            </a:xfrm>
            <a:custGeom>
              <a:avLst/>
              <a:pathLst>
                <a:path w="914400" h="923404">
                  <a:moveTo>
                    <a:pt x="914400" y="914400"/>
                  </a:moveTo>
                  <a:lnTo>
                    <a:pt x="914400" y="923404"/>
                  </a:lnTo>
                  <a:lnTo>
                    <a:pt x="912719" y="918643"/>
                  </a:lnTo>
                  <a:lnTo>
                    <a:pt x="911384" y="914400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h8462"/>
            <p:cNvSpPr/>
            <p:nvPr/>
          </p:nvSpPr>
          <p:spPr>
            <a:xfrm>
              <a:off x="333683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598" y="931969"/>
                  </a:lnTo>
                  <a:lnTo>
                    <a:pt x="915909" y="927681"/>
                  </a:lnTo>
                  <a:lnTo>
                    <a:pt x="914400" y="923404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h8463"/>
            <p:cNvSpPr/>
            <p:nvPr/>
          </p:nvSpPr>
          <p:spPr>
            <a:xfrm>
              <a:off x="334627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h8464"/>
            <p:cNvSpPr/>
            <p:nvPr/>
          </p:nvSpPr>
          <p:spPr>
            <a:xfrm>
              <a:off x="335571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h8465"/>
            <p:cNvSpPr/>
            <p:nvPr/>
          </p:nvSpPr>
          <p:spPr>
            <a:xfrm>
              <a:off x="336515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h8466"/>
            <p:cNvSpPr/>
            <p:nvPr/>
          </p:nvSpPr>
          <p:spPr>
            <a:xfrm>
              <a:off x="337459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h8467"/>
            <p:cNvSpPr/>
            <p:nvPr/>
          </p:nvSpPr>
          <p:spPr>
            <a:xfrm>
              <a:off x="338403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h8468"/>
            <p:cNvSpPr/>
            <p:nvPr/>
          </p:nvSpPr>
          <p:spPr>
            <a:xfrm>
              <a:off x="339347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h8469"/>
            <p:cNvSpPr/>
            <p:nvPr/>
          </p:nvSpPr>
          <p:spPr>
            <a:xfrm>
              <a:off x="340291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h8470"/>
            <p:cNvSpPr/>
            <p:nvPr/>
          </p:nvSpPr>
          <p:spPr>
            <a:xfrm>
              <a:off x="341235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h8471"/>
            <p:cNvSpPr/>
            <p:nvPr/>
          </p:nvSpPr>
          <p:spPr>
            <a:xfrm>
              <a:off x="342179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h8472"/>
            <p:cNvSpPr/>
            <p:nvPr/>
          </p:nvSpPr>
          <p:spPr>
            <a:xfrm>
              <a:off x="343123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h8473"/>
            <p:cNvSpPr/>
            <p:nvPr/>
          </p:nvSpPr>
          <p:spPr>
            <a:xfrm>
              <a:off x="344067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h8474"/>
            <p:cNvSpPr/>
            <p:nvPr/>
          </p:nvSpPr>
          <p:spPr>
            <a:xfrm>
              <a:off x="345011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h8475"/>
            <p:cNvSpPr/>
            <p:nvPr/>
          </p:nvSpPr>
          <p:spPr>
            <a:xfrm>
              <a:off x="345955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h8476"/>
            <p:cNvSpPr/>
            <p:nvPr/>
          </p:nvSpPr>
          <p:spPr>
            <a:xfrm>
              <a:off x="346899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h8477"/>
            <p:cNvSpPr/>
            <p:nvPr/>
          </p:nvSpPr>
          <p:spPr>
            <a:xfrm>
              <a:off x="347843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h8478"/>
            <p:cNvSpPr/>
            <p:nvPr/>
          </p:nvSpPr>
          <p:spPr>
            <a:xfrm>
              <a:off x="348787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h8479"/>
            <p:cNvSpPr/>
            <p:nvPr/>
          </p:nvSpPr>
          <p:spPr>
            <a:xfrm>
              <a:off x="349731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h8480"/>
            <p:cNvSpPr/>
            <p:nvPr/>
          </p:nvSpPr>
          <p:spPr>
            <a:xfrm>
              <a:off x="350675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h8481"/>
            <p:cNvSpPr/>
            <p:nvPr/>
          </p:nvSpPr>
          <p:spPr>
            <a:xfrm>
              <a:off x="351619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h8482"/>
            <p:cNvSpPr/>
            <p:nvPr/>
          </p:nvSpPr>
          <p:spPr>
            <a:xfrm>
              <a:off x="352563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h8483"/>
            <p:cNvSpPr/>
            <p:nvPr/>
          </p:nvSpPr>
          <p:spPr>
            <a:xfrm>
              <a:off x="353507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h8484"/>
            <p:cNvSpPr/>
            <p:nvPr/>
          </p:nvSpPr>
          <p:spPr>
            <a:xfrm>
              <a:off x="354451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h8485"/>
            <p:cNvSpPr/>
            <p:nvPr/>
          </p:nvSpPr>
          <p:spPr>
            <a:xfrm>
              <a:off x="355395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h8486"/>
            <p:cNvSpPr/>
            <p:nvPr/>
          </p:nvSpPr>
          <p:spPr>
            <a:xfrm>
              <a:off x="356339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h8487"/>
            <p:cNvSpPr/>
            <p:nvPr/>
          </p:nvSpPr>
          <p:spPr>
            <a:xfrm>
              <a:off x="357283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h8488"/>
            <p:cNvSpPr/>
            <p:nvPr/>
          </p:nvSpPr>
          <p:spPr>
            <a:xfrm>
              <a:off x="358227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h8489"/>
            <p:cNvSpPr/>
            <p:nvPr/>
          </p:nvSpPr>
          <p:spPr>
            <a:xfrm>
              <a:off x="359171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h8490"/>
            <p:cNvSpPr/>
            <p:nvPr/>
          </p:nvSpPr>
          <p:spPr>
            <a:xfrm>
              <a:off x="360115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h8491"/>
            <p:cNvSpPr/>
            <p:nvPr/>
          </p:nvSpPr>
          <p:spPr>
            <a:xfrm>
              <a:off x="361059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h8492"/>
            <p:cNvSpPr/>
            <p:nvPr/>
          </p:nvSpPr>
          <p:spPr>
            <a:xfrm>
              <a:off x="362003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h8493"/>
            <p:cNvSpPr/>
            <p:nvPr/>
          </p:nvSpPr>
          <p:spPr>
            <a:xfrm>
              <a:off x="362947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h8494"/>
            <p:cNvSpPr/>
            <p:nvPr/>
          </p:nvSpPr>
          <p:spPr>
            <a:xfrm>
              <a:off x="363891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h8495"/>
            <p:cNvSpPr/>
            <p:nvPr/>
          </p:nvSpPr>
          <p:spPr>
            <a:xfrm>
              <a:off x="364836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h8496"/>
            <p:cNvSpPr/>
            <p:nvPr/>
          </p:nvSpPr>
          <p:spPr>
            <a:xfrm>
              <a:off x="365780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h8497"/>
            <p:cNvSpPr/>
            <p:nvPr/>
          </p:nvSpPr>
          <p:spPr>
            <a:xfrm>
              <a:off x="366724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h8498"/>
            <p:cNvSpPr/>
            <p:nvPr/>
          </p:nvSpPr>
          <p:spPr>
            <a:xfrm>
              <a:off x="367668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h8499"/>
            <p:cNvSpPr/>
            <p:nvPr/>
          </p:nvSpPr>
          <p:spPr>
            <a:xfrm>
              <a:off x="368612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h8500"/>
            <p:cNvSpPr/>
            <p:nvPr/>
          </p:nvSpPr>
          <p:spPr>
            <a:xfrm>
              <a:off x="369556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h8501"/>
            <p:cNvSpPr/>
            <p:nvPr/>
          </p:nvSpPr>
          <p:spPr>
            <a:xfrm>
              <a:off x="370500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h8502"/>
            <p:cNvSpPr/>
            <p:nvPr/>
          </p:nvSpPr>
          <p:spPr>
            <a:xfrm>
              <a:off x="371444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h8503"/>
            <p:cNvSpPr/>
            <p:nvPr/>
          </p:nvSpPr>
          <p:spPr>
            <a:xfrm>
              <a:off x="372388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h8504"/>
            <p:cNvSpPr/>
            <p:nvPr/>
          </p:nvSpPr>
          <p:spPr>
            <a:xfrm>
              <a:off x="373332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h8505"/>
            <p:cNvSpPr/>
            <p:nvPr/>
          </p:nvSpPr>
          <p:spPr>
            <a:xfrm>
              <a:off x="374276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h8506"/>
            <p:cNvSpPr/>
            <p:nvPr/>
          </p:nvSpPr>
          <p:spPr>
            <a:xfrm>
              <a:off x="375220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h8507"/>
            <p:cNvSpPr/>
            <p:nvPr/>
          </p:nvSpPr>
          <p:spPr>
            <a:xfrm>
              <a:off x="376164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h8508"/>
            <p:cNvSpPr/>
            <p:nvPr/>
          </p:nvSpPr>
          <p:spPr>
            <a:xfrm>
              <a:off x="377108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h8509"/>
            <p:cNvSpPr/>
            <p:nvPr/>
          </p:nvSpPr>
          <p:spPr>
            <a:xfrm>
              <a:off x="378052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h8510"/>
            <p:cNvSpPr/>
            <p:nvPr/>
          </p:nvSpPr>
          <p:spPr>
            <a:xfrm>
              <a:off x="378996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h8511"/>
            <p:cNvSpPr/>
            <p:nvPr/>
          </p:nvSpPr>
          <p:spPr>
            <a:xfrm>
              <a:off x="379940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h8512"/>
            <p:cNvSpPr/>
            <p:nvPr/>
          </p:nvSpPr>
          <p:spPr>
            <a:xfrm>
              <a:off x="380884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h8513"/>
            <p:cNvSpPr/>
            <p:nvPr/>
          </p:nvSpPr>
          <p:spPr>
            <a:xfrm>
              <a:off x="3827724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3" y="896830"/>
                  </a:lnTo>
                  <a:lnTo>
                    <a:pt x="910561" y="898191"/>
                  </a:lnTo>
                  <a:lnTo>
                    <a:pt x="914400" y="904841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h8514"/>
            <p:cNvSpPr/>
            <p:nvPr/>
          </p:nvSpPr>
          <p:spPr>
            <a:xfrm>
              <a:off x="3827724" y="902767"/>
              <a:ext cx="919418" cy="914400"/>
            </a:xfrm>
            <a:custGeom>
              <a:avLst/>
              <a:pathLst>
                <a:path w="919418" h="914400">
                  <a:moveTo>
                    <a:pt x="914400" y="914400"/>
                  </a:moveTo>
                  <a:lnTo>
                    <a:pt x="914400" y="904841"/>
                  </a:lnTo>
                  <a:lnTo>
                    <a:pt x="915107" y="906066"/>
                  </a:lnTo>
                  <a:lnTo>
                    <a:pt x="919418" y="914400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h8515"/>
            <p:cNvSpPr/>
            <p:nvPr/>
          </p:nvSpPr>
          <p:spPr>
            <a:xfrm>
              <a:off x="3336832" y="86762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84" y="931969"/>
                  </a:lnTo>
                  <a:lnTo>
                    <a:pt x="909783" y="926883"/>
                  </a:lnTo>
                  <a:lnTo>
                    <a:pt x="907107" y="917284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h8516"/>
            <p:cNvSpPr/>
            <p:nvPr/>
          </p:nvSpPr>
          <p:spPr>
            <a:xfrm>
              <a:off x="333683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h8517"/>
            <p:cNvSpPr/>
            <p:nvPr/>
          </p:nvSpPr>
          <p:spPr>
            <a:xfrm>
              <a:off x="334627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h8518"/>
            <p:cNvSpPr/>
            <p:nvPr/>
          </p:nvSpPr>
          <p:spPr>
            <a:xfrm>
              <a:off x="335571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h8519"/>
            <p:cNvSpPr/>
            <p:nvPr/>
          </p:nvSpPr>
          <p:spPr>
            <a:xfrm>
              <a:off x="336515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h8520"/>
            <p:cNvSpPr/>
            <p:nvPr/>
          </p:nvSpPr>
          <p:spPr>
            <a:xfrm>
              <a:off x="337459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h8521"/>
            <p:cNvSpPr/>
            <p:nvPr/>
          </p:nvSpPr>
          <p:spPr>
            <a:xfrm>
              <a:off x="338403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h8522"/>
            <p:cNvSpPr/>
            <p:nvPr/>
          </p:nvSpPr>
          <p:spPr>
            <a:xfrm>
              <a:off x="339347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h8523"/>
            <p:cNvSpPr/>
            <p:nvPr/>
          </p:nvSpPr>
          <p:spPr>
            <a:xfrm>
              <a:off x="340291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h8524"/>
            <p:cNvSpPr/>
            <p:nvPr/>
          </p:nvSpPr>
          <p:spPr>
            <a:xfrm>
              <a:off x="341235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h8525"/>
            <p:cNvSpPr/>
            <p:nvPr/>
          </p:nvSpPr>
          <p:spPr>
            <a:xfrm>
              <a:off x="342179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h8526"/>
            <p:cNvSpPr/>
            <p:nvPr/>
          </p:nvSpPr>
          <p:spPr>
            <a:xfrm>
              <a:off x="343123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h8527"/>
            <p:cNvSpPr/>
            <p:nvPr/>
          </p:nvSpPr>
          <p:spPr>
            <a:xfrm>
              <a:off x="344067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h8528"/>
            <p:cNvSpPr/>
            <p:nvPr/>
          </p:nvSpPr>
          <p:spPr>
            <a:xfrm>
              <a:off x="345011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h8529"/>
            <p:cNvSpPr/>
            <p:nvPr/>
          </p:nvSpPr>
          <p:spPr>
            <a:xfrm>
              <a:off x="345955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h8530"/>
            <p:cNvSpPr/>
            <p:nvPr/>
          </p:nvSpPr>
          <p:spPr>
            <a:xfrm>
              <a:off x="346899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h8531"/>
            <p:cNvSpPr/>
            <p:nvPr/>
          </p:nvSpPr>
          <p:spPr>
            <a:xfrm>
              <a:off x="347843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h8532"/>
            <p:cNvSpPr/>
            <p:nvPr/>
          </p:nvSpPr>
          <p:spPr>
            <a:xfrm>
              <a:off x="348787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h8533"/>
            <p:cNvSpPr/>
            <p:nvPr/>
          </p:nvSpPr>
          <p:spPr>
            <a:xfrm>
              <a:off x="349731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h8534"/>
            <p:cNvSpPr/>
            <p:nvPr/>
          </p:nvSpPr>
          <p:spPr>
            <a:xfrm>
              <a:off x="350675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h8535"/>
            <p:cNvSpPr/>
            <p:nvPr/>
          </p:nvSpPr>
          <p:spPr>
            <a:xfrm>
              <a:off x="351619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h8536"/>
            <p:cNvSpPr/>
            <p:nvPr/>
          </p:nvSpPr>
          <p:spPr>
            <a:xfrm>
              <a:off x="352563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h8537"/>
            <p:cNvSpPr/>
            <p:nvPr/>
          </p:nvSpPr>
          <p:spPr>
            <a:xfrm>
              <a:off x="353507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h8538"/>
            <p:cNvSpPr/>
            <p:nvPr/>
          </p:nvSpPr>
          <p:spPr>
            <a:xfrm>
              <a:off x="354451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h8539"/>
            <p:cNvSpPr/>
            <p:nvPr/>
          </p:nvSpPr>
          <p:spPr>
            <a:xfrm>
              <a:off x="355395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h8540"/>
            <p:cNvSpPr/>
            <p:nvPr/>
          </p:nvSpPr>
          <p:spPr>
            <a:xfrm>
              <a:off x="356339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h8541"/>
            <p:cNvSpPr/>
            <p:nvPr/>
          </p:nvSpPr>
          <p:spPr>
            <a:xfrm>
              <a:off x="357283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h8542"/>
            <p:cNvSpPr/>
            <p:nvPr/>
          </p:nvSpPr>
          <p:spPr>
            <a:xfrm>
              <a:off x="358227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h8543"/>
            <p:cNvSpPr/>
            <p:nvPr/>
          </p:nvSpPr>
          <p:spPr>
            <a:xfrm>
              <a:off x="359171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h8544"/>
            <p:cNvSpPr/>
            <p:nvPr/>
          </p:nvSpPr>
          <p:spPr>
            <a:xfrm>
              <a:off x="360115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h8545"/>
            <p:cNvSpPr/>
            <p:nvPr/>
          </p:nvSpPr>
          <p:spPr>
            <a:xfrm>
              <a:off x="361059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h8546"/>
            <p:cNvSpPr/>
            <p:nvPr/>
          </p:nvSpPr>
          <p:spPr>
            <a:xfrm>
              <a:off x="362003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h8547"/>
            <p:cNvSpPr/>
            <p:nvPr/>
          </p:nvSpPr>
          <p:spPr>
            <a:xfrm>
              <a:off x="362947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h8548"/>
            <p:cNvSpPr/>
            <p:nvPr/>
          </p:nvSpPr>
          <p:spPr>
            <a:xfrm>
              <a:off x="363891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h8549"/>
            <p:cNvSpPr/>
            <p:nvPr/>
          </p:nvSpPr>
          <p:spPr>
            <a:xfrm>
              <a:off x="364836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h8550"/>
            <p:cNvSpPr/>
            <p:nvPr/>
          </p:nvSpPr>
          <p:spPr>
            <a:xfrm>
              <a:off x="365780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h8551"/>
            <p:cNvSpPr/>
            <p:nvPr/>
          </p:nvSpPr>
          <p:spPr>
            <a:xfrm>
              <a:off x="366724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h8552"/>
            <p:cNvSpPr/>
            <p:nvPr/>
          </p:nvSpPr>
          <p:spPr>
            <a:xfrm>
              <a:off x="367668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h8553"/>
            <p:cNvSpPr/>
            <p:nvPr/>
          </p:nvSpPr>
          <p:spPr>
            <a:xfrm>
              <a:off x="368612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h8554"/>
            <p:cNvSpPr/>
            <p:nvPr/>
          </p:nvSpPr>
          <p:spPr>
            <a:xfrm>
              <a:off x="369556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h8555"/>
            <p:cNvSpPr/>
            <p:nvPr/>
          </p:nvSpPr>
          <p:spPr>
            <a:xfrm>
              <a:off x="370500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h8556"/>
            <p:cNvSpPr/>
            <p:nvPr/>
          </p:nvSpPr>
          <p:spPr>
            <a:xfrm>
              <a:off x="371444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h8557"/>
            <p:cNvSpPr/>
            <p:nvPr/>
          </p:nvSpPr>
          <p:spPr>
            <a:xfrm>
              <a:off x="372388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h8558"/>
            <p:cNvSpPr/>
            <p:nvPr/>
          </p:nvSpPr>
          <p:spPr>
            <a:xfrm>
              <a:off x="373332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h8559"/>
            <p:cNvSpPr/>
            <p:nvPr/>
          </p:nvSpPr>
          <p:spPr>
            <a:xfrm>
              <a:off x="374276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h8560"/>
            <p:cNvSpPr/>
            <p:nvPr/>
          </p:nvSpPr>
          <p:spPr>
            <a:xfrm>
              <a:off x="375220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h8561"/>
            <p:cNvSpPr/>
            <p:nvPr/>
          </p:nvSpPr>
          <p:spPr>
            <a:xfrm>
              <a:off x="376164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h8562"/>
            <p:cNvSpPr/>
            <p:nvPr/>
          </p:nvSpPr>
          <p:spPr>
            <a:xfrm>
              <a:off x="377108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h8563"/>
            <p:cNvSpPr/>
            <p:nvPr/>
          </p:nvSpPr>
          <p:spPr>
            <a:xfrm>
              <a:off x="378052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h8564"/>
            <p:cNvSpPr/>
            <p:nvPr/>
          </p:nvSpPr>
          <p:spPr>
            <a:xfrm>
              <a:off x="378996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h8565"/>
            <p:cNvSpPr/>
            <p:nvPr/>
          </p:nvSpPr>
          <p:spPr>
            <a:xfrm>
              <a:off x="379940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h8566"/>
            <p:cNvSpPr/>
            <p:nvPr/>
          </p:nvSpPr>
          <p:spPr>
            <a:xfrm>
              <a:off x="3818284" y="88519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719" y="896830"/>
                  </a:lnTo>
                  <a:lnTo>
                    <a:pt x="911003" y="897341"/>
                  </a:lnTo>
                  <a:lnTo>
                    <a:pt x="914400" y="904193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h8567"/>
            <p:cNvSpPr/>
            <p:nvPr/>
          </p:nvSpPr>
          <p:spPr>
            <a:xfrm>
              <a:off x="3818284" y="885197"/>
              <a:ext cx="919123" cy="914400"/>
            </a:xfrm>
            <a:custGeom>
              <a:avLst/>
              <a:pathLst>
                <a:path w="919123" h="914400">
                  <a:moveTo>
                    <a:pt x="914400" y="914400"/>
                  </a:moveTo>
                  <a:lnTo>
                    <a:pt x="914400" y="904193"/>
                  </a:lnTo>
                  <a:lnTo>
                    <a:pt x="915317" y="906043"/>
                  </a:lnTo>
                  <a:lnTo>
                    <a:pt x="918779" y="913866"/>
                  </a:lnTo>
                  <a:lnTo>
                    <a:pt x="919123" y="914400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h8568"/>
            <p:cNvSpPr/>
            <p:nvPr/>
          </p:nvSpPr>
          <p:spPr>
            <a:xfrm>
              <a:off x="3327392" y="850058"/>
              <a:ext cx="914400" cy="926076"/>
            </a:xfrm>
            <a:custGeom>
              <a:avLst/>
              <a:pathLst>
                <a:path w="914400" h="926076">
                  <a:moveTo>
                    <a:pt x="914400" y="914400"/>
                  </a:moveTo>
                  <a:lnTo>
                    <a:pt x="914400" y="926076"/>
                  </a:lnTo>
                  <a:lnTo>
                    <a:pt x="914139" y="925013"/>
                  </a:lnTo>
                  <a:lnTo>
                    <a:pt x="912006" y="914955"/>
                  </a:lnTo>
                  <a:lnTo>
                    <a:pt x="911905" y="914400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h8569"/>
            <p:cNvSpPr/>
            <p:nvPr/>
          </p:nvSpPr>
          <p:spPr>
            <a:xfrm>
              <a:off x="332739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41" y="931969"/>
                  </a:lnTo>
                  <a:lnTo>
                    <a:pt x="914400" y="926076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h8570"/>
            <p:cNvSpPr/>
            <p:nvPr/>
          </p:nvSpPr>
          <p:spPr>
            <a:xfrm>
              <a:off x="333683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h8571"/>
            <p:cNvSpPr/>
            <p:nvPr/>
          </p:nvSpPr>
          <p:spPr>
            <a:xfrm>
              <a:off x="334627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h8572"/>
            <p:cNvSpPr/>
            <p:nvPr/>
          </p:nvSpPr>
          <p:spPr>
            <a:xfrm>
              <a:off x="335571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h8573"/>
            <p:cNvSpPr/>
            <p:nvPr/>
          </p:nvSpPr>
          <p:spPr>
            <a:xfrm>
              <a:off x="336515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h8574"/>
            <p:cNvSpPr/>
            <p:nvPr/>
          </p:nvSpPr>
          <p:spPr>
            <a:xfrm>
              <a:off x="337459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h8575"/>
            <p:cNvSpPr/>
            <p:nvPr/>
          </p:nvSpPr>
          <p:spPr>
            <a:xfrm>
              <a:off x="338403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h8576"/>
            <p:cNvSpPr/>
            <p:nvPr/>
          </p:nvSpPr>
          <p:spPr>
            <a:xfrm>
              <a:off x="339347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h8577"/>
            <p:cNvSpPr/>
            <p:nvPr/>
          </p:nvSpPr>
          <p:spPr>
            <a:xfrm>
              <a:off x="340291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h8578"/>
            <p:cNvSpPr/>
            <p:nvPr/>
          </p:nvSpPr>
          <p:spPr>
            <a:xfrm>
              <a:off x="341235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h8579"/>
            <p:cNvSpPr/>
            <p:nvPr/>
          </p:nvSpPr>
          <p:spPr>
            <a:xfrm>
              <a:off x="342179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h8580"/>
            <p:cNvSpPr/>
            <p:nvPr/>
          </p:nvSpPr>
          <p:spPr>
            <a:xfrm>
              <a:off x="343123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h8581"/>
            <p:cNvSpPr/>
            <p:nvPr/>
          </p:nvSpPr>
          <p:spPr>
            <a:xfrm>
              <a:off x="344067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h8582"/>
            <p:cNvSpPr/>
            <p:nvPr/>
          </p:nvSpPr>
          <p:spPr>
            <a:xfrm>
              <a:off x="345011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h8583"/>
            <p:cNvSpPr/>
            <p:nvPr/>
          </p:nvSpPr>
          <p:spPr>
            <a:xfrm>
              <a:off x="345955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h8584"/>
            <p:cNvSpPr/>
            <p:nvPr/>
          </p:nvSpPr>
          <p:spPr>
            <a:xfrm>
              <a:off x="346899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h8585"/>
            <p:cNvSpPr/>
            <p:nvPr/>
          </p:nvSpPr>
          <p:spPr>
            <a:xfrm>
              <a:off x="347843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h8586"/>
            <p:cNvSpPr/>
            <p:nvPr/>
          </p:nvSpPr>
          <p:spPr>
            <a:xfrm>
              <a:off x="348787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h8587"/>
            <p:cNvSpPr/>
            <p:nvPr/>
          </p:nvSpPr>
          <p:spPr>
            <a:xfrm>
              <a:off x="349731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h8588"/>
            <p:cNvSpPr/>
            <p:nvPr/>
          </p:nvSpPr>
          <p:spPr>
            <a:xfrm>
              <a:off x="350675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h8589"/>
            <p:cNvSpPr/>
            <p:nvPr/>
          </p:nvSpPr>
          <p:spPr>
            <a:xfrm>
              <a:off x="351619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h8590"/>
            <p:cNvSpPr/>
            <p:nvPr/>
          </p:nvSpPr>
          <p:spPr>
            <a:xfrm>
              <a:off x="352563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h8591"/>
            <p:cNvSpPr/>
            <p:nvPr/>
          </p:nvSpPr>
          <p:spPr>
            <a:xfrm>
              <a:off x="353507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h8592"/>
            <p:cNvSpPr/>
            <p:nvPr/>
          </p:nvSpPr>
          <p:spPr>
            <a:xfrm>
              <a:off x="354451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h8593"/>
            <p:cNvSpPr/>
            <p:nvPr/>
          </p:nvSpPr>
          <p:spPr>
            <a:xfrm>
              <a:off x="355395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h8594"/>
            <p:cNvSpPr/>
            <p:nvPr/>
          </p:nvSpPr>
          <p:spPr>
            <a:xfrm>
              <a:off x="356339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h8595"/>
            <p:cNvSpPr/>
            <p:nvPr/>
          </p:nvSpPr>
          <p:spPr>
            <a:xfrm>
              <a:off x="357283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h8596"/>
            <p:cNvSpPr/>
            <p:nvPr/>
          </p:nvSpPr>
          <p:spPr>
            <a:xfrm>
              <a:off x="358227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h8597"/>
            <p:cNvSpPr/>
            <p:nvPr/>
          </p:nvSpPr>
          <p:spPr>
            <a:xfrm>
              <a:off x="359171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h8598"/>
            <p:cNvSpPr/>
            <p:nvPr/>
          </p:nvSpPr>
          <p:spPr>
            <a:xfrm>
              <a:off x="360115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h8599"/>
            <p:cNvSpPr/>
            <p:nvPr/>
          </p:nvSpPr>
          <p:spPr>
            <a:xfrm>
              <a:off x="361059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h8600"/>
            <p:cNvSpPr/>
            <p:nvPr/>
          </p:nvSpPr>
          <p:spPr>
            <a:xfrm>
              <a:off x="362003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h8601"/>
            <p:cNvSpPr/>
            <p:nvPr/>
          </p:nvSpPr>
          <p:spPr>
            <a:xfrm>
              <a:off x="362947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h8602"/>
            <p:cNvSpPr/>
            <p:nvPr/>
          </p:nvSpPr>
          <p:spPr>
            <a:xfrm>
              <a:off x="363891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h8603"/>
            <p:cNvSpPr/>
            <p:nvPr/>
          </p:nvSpPr>
          <p:spPr>
            <a:xfrm>
              <a:off x="364836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h8604"/>
            <p:cNvSpPr/>
            <p:nvPr/>
          </p:nvSpPr>
          <p:spPr>
            <a:xfrm>
              <a:off x="365780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h8605"/>
            <p:cNvSpPr/>
            <p:nvPr/>
          </p:nvSpPr>
          <p:spPr>
            <a:xfrm>
              <a:off x="366724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h8606"/>
            <p:cNvSpPr/>
            <p:nvPr/>
          </p:nvSpPr>
          <p:spPr>
            <a:xfrm>
              <a:off x="367668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h8607"/>
            <p:cNvSpPr/>
            <p:nvPr/>
          </p:nvSpPr>
          <p:spPr>
            <a:xfrm>
              <a:off x="368612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h8608"/>
            <p:cNvSpPr/>
            <p:nvPr/>
          </p:nvSpPr>
          <p:spPr>
            <a:xfrm>
              <a:off x="369556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h8609"/>
            <p:cNvSpPr/>
            <p:nvPr/>
          </p:nvSpPr>
          <p:spPr>
            <a:xfrm>
              <a:off x="370500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h8610"/>
            <p:cNvSpPr/>
            <p:nvPr/>
          </p:nvSpPr>
          <p:spPr>
            <a:xfrm>
              <a:off x="371444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h8611"/>
            <p:cNvSpPr/>
            <p:nvPr/>
          </p:nvSpPr>
          <p:spPr>
            <a:xfrm>
              <a:off x="372388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h8612"/>
            <p:cNvSpPr/>
            <p:nvPr/>
          </p:nvSpPr>
          <p:spPr>
            <a:xfrm>
              <a:off x="373332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h8613"/>
            <p:cNvSpPr/>
            <p:nvPr/>
          </p:nvSpPr>
          <p:spPr>
            <a:xfrm>
              <a:off x="374276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h8614"/>
            <p:cNvSpPr/>
            <p:nvPr/>
          </p:nvSpPr>
          <p:spPr>
            <a:xfrm>
              <a:off x="375220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h8615"/>
            <p:cNvSpPr/>
            <p:nvPr/>
          </p:nvSpPr>
          <p:spPr>
            <a:xfrm>
              <a:off x="376164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h8616"/>
            <p:cNvSpPr/>
            <p:nvPr/>
          </p:nvSpPr>
          <p:spPr>
            <a:xfrm>
              <a:off x="377108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h8617"/>
            <p:cNvSpPr/>
            <p:nvPr/>
          </p:nvSpPr>
          <p:spPr>
            <a:xfrm>
              <a:off x="378052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h8618"/>
            <p:cNvSpPr/>
            <p:nvPr/>
          </p:nvSpPr>
          <p:spPr>
            <a:xfrm>
              <a:off x="378996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h8619"/>
            <p:cNvSpPr/>
            <p:nvPr/>
          </p:nvSpPr>
          <p:spPr>
            <a:xfrm>
              <a:off x="3808844" y="86762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9" y="896836"/>
                  </a:lnTo>
                  <a:lnTo>
                    <a:pt x="909885" y="897135"/>
                  </a:lnTo>
                  <a:lnTo>
                    <a:pt x="910081" y="897433"/>
                  </a:lnTo>
                  <a:lnTo>
                    <a:pt x="910278" y="897731"/>
                  </a:lnTo>
                  <a:lnTo>
                    <a:pt x="910474" y="898030"/>
                  </a:lnTo>
                  <a:lnTo>
                    <a:pt x="910670" y="898328"/>
                  </a:lnTo>
                  <a:lnTo>
                    <a:pt x="910866" y="898627"/>
                  </a:lnTo>
                  <a:lnTo>
                    <a:pt x="911062" y="898925"/>
                  </a:lnTo>
                  <a:lnTo>
                    <a:pt x="914400" y="90429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h8620"/>
            <p:cNvSpPr/>
            <p:nvPr/>
          </p:nvSpPr>
          <p:spPr>
            <a:xfrm>
              <a:off x="3808844" y="867627"/>
              <a:ext cx="920160" cy="914400"/>
            </a:xfrm>
            <a:custGeom>
              <a:avLst/>
              <a:pathLst>
                <a:path w="920160" h="914400">
                  <a:moveTo>
                    <a:pt x="914400" y="914400"/>
                  </a:moveTo>
                  <a:lnTo>
                    <a:pt x="914400" y="904299"/>
                  </a:lnTo>
                  <a:lnTo>
                    <a:pt x="915873" y="906672"/>
                  </a:lnTo>
                  <a:lnTo>
                    <a:pt x="920160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h8621"/>
            <p:cNvSpPr/>
            <p:nvPr/>
          </p:nvSpPr>
          <p:spPr>
            <a:xfrm>
              <a:off x="3327392" y="83248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905" y="931969"/>
                  </a:lnTo>
                  <a:lnTo>
                    <a:pt x="910152" y="922277"/>
                  </a:lnTo>
                  <a:lnTo>
                    <a:pt x="908965" y="914400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h8622"/>
            <p:cNvSpPr/>
            <p:nvPr/>
          </p:nvSpPr>
          <p:spPr>
            <a:xfrm>
              <a:off x="332739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h8623"/>
            <p:cNvSpPr/>
            <p:nvPr/>
          </p:nvSpPr>
          <p:spPr>
            <a:xfrm>
              <a:off x="333683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h8624"/>
            <p:cNvSpPr/>
            <p:nvPr/>
          </p:nvSpPr>
          <p:spPr>
            <a:xfrm>
              <a:off x="334627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h8625"/>
            <p:cNvSpPr/>
            <p:nvPr/>
          </p:nvSpPr>
          <p:spPr>
            <a:xfrm>
              <a:off x="335571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h8626"/>
            <p:cNvSpPr/>
            <p:nvPr/>
          </p:nvSpPr>
          <p:spPr>
            <a:xfrm>
              <a:off x="336515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h8627"/>
            <p:cNvSpPr/>
            <p:nvPr/>
          </p:nvSpPr>
          <p:spPr>
            <a:xfrm>
              <a:off x="337459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h8628"/>
            <p:cNvSpPr/>
            <p:nvPr/>
          </p:nvSpPr>
          <p:spPr>
            <a:xfrm>
              <a:off x="338403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h8629"/>
            <p:cNvSpPr/>
            <p:nvPr/>
          </p:nvSpPr>
          <p:spPr>
            <a:xfrm>
              <a:off x="339347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h8630"/>
            <p:cNvSpPr/>
            <p:nvPr/>
          </p:nvSpPr>
          <p:spPr>
            <a:xfrm>
              <a:off x="340291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h8631"/>
            <p:cNvSpPr/>
            <p:nvPr/>
          </p:nvSpPr>
          <p:spPr>
            <a:xfrm>
              <a:off x="341235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h8632"/>
            <p:cNvSpPr/>
            <p:nvPr/>
          </p:nvSpPr>
          <p:spPr>
            <a:xfrm>
              <a:off x="342179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h8633"/>
            <p:cNvSpPr/>
            <p:nvPr/>
          </p:nvSpPr>
          <p:spPr>
            <a:xfrm>
              <a:off x="343123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h8634"/>
            <p:cNvSpPr/>
            <p:nvPr/>
          </p:nvSpPr>
          <p:spPr>
            <a:xfrm>
              <a:off x="344067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h8635"/>
            <p:cNvSpPr/>
            <p:nvPr/>
          </p:nvSpPr>
          <p:spPr>
            <a:xfrm>
              <a:off x="345011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h8636"/>
            <p:cNvSpPr/>
            <p:nvPr/>
          </p:nvSpPr>
          <p:spPr>
            <a:xfrm>
              <a:off x="345955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h8637"/>
            <p:cNvSpPr/>
            <p:nvPr/>
          </p:nvSpPr>
          <p:spPr>
            <a:xfrm>
              <a:off x="346899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h8638"/>
            <p:cNvSpPr/>
            <p:nvPr/>
          </p:nvSpPr>
          <p:spPr>
            <a:xfrm>
              <a:off x="347843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h8639"/>
            <p:cNvSpPr/>
            <p:nvPr/>
          </p:nvSpPr>
          <p:spPr>
            <a:xfrm>
              <a:off x="348787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h8640"/>
            <p:cNvSpPr/>
            <p:nvPr/>
          </p:nvSpPr>
          <p:spPr>
            <a:xfrm>
              <a:off x="349731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h8641"/>
            <p:cNvSpPr/>
            <p:nvPr/>
          </p:nvSpPr>
          <p:spPr>
            <a:xfrm>
              <a:off x="350675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h8642"/>
            <p:cNvSpPr/>
            <p:nvPr/>
          </p:nvSpPr>
          <p:spPr>
            <a:xfrm>
              <a:off x="351619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h8643"/>
            <p:cNvSpPr/>
            <p:nvPr/>
          </p:nvSpPr>
          <p:spPr>
            <a:xfrm>
              <a:off x="352563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h8644"/>
            <p:cNvSpPr/>
            <p:nvPr/>
          </p:nvSpPr>
          <p:spPr>
            <a:xfrm>
              <a:off x="353507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h8645"/>
            <p:cNvSpPr/>
            <p:nvPr/>
          </p:nvSpPr>
          <p:spPr>
            <a:xfrm>
              <a:off x="354451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h8646"/>
            <p:cNvSpPr/>
            <p:nvPr/>
          </p:nvSpPr>
          <p:spPr>
            <a:xfrm>
              <a:off x="355395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h8647"/>
            <p:cNvSpPr/>
            <p:nvPr/>
          </p:nvSpPr>
          <p:spPr>
            <a:xfrm>
              <a:off x="356339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h8648"/>
            <p:cNvSpPr/>
            <p:nvPr/>
          </p:nvSpPr>
          <p:spPr>
            <a:xfrm>
              <a:off x="357283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h8649"/>
            <p:cNvSpPr/>
            <p:nvPr/>
          </p:nvSpPr>
          <p:spPr>
            <a:xfrm>
              <a:off x="358227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h8650"/>
            <p:cNvSpPr/>
            <p:nvPr/>
          </p:nvSpPr>
          <p:spPr>
            <a:xfrm>
              <a:off x="359171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h8651"/>
            <p:cNvSpPr/>
            <p:nvPr/>
          </p:nvSpPr>
          <p:spPr>
            <a:xfrm>
              <a:off x="360115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h8652"/>
            <p:cNvSpPr/>
            <p:nvPr/>
          </p:nvSpPr>
          <p:spPr>
            <a:xfrm>
              <a:off x="361059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h8653"/>
            <p:cNvSpPr/>
            <p:nvPr/>
          </p:nvSpPr>
          <p:spPr>
            <a:xfrm>
              <a:off x="362003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h8654"/>
            <p:cNvSpPr/>
            <p:nvPr/>
          </p:nvSpPr>
          <p:spPr>
            <a:xfrm>
              <a:off x="362947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h8655"/>
            <p:cNvSpPr/>
            <p:nvPr/>
          </p:nvSpPr>
          <p:spPr>
            <a:xfrm>
              <a:off x="363891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h8656"/>
            <p:cNvSpPr/>
            <p:nvPr/>
          </p:nvSpPr>
          <p:spPr>
            <a:xfrm>
              <a:off x="364836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h8657"/>
            <p:cNvSpPr/>
            <p:nvPr/>
          </p:nvSpPr>
          <p:spPr>
            <a:xfrm>
              <a:off x="365780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h8658"/>
            <p:cNvSpPr/>
            <p:nvPr/>
          </p:nvSpPr>
          <p:spPr>
            <a:xfrm>
              <a:off x="366724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h8659"/>
            <p:cNvSpPr/>
            <p:nvPr/>
          </p:nvSpPr>
          <p:spPr>
            <a:xfrm>
              <a:off x="367668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h8660"/>
            <p:cNvSpPr/>
            <p:nvPr/>
          </p:nvSpPr>
          <p:spPr>
            <a:xfrm>
              <a:off x="368612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h8661"/>
            <p:cNvSpPr/>
            <p:nvPr/>
          </p:nvSpPr>
          <p:spPr>
            <a:xfrm>
              <a:off x="369556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h8662"/>
            <p:cNvSpPr/>
            <p:nvPr/>
          </p:nvSpPr>
          <p:spPr>
            <a:xfrm>
              <a:off x="370500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h8663"/>
            <p:cNvSpPr/>
            <p:nvPr/>
          </p:nvSpPr>
          <p:spPr>
            <a:xfrm>
              <a:off x="371444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h8664"/>
            <p:cNvSpPr/>
            <p:nvPr/>
          </p:nvSpPr>
          <p:spPr>
            <a:xfrm>
              <a:off x="372388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h8665"/>
            <p:cNvSpPr/>
            <p:nvPr/>
          </p:nvSpPr>
          <p:spPr>
            <a:xfrm>
              <a:off x="373332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h8666"/>
            <p:cNvSpPr/>
            <p:nvPr/>
          </p:nvSpPr>
          <p:spPr>
            <a:xfrm>
              <a:off x="374276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h8667"/>
            <p:cNvSpPr/>
            <p:nvPr/>
          </p:nvSpPr>
          <p:spPr>
            <a:xfrm>
              <a:off x="375220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h8668"/>
            <p:cNvSpPr/>
            <p:nvPr/>
          </p:nvSpPr>
          <p:spPr>
            <a:xfrm>
              <a:off x="376164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h8669"/>
            <p:cNvSpPr/>
            <p:nvPr/>
          </p:nvSpPr>
          <p:spPr>
            <a:xfrm>
              <a:off x="377108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h8670"/>
            <p:cNvSpPr/>
            <p:nvPr/>
          </p:nvSpPr>
          <p:spPr>
            <a:xfrm>
              <a:off x="378052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h8671"/>
            <p:cNvSpPr/>
            <p:nvPr/>
          </p:nvSpPr>
          <p:spPr>
            <a:xfrm>
              <a:off x="3799404" y="85005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528" y="896830"/>
                  </a:lnTo>
                  <a:lnTo>
                    <a:pt x="907931" y="897407"/>
                  </a:lnTo>
                  <a:lnTo>
                    <a:pt x="908125" y="897702"/>
                  </a:lnTo>
                  <a:lnTo>
                    <a:pt x="908322" y="898000"/>
                  </a:lnTo>
                  <a:lnTo>
                    <a:pt x="908518" y="898298"/>
                  </a:lnTo>
                  <a:lnTo>
                    <a:pt x="908715" y="898596"/>
                  </a:lnTo>
                  <a:lnTo>
                    <a:pt x="908912" y="898895"/>
                  </a:lnTo>
                  <a:lnTo>
                    <a:pt x="909109" y="899193"/>
                  </a:lnTo>
                  <a:lnTo>
                    <a:pt x="909305" y="899491"/>
                  </a:lnTo>
                  <a:lnTo>
                    <a:pt x="909502" y="899789"/>
                  </a:lnTo>
                  <a:lnTo>
                    <a:pt x="909699" y="900088"/>
                  </a:lnTo>
                  <a:lnTo>
                    <a:pt x="909895" y="900386"/>
                  </a:lnTo>
                  <a:lnTo>
                    <a:pt x="910092" y="900684"/>
                  </a:lnTo>
                  <a:lnTo>
                    <a:pt x="910289" y="900982"/>
                  </a:lnTo>
                  <a:lnTo>
                    <a:pt x="910486" y="901281"/>
                  </a:lnTo>
                  <a:lnTo>
                    <a:pt x="910682" y="901579"/>
                  </a:lnTo>
                  <a:lnTo>
                    <a:pt x="910879" y="901877"/>
                  </a:lnTo>
                  <a:lnTo>
                    <a:pt x="911075" y="902175"/>
                  </a:lnTo>
                  <a:lnTo>
                    <a:pt x="911272" y="902474"/>
                  </a:lnTo>
                  <a:lnTo>
                    <a:pt x="911469" y="902772"/>
                  </a:lnTo>
                  <a:lnTo>
                    <a:pt x="911665" y="903070"/>
                  </a:lnTo>
                  <a:lnTo>
                    <a:pt x="911862" y="903368"/>
                  </a:lnTo>
                  <a:lnTo>
                    <a:pt x="912059" y="903667"/>
                  </a:lnTo>
                  <a:lnTo>
                    <a:pt x="912255" y="903965"/>
                  </a:lnTo>
                  <a:lnTo>
                    <a:pt x="912452" y="904263"/>
                  </a:lnTo>
                  <a:lnTo>
                    <a:pt x="912648" y="904561"/>
                  </a:lnTo>
                  <a:lnTo>
                    <a:pt x="912845" y="904860"/>
                  </a:lnTo>
                  <a:lnTo>
                    <a:pt x="913041" y="905158"/>
                  </a:lnTo>
                  <a:lnTo>
                    <a:pt x="913238" y="905456"/>
                  </a:lnTo>
                  <a:lnTo>
                    <a:pt x="913434" y="905755"/>
                  </a:lnTo>
                  <a:lnTo>
                    <a:pt x="913631" y="906053"/>
                  </a:lnTo>
                  <a:lnTo>
                    <a:pt x="913827" y="906351"/>
                  </a:lnTo>
                  <a:lnTo>
                    <a:pt x="914024" y="906649"/>
                  </a:lnTo>
                  <a:lnTo>
                    <a:pt x="914220" y="906948"/>
                  </a:lnTo>
                  <a:lnTo>
                    <a:pt x="914400" y="90722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h8672"/>
            <p:cNvSpPr/>
            <p:nvPr/>
          </p:nvSpPr>
          <p:spPr>
            <a:xfrm>
              <a:off x="3799404" y="850058"/>
              <a:ext cx="919125" cy="914400"/>
            </a:xfrm>
            <a:custGeom>
              <a:avLst/>
              <a:pathLst>
                <a:path w="919125" h="914400">
                  <a:moveTo>
                    <a:pt x="914400" y="914400"/>
                  </a:moveTo>
                  <a:lnTo>
                    <a:pt x="914417" y="907246"/>
                  </a:lnTo>
                  <a:lnTo>
                    <a:pt x="914613" y="907544"/>
                  </a:lnTo>
                  <a:lnTo>
                    <a:pt x="914810" y="907843"/>
                  </a:lnTo>
                  <a:lnTo>
                    <a:pt x="915006" y="908141"/>
                  </a:lnTo>
                  <a:lnTo>
                    <a:pt x="915203" y="908439"/>
                  </a:lnTo>
                  <a:lnTo>
                    <a:pt x="915399" y="908738"/>
                  </a:lnTo>
                  <a:lnTo>
                    <a:pt x="915595" y="909036"/>
                  </a:lnTo>
                  <a:lnTo>
                    <a:pt x="915792" y="909334"/>
                  </a:lnTo>
                  <a:lnTo>
                    <a:pt x="915988" y="909633"/>
                  </a:lnTo>
                  <a:lnTo>
                    <a:pt x="916185" y="909931"/>
                  </a:lnTo>
                  <a:lnTo>
                    <a:pt x="916381" y="910229"/>
                  </a:lnTo>
                  <a:lnTo>
                    <a:pt x="916577" y="910528"/>
                  </a:lnTo>
                  <a:lnTo>
                    <a:pt x="916774" y="910826"/>
                  </a:lnTo>
                  <a:lnTo>
                    <a:pt x="916970" y="911124"/>
                  </a:lnTo>
                  <a:lnTo>
                    <a:pt x="917166" y="911423"/>
                  </a:lnTo>
                  <a:lnTo>
                    <a:pt x="917363" y="911721"/>
                  </a:lnTo>
                  <a:lnTo>
                    <a:pt x="917559" y="912019"/>
                  </a:lnTo>
                  <a:lnTo>
                    <a:pt x="917755" y="912318"/>
                  </a:lnTo>
                  <a:lnTo>
                    <a:pt x="917952" y="912616"/>
                  </a:lnTo>
                  <a:lnTo>
                    <a:pt x="918148" y="912914"/>
                  </a:lnTo>
                  <a:lnTo>
                    <a:pt x="918344" y="913213"/>
                  </a:lnTo>
                  <a:lnTo>
                    <a:pt x="918540" y="913511"/>
                  </a:lnTo>
                  <a:lnTo>
                    <a:pt x="918737" y="913809"/>
                  </a:lnTo>
                  <a:lnTo>
                    <a:pt x="918933" y="914108"/>
                  </a:lnTo>
                  <a:lnTo>
                    <a:pt x="919125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h8673"/>
            <p:cNvSpPr/>
            <p:nvPr/>
          </p:nvSpPr>
          <p:spPr>
            <a:xfrm>
              <a:off x="3327392" y="81491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65" y="931969"/>
                  </a:lnTo>
                  <a:lnTo>
                    <a:pt x="908583" y="929435"/>
                  </a:lnTo>
                  <a:lnTo>
                    <a:pt x="907303" y="918888"/>
                  </a:lnTo>
                  <a:lnTo>
                    <a:pt x="906887" y="914400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h8674"/>
            <p:cNvSpPr/>
            <p:nvPr/>
          </p:nvSpPr>
          <p:spPr>
            <a:xfrm>
              <a:off x="332739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h8675"/>
            <p:cNvSpPr/>
            <p:nvPr/>
          </p:nvSpPr>
          <p:spPr>
            <a:xfrm>
              <a:off x="333683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h8676"/>
            <p:cNvSpPr/>
            <p:nvPr/>
          </p:nvSpPr>
          <p:spPr>
            <a:xfrm>
              <a:off x="334627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h8677"/>
            <p:cNvSpPr/>
            <p:nvPr/>
          </p:nvSpPr>
          <p:spPr>
            <a:xfrm>
              <a:off x="335571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h8678"/>
            <p:cNvSpPr/>
            <p:nvPr/>
          </p:nvSpPr>
          <p:spPr>
            <a:xfrm>
              <a:off x="336515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h8679"/>
            <p:cNvSpPr/>
            <p:nvPr/>
          </p:nvSpPr>
          <p:spPr>
            <a:xfrm>
              <a:off x="337459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h8680"/>
            <p:cNvSpPr/>
            <p:nvPr/>
          </p:nvSpPr>
          <p:spPr>
            <a:xfrm>
              <a:off x="338403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h8681"/>
            <p:cNvSpPr/>
            <p:nvPr/>
          </p:nvSpPr>
          <p:spPr>
            <a:xfrm>
              <a:off x="339347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h8682"/>
            <p:cNvSpPr/>
            <p:nvPr/>
          </p:nvSpPr>
          <p:spPr>
            <a:xfrm>
              <a:off x="340291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h8683"/>
            <p:cNvSpPr/>
            <p:nvPr/>
          </p:nvSpPr>
          <p:spPr>
            <a:xfrm>
              <a:off x="341235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h8684"/>
            <p:cNvSpPr/>
            <p:nvPr/>
          </p:nvSpPr>
          <p:spPr>
            <a:xfrm>
              <a:off x="342179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h8685"/>
            <p:cNvSpPr/>
            <p:nvPr/>
          </p:nvSpPr>
          <p:spPr>
            <a:xfrm>
              <a:off x="343123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h8686"/>
            <p:cNvSpPr/>
            <p:nvPr/>
          </p:nvSpPr>
          <p:spPr>
            <a:xfrm>
              <a:off x="344067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h8687"/>
            <p:cNvSpPr/>
            <p:nvPr/>
          </p:nvSpPr>
          <p:spPr>
            <a:xfrm>
              <a:off x="345011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h8688"/>
            <p:cNvSpPr/>
            <p:nvPr/>
          </p:nvSpPr>
          <p:spPr>
            <a:xfrm>
              <a:off x="345955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h8689"/>
            <p:cNvSpPr/>
            <p:nvPr/>
          </p:nvSpPr>
          <p:spPr>
            <a:xfrm>
              <a:off x="346899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h8690"/>
            <p:cNvSpPr/>
            <p:nvPr/>
          </p:nvSpPr>
          <p:spPr>
            <a:xfrm>
              <a:off x="347843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h8691"/>
            <p:cNvSpPr/>
            <p:nvPr/>
          </p:nvSpPr>
          <p:spPr>
            <a:xfrm>
              <a:off x="348787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h8692"/>
            <p:cNvSpPr/>
            <p:nvPr/>
          </p:nvSpPr>
          <p:spPr>
            <a:xfrm>
              <a:off x="349731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h8693"/>
            <p:cNvSpPr/>
            <p:nvPr/>
          </p:nvSpPr>
          <p:spPr>
            <a:xfrm>
              <a:off x="350675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h8694"/>
            <p:cNvSpPr/>
            <p:nvPr/>
          </p:nvSpPr>
          <p:spPr>
            <a:xfrm>
              <a:off x="351619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h8695"/>
            <p:cNvSpPr/>
            <p:nvPr/>
          </p:nvSpPr>
          <p:spPr>
            <a:xfrm>
              <a:off x="352563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h8696"/>
            <p:cNvSpPr/>
            <p:nvPr/>
          </p:nvSpPr>
          <p:spPr>
            <a:xfrm>
              <a:off x="353507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h8697"/>
            <p:cNvSpPr/>
            <p:nvPr/>
          </p:nvSpPr>
          <p:spPr>
            <a:xfrm>
              <a:off x="354451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h8698"/>
            <p:cNvSpPr/>
            <p:nvPr/>
          </p:nvSpPr>
          <p:spPr>
            <a:xfrm>
              <a:off x="355395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h8699"/>
            <p:cNvSpPr/>
            <p:nvPr/>
          </p:nvSpPr>
          <p:spPr>
            <a:xfrm>
              <a:off x="356339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h8700"/>
            <p:cNvSpPr/>
            <p:nvPr/>
          </p:nvSpPr>
          <p:spPr>
            <a:xfrm>
              <a:off x="357283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h8701"/>
            <p:cNvSpPr/>
            <p:nvPr/>
          </p:nvSpPr>
          <p:spPr>
            <a:xfrm>
              <a:off x="358227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h8702"/>
            <p:cNvSpPr/>
            <p:nvPr/>
          </p:nvSpPr>
          <p:spPr>
            <a:xfrm>
              <a:off x="359171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h8703"/>
            <p:cNvSpPr/>
            <p:nvPr/>
          </p:nvSpPr>
          <p:spPr>
            <a:xfrm>
              <a:off x="360115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h8704"/>
            <p:cNvSpPr/>
            <p:nvPr/>
          </p:nvSpPr>
          <p:spPr>
            <a:xfrm>
              <a:off x="361059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h8705"/>
            <p:cNvSpPr/>
            <p:nvPr/>
          </p:nvSpPr>
          <p:spPr>
            <a:xfrm>
              <a:off x="362003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h8706"/>
            <p:cNvSpPr/>
            <p:nvPr/>
          </p:nvSpPr>
          <p:spPr>
            <a:xfrm>
              <a:off x="362947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h8707"/>
            <p:cNvSpPr/>
            <p:nvPr/>
          </p:nvSpPr>
          <p:spPr>
            <a:xfrm>
              <a:off x="363891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h8708"/>
            <p:cNvSpPr/>
            <p:nvPr/>
          </p:nvSpPr>
          <p:spPr>
            <a:xfrm>
              <a:off x="364836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h8709"/>
            <p:cNvSpPr/>
            <p:nvPr/>
          </p:nvSpPr>
          <p:spPr>
            <a:xfrm>
              <a:off x="365780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h8710"/>
            <p:cNvSpPr/>
            <p:nvPr/>
          </p:nvSpPr>
          <p:spPr>
            <a:xfrm>
              <a:off x="366724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h8711"/>
            <p:cNvSpPr/>
            <p:nvPr/>
          </p:nvSpPr>
          <p:spPr>
            <a:xfrm>
              <a:off x="367668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h8712"/>
            <p:cNvSpPr/>
            <p:nvPr/>
          </p:nvSpPr>
          <p:spPr>
            <a:xfrm>
              <a:off x="368612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h8713"/>
            <p:cNvSpPr/>
            <p:nvPr/>
          </p:nvSpPr>
          <p:spPr>
            <a:xfrm>
              <a:off x="369556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h8714"/>
            <p:cNvSpPr/>
            <p:nvPr/>
          </p:nvSpPr>
          <p:spPr>
            <a:xfrm>
              <a:off x="370500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h8715"/>
            <p:cNvSpPr/>
            <p:nvPr/>
          </p:nvSpPr>
          <p:spPr>
            <a:xfrm>
              <a:off x="371444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h8716"/>
            <p:cNvSpPr/>
            <p:nvPr/>
          </p:nvSpPr>
          <p:spPr>
            <a:xfrm>
              <a:off x="372388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h8717"/>
            <p:cNvSpPr/>
            <p:nvPr/>
          </p:nvSpPr>
          <p:spPr>
            <a:xfrm>
              <a:off x="373332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h8718"/>
            <p:cNvSpPr/>
            <p:nvPr/>
          </p:nvSpPr>
          <p:spPr>
            <a:xfrm>
              <a:off x="374276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h8719"/>
            <p:cNvSpPr/>
            <p:nvPr/>
          </p:nvSpPr>
          <p:spPr>
            <a:xfrm>
              <a:off x="375220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h8720"/>
            <p:cNvSpPr/>
            <p:nvPr/>
          </p:nvSpPr>
          <p:spPr>
            <a:xfrm>
              <a:off x="376164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h8721"/>
            <p:cNvSpPr/>
            <p:nvPr/>
          </p:nvSpPr>
          <p:spPr>
            <a:xfrm>
              <a:off x="3780523" y="83248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70" y="896830"/>
                  </a:lnTo>
                  <a:lnTo>
                    <a:pt x="914400" y="898702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h8722"/>
            <p:cNvSpPr/>
            <p:nvPr/>
          </p:nvSpPr>
          <p:spPr>
            <a:xfrm>
              <a:off x="3789963" y="83248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8702"/>
                  </a:lnTo>
                  <a:lnTo>
                    <a:pt x="907833" y="902002"/>
                  </a:lnTo>
                  <a:lnTo>
                    <a:pt x="912693" y="908258"/>
                  </a:lnTo>
                  <a:lnTo>
                    <a:pt x="914400" y="910710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h8723"/>
            <p:cNvSpPr/>
            <p:nvPr/>
          </p:nvSpPr>
          <p:spPr>
            <a:xfrm>
              <a:off x="3789963" y="832488"/>
              <a:ext cx="916969" cy="914400"/>
            </a:xfrm>
            <a:custGeom>
              <a:avLst/>
              <a:pathLst>
                <a:path w="916969" h="914400">
                  <a:moveTo>
                    <a:pt x="914400" y="914400"/>
                  </a:moveTo>
                  <a:lnTo>
                    <a:pt x="914400" y="910710"/>
                  </a:lnTo>
                  <a:lnTo>
                    <a:pt x="916969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h8724"/>
            <p:cNvSpPr/>
            <p:nvPr/>
          </p:nvSpPr>
          <p:spPr>
            <a:xfrm>
              <a:off x="3327392" y="797348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6887" y="931969"/>
                  </a:lnTo>
                  <a:lnTo>
                    <a:pt x="906316" y="925802"/>
                  </a:lnTo>
                  <a:lnTo>
                    <a:pt x="905623" y="915066"/>
                  </a:lnTo>
                  <a:lnTo>
                    <a:pt x="905598" y="91439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h8725"/>
            <p:cNvSpPr/>
            <p:nvPr/>
          </p:nvSpPr>
          <p:spPr>
            <a:xfrm>
              <a:off x="332739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h8726"/>
            <p:cNvSpPr/>
            <p:nvPr/>
          </p:nvSpPr>
          <p:spPr>
            <a:xfrm>
              <a:off x="333683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h8727"/>
            <p:cNvSpPr/>
            <p:nvPr/>
          </p:nvSpPr>
          <p:spPr>
            <a:xfrm>
              <a:off x="334627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h8728"/>
            <p:cNvSpPr/>
            <p:nvPr/>
          </p:nvSpPr>
          <p:spPr>
            <a:xfrm>
              <a:off x="335571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h8729"/>
            <p:cNvSpPr/>
            <p:nvPr/>
          </p:nvSpPr>
          <p:spPr>
            <a:xfrm>
              <a:off x="336515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h8730"/>
            <p:cNvSpPr/>
            <p:nvPr/>
          </p:nvSpPr>
          <p:spPr>
            <a:xfrm>
              <a:off x="337459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h8731"/>
            <p:cNvSpPr/>
            <p:nvPr/>
          </p:nvSpPr>
          <p:spPr>
            <a:xfrm>
              <a:off x="338403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h8732"/>
            <p:cNvSpPr/>
            <p:nvPr/>
          </p:nvSpPr>
          <p:spPr>
            <a:xfrm>
              <a:off x="339347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h8733"/>
            <p:cNvSpPr/>
            <p:nvPr/>
          </p:nvSpPr>
          <p:spPr>
            <a:xfrm>
              <a:off x="340291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h8734"/>
            <p:cNvSpPr/>
            <p:nvPr/>
          </p:nvSpPr>
          <p:spPr>
            <a:xfrm>
              <a:off x="341235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h8735"/>
            <p:cNvSpPr/>
            <p:nvPr/>
          </p:nvSpPr>
          <p:spPr>
            <a:xfrm>
              <a:off x="342179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h8736"/>
            <p:cNvSpPr/>
            <p:nvPr/>
          </p:nvSpPr>
          <p:spPr>
            <a:xfrm>
              <a:off x="343123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h8737"/>
            <p:cNvSpPr/>
            <p:nvPr/>
          </p:nvSpPr>
          <p:spPr>
            <a:xfrm>
              <a:off x="344067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h8738"/>
            <p:cNvSpPr/>
            <p:nvPr/>
          </p:nvSpPr>
          <p:spPr>
            <a:xfrm>
              <a:off x="345011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h8739"/>
            <p:cNvSpPr/>
            <p:nvPr/>
          </p:nvSpPr>
          <p:spPr>
            <a:xfrm>
              <a:off x="345955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h8740"/>
            <p:cNvSpPr/>
            <p:nvPr/>
          </p:nvSpPr>
          <p:spPr>
            <a:xfrm>
              <a:off x="346899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h8741"/>
            <p:cNvSpPr/>
            <p:nvPr/>
          </p:nvSpPr>
          <p:spPr>
            <a:xfrm>
              <a:off x="347843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h8742"/>
            <p:cNvSpPr/>
            <p:nvPr/>
          </p:nvSpPr>
          <p:spPr>
            <a:xfrm>
              <a:off x="348787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h8743"/>
            <p:cNvSpPr/>
            <p:nvPr/>
          </p:nvSpPr>
          <p:spPr>
            <a:xfrm>
              <a:off x="349731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h8744"/>
            <p:cNvSpPr/>
            <p:nvPr/>
          </p:nvSpPr>
          <p:spPr>
            <a:xfrm>
              <a:off x="350675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h8745"/>
            <p:cNvSpPr/>
            <p:nvPr/>
          </p:nvSpPr>
          <p:spPr>
            <a:xfrm>
              <a:off x="351619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h8746"/>
            <p:cNvSpPr/>
            <p:nvPr/>
          </p:nvSpPr>
          <p:spPr>
            <a:xfrm>
              <a:off x="352563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h8747"/>
            <p:cNvSpPr/>
            <p:nvPr/>
          </p:nvSpPr>
          <p:spPr>
            <a:xfrm>
              <a:off x="353507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h8748"/>
            <p:cNvSpPr/>
            <p:nvPr/>
          </p:nvSpPr>
          <p:spPr>
            <a:xfrm>
              <a:off x="354451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h8749"/>
            <p:cNvSpPr/>
            <p:nvPr/>
          </p:nvSpPr>
          <p:spPr>
            <a:xfrm>
              <a:off x="355395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h8750"/>
            <p:cNvSpPr/>
            <p:nvPr/>
          </p:nvSpPr>
          <p:spPr>
            <a:xfrm>
              <a:off x="356339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h8751"/>
            <p:cNvSpPr/>
            <p:nvPr/>
          </p:nvSpPr>
          <p:spPr>
            <a:xfrm>
              <a:off x="357283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h8752"/>
            <p:cNvSpPr/>
            <p:nvPr/>
          </p:nvSpPr>
          <p:spPr>
            <a:xfrm>
              <a:off x="358227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h8753"/>
            <p:cNvSpPr/>
            <p:nvPr/>
          </p:nvSpPr>
          <p:spPr>
            <a:xfrm>
              <a:off x="359171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h8754"/>
            <p:cNvSpPr/>
            <p:nvPr/>
          </p:nvSpPr>
          <p:spPr>
            <a:xfrm>
              <a:off x="360115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h8755"/>
            <p:cNvSpPr/>
            <p:nvPr/>
          </p:nvSpPr>
          <p:spPr>
            <a:xfrm>
              <a:off x="361059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h8756"/>
            <p:cNvSpPr/>
            <p:nvPr/>
          </p:nvSpPr>
          <p:spPr>
            <a:xfrm>
              <a:off x="362003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h8757"/>
            <p:cNvSpPr/>
            <p:nvPr/>
          </p:nvSpPr>
          <p:spPr>
            <a:xfrm>
              <a:off x="362947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h8758"/>
            <p:cNvSpPr/>
            <p:nvPr/>
          </p:nvSpPr>
          <p:spPr>
            <a:xfrm>
              <a:off x="363891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h8759"/>
            <p:cNvSpPr/>
            <p:nvPr/>
          </p:nvSpPr>
          <p:spPr>
            <a:xfrm>
              <a:off x="364836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h8760"/>
            <p:cNvSpPr/>
            <p:nvPr/>
          </p:nvSpPr>
          <p:spPr>
            <a:xfrm>
              <a:off x="365780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h8761"/>
            <p:cNvSpPr/>
            <p:nvPr/>
          </p:nvSpPr>
          <p:spPr>
            <a:xfrm>
              <a:off x="366724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h8762"/>
            <p:cNvSpPr/>
            <p:nvPr/>
          </p:nvSpPr>
          <p:spPr>
            <a:xfrm>
              <a:off x="367668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h8763"/>
            <p:cNvSpPr/>
            <p:nvPr/>
          </p:nvSpPr>
          <p:spPr>
            <a:xfrm>
              <a:off x="368612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h8764"/>
            <p:cNvSpPr/>
            <p:nvPr/>
          </p:nvSpPr>
          <p:spPr>
            <a:xfrm>
              <a:off x="369556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h8765"/>
            <p:cNvSpPr/>
            <p:nvPr/>
          </p:nvSpPr>
          <p:spPr>
            <a:xfrm>
              <a:off x="370500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h8766"/>
            <p:cNvSpPr/>
            <p:nvPr/>
          </p:nvSpPr>
          <p:spPr>
            <a:xfrm>
              <a:off x="371444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h8767"/>
            <p:cNvSpPr/>
            <p:nvPr/>
          </p:nvSpPr>
          <p:spPr>
            <a:xfrm>
              <a:off x="372388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h8768"/>
            <p:cNvSpPr/>
            <p:nvPr/>
          </p:nvSpPr>
          <p:spPr>
            <a:xfrm>
              <a:off x="373332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h8769"/>
            <p:cNvSpPr/>
            <p:nvPr/>
          </p:nvSpPr>
          <p:spPr>
            <a:xfrm>
              <a:off x="374276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h8770"/>
            <p:cNvSpPr/>
            <p:nvPr/>
          </p:nvSpPr>
          <p:spPr>
            <a:xfrm>
              <a:off x="375220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h8771"/>
            <p:cNvSpPr/>
            <p:nvPr/>
          </p:nvSpPr>
          <p:spPr>
            <a:xfrm>
              <a:off x="3771083" y="8149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005" y="896830"/>
                  </a:lnTo>
                  <a:lnTo>
                    <a:pt x="909508" y="902447"/>
                  </a:lnTo>
                  <a:lnTo>
                    <a:pt x="911176" y="903746"/>
                  </a:lnTo>
                  <a:lnTo>
                    <a:pt x="914400" y="906634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h8772"/>
            <p:cNvSpPr/>
            <p:nvPr/>
          </p:nvSpPr>
          <p:spPr>
            <a:xfrm>
              <a:off x="3771083" y="814918"/>
              <a:ext cx="922210" cy="914400"/>
            </a:xfrm>
            <a:custGeom>
              <a:avLst/>
              <a:pathLst>
                <a:path w="922210" h="914400">
                  <a:moveTo>
                    <a:pt x="914400" y="914400"/>
                  </a:moveTo>
                  <a:lnTo>
                    <a:pt x="914400" y="906634"/>
                  </a:lnTo>
                  <a:lnTo>
                    <a:pt x="916501" y="908516"/>
                  </a:lnTo>
                  <a:lnTo>
                    <a:pt x="921684" y="913796"/>
                  </a:lnTo>
                  <a:lnTo>
                    <a:pt x="922210" y="914400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h8773"/>
            <p:cNvSpPr/>
            <p:nvPr/>
          </p:nvSpPr>
          <p:spPr>
            <a:xfrm>
              <a:off x="3327392" y="77977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98" y="931969"/>
                  </a:lnTo>
                  <a:lnTo>
                    <a:pt x="905226" y="921848"/>
                  </a:lnTo>
                  <a:lnTo>
                    <a:pt x="905158" y="914400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h8774"/>
            <p:cNvSpPr/>
            <p:nvPr/>
          </p:nvSpPr>
          <p:spPr>
            <a:xfrm>
              <a:off x="332739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h8775"/>
            <p:cNvSpPr/>
            <p:nvPr/>
          </p:nvSpPr>
          <p:spPr>
            <a:xfrm>
              <a:off x="333683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h8776"/>
            <p:cNvSpPr/>
            <p:nvPr/>
          </p:nvSpPr>
          <p:spPr>
            <a:xfrm>
              <a:off x="334627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h8777"/>
            <p:cNvSpPr/>
            <p:nvPr/>
          </p:nvSpPr>
          <p:spPr>
            <a:xfrm>
              <a:off x="335571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h8778"/>
            <p:cNvSpPr/>
            <p:nvPr/>
          </p:nvSpPr>
          <p:spPr>
            <a:xfrm>
              <a:off x="336515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h8779"/>
            <p:cNvSpPr/>
            <p:nvPr/>
          </p:nvSpPr>
          <p:spPr>
            <a:xfrm>
              <a:off x="337459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h8780"/>
            <p:cNvSpPr/>
            <p:nvPr/>
          </p:nvSpPr>
          <p:spPr>
            <a:xfrm>
              <a:off x="338403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h8781"/>
            <p:cNvSpPr/>
            <p:nvPr/>
          </p:nvSpPr>
          <p:spPr>
            <a:xfrm>
              <a:off x="339347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h8782"/>
            <p:cNvSpPr/>
            <p:nvPr/>
          </p:nvSpPr>
          <p:spPr>
            <a:xfrm>
              <a:off x="340291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h8783"/>
            <p:cNvSpPr/>
            <p:nvPr/>
          </p:nvSpPr>
          <p:spPr>
            <a:xfrm>
              <a:off x="341235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h8784"/>
            <p:cNvSpPr/>
            <p:nvPr/>
          </p:nvSpPr>
          <p:spPr>
            <a:xfrm>
              <a:off x="342179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h8785"/>
            <p:cNvSpPr/>
            <p:nvPr/>
          </p:nvSpPr>
          <p:spPr>
            <a:xfrm>
              <a:off x="343123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h8786"/>
            <p:cNvSpPr/>
            <p:nvPr/>
          </p:nvSpPr>
          <p:spPr>
            <a:xfrm>
              <a:off x="344067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h8787"/>
            <p:cNvSpPr/>
            <p:nvPr/>
          </p:nvSpPr>
          <p:spPr>
            <a:xfrm>
              <a:off x="345011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h8788"/>
            <p:cNvSpPr/>
            <p:nvPr/>
          </p:nvSpPr>
          <p:spPr>
            <a:xfrm>
              <a:off x="345955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h8789"/>
            <p:cNvSpPr/>
            <p:nvPr/>
          </p:nvSpPr>
          <p:spPr>
            <a:xfrm>
              <a:off x="346899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h8790"/>
            <p:cNvSpPr/>
            <p:nvPr/>
          </p:nvSpPr>
          <p:spPr>
            <a:xfrm>
              <a:off x="347843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h8791"/>
            <p:cNvSpPr/>
            <p:nvPr/>
          </p:nvSpPr>
          <p:spPr>
            <a:xfrm>
              <a:off x="348787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h8792"/>
            <p:cNvSpPr/>
            <p:nvPr/>
          </p:nvSpPr>
          <p:spPr>
            <a:xfrm>
              <a:off x="349731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h8793"/>
            <p:cNvSpPr/>
            <p:nvPr/>
          </p:nvSpPr>
          <p:spPr>
            <a:xfrm>
              <a:off x="350675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h8794"/>
            <p:cNvSpPr/>
            <p:nvPr/>
          </p:nvSpPr>
          <p:spPr>
            <a:xfrm>
              <a:off x="351619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h8795"/>
            <p:cNvSpPr/>
            <p:nvPr/>
          </p:nvSpPr>
          <p:spPr>
            <a:xfrm>
              <a:off x="352563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h8796"/>
            <p:cNvSpPr/>
            <p:nvPr/>
          </p:nvSpPr>
          <p:spPr>
            <a:xfrm>
              <a:off x="353507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h8797"/>
            <p:cNvSpPr/>
            <p:nvPr/>
          </p:nvSpPr>
          <p:spPr>
            <a:xfrm>
              <a:off x="354451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h8798"/>
            <p:cNvSpPr/>
            <p:nvPr/>
          </p:nvSpPr>
          <p:spPr>
            <a:xfrm>
              <a:off x="355395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h8799"/>
            <p:cNvSpPr/>
            <p:nvPr/>
          </p:nvSpPr>
          <p:spPr>
            <a:xfrm>
              <a:off x="356339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h8800"/>
            <p:cNvSpPr/>
            <p:nvPr/>
          </p:nvSpPr>
          <p:spPr>
            <a:xfrm>
              <a:off x="357283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h8801"/>
            <p:cNvSpPr/>
            <p:nvPr/>
          </p:nvSpPr>
          <p:spPr>
            <a:xfrm>
              <a:off x="358227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h8802"/>
            <p:cNvSpPr/>
            <p:nvPr/>
          </p:nvSpPr>
          <p:spPr>
            <a:xfrm>
              <a:off x="359171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h8803"/>
            <p:cNvSpPr/>
            <p:nvPr/>
          </p:nvSpPr>
          <p:spPr>
            <a:xfrm>
              <a:off x="360115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h8804"/>
            <p:cNvSpPr/>
            <p:nvPr/>
          </p:nvSpPr>
          <p:spPr>
            <a:xfrm>
              <a:off x="361059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h8805"/>
            <p:cNvSpPr/>
            <p:nvPr/>
          </p:nvSpPr>
          <p:spPr>
            <a:xfrm>
              <a:off x="362003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h8806"/>
            <p:cNvSpPr/>
            <p:nvPr/>
          </p:nvSpPr>
          <p:spPr>
            <a:xfrm>
              <a:off x="362947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h8807"/>
            <p:cNvSpPr/>
            <p:nvPr/>
          </p:nvSpPr>
          <p:spPr>
            <a:xfrm>
              <a:off x="363891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h8808"/>
            <p:cNvSpPr/>
            <p:nvPr/>
          </p:nvSpPr>
          <p:spPr>
            <a:xfrm>
              <a:off x="364836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h8809"/>
            <p:cNvSpPr/>
            <p:nvPr/>
          </p:nvSpPr>
          <p:spPr>
            <a:xfrm>
              <a:off x="365780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h8810"/>
            <p:cNvSpPr/>
            <p:nvPr/>
          </p:nvSpPr>
          <p:spPr>
            <a:xfrm>
              <a:off x="366724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h8811"/>
            <p:cNvSpPr/>
            <p:nvPr/>
          </p:nvSpPr>
          <p:spPr>
            <a:xfrm>
              <a:off x="367668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h8812"/>
            <p:cNvSpPr/>
            <p:nvPr/>
          </p:nvSpPr>
          <p:spPr>
            <a:xfrm>
              <a:off x="368612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h8813"/>
            <p:cNvSpPr/>
            <p:nvPr/>
          </p:nvSpPr>
          <p:spPr>
            <a:xfrm>
              <a:off x="369556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h8814"/>
            <p:cNvSpPr/>
            <p:nvPr/>
          </p:nvSpPr>
          <p:spPr>
            <a:xfrm>
              <a:off x="370500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h8815"/>
            <p:cNvSpPr/>
            <p:nvPr/>
          </p:nvSpPr>
          <p:spPr>
            <a:xfrm>
              <a:off x="371444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h8816"/>
            <p:cNvSpPr/>
            <p:nvPr/>
          </p:nvSpPr>
          <p:spPr>
            <a:xfrm>
              <a:off x="372388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h8817"/>
            <p:cNvSpPr/>
            <p:nvPr/>
          </p:nvSpPr>
          <p:spPr>
            <a:xfrm>
              <a:off x="373332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h8818"/>
            <p:cNvSpPr/>
            <p:nvPr/>
          </p:nvSpPr>
          <p:spPr>
            <a:xfrm>
              <a:off x="374276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h8819"/>
            <p:cNvSpPr/>
            <p:nvPr/>
          </p:nvSpPr>
          <p:spPr>
            <a:xfrm>
              <a:off x="3761643" y="797348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7239" y="896830"/>
                  </a:lnTo>
                  <a:lnTo>
                    <a:pt x="907952" y="898001"/>
                  </a:lnTo>
                  <a:lnTo>
                    <a:pt x="912155" y="905658"/>
                  </a:lnTo>
                  <a:lnTo>
                    <a:pt x="914400" y="910195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h8820"/>
            <p:cNvSpPr/>
            <p:nvPr/>
          </p:nvSpPr>
          <p:spPr>
            <a:xfrm>
              <a:off x="3761643" y="797348"/>
              <a:ext cx="916446" cy="914399"/>
            </a:xfrm>
            <a:custGeom>
              <a:avLst/>
              <a:pathLst>
                <a:path w="916446" h="914399">
                  <a:moveTo>
                    <a:pt x="914400" y="914399"/>
                  </a:moveTo>
                  <a:lnTo>
                    <a:pt x="914400" y="910195"/>
                  </a:lnTo>
                  <a:lnTo>
                    <a:pt x="916139" y="913710"/>
                  </a:lnTo>
                  <a:lnTo>
                    <a:pt x="916446" y="91439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h8821"/>
            <p:cNvSpPr/>
            <p:nvPr/>
          </p:nvSpPr>
          <p:spPr>
            <a:xfrm>
              <a:off x="3317951" y="762209"/>
              <a:ext cx="914400" cy="924144"/>
            </a:xfrm>
            <a:custGeom>
              <a:avLst/>
              <a:pathLst>
                <a:path w="914400" h="924144">
                  <a:moveTo>
                    <a:pt x="914400" y="914400"/>
                  </a:moveTo>
                  <a:lnTo>
                    <a:pt x="914400" y="924144"/>
                  </a:lnTo>
                  <a:lnTo>
                    <a:pt x="914350" y="923939"/>
                  </a:lnTo>
                  <a:lnTo>
                    <a:pt x="912346" y="914400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h8822"/>
            <p:cNvSpPr/>
            <p:nvPr/>
          </p:nvSpPr>
          <p:spPr>
            <a:xfrm>
              <a:off x="331795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599" y="931969"/>
                  </a:lnTo>
                  <a:lnTo>
                    <a:pt x="914568" y="928606"/>
                  </a:lnTo>
                  <a:lnTo>
                    <a:pt x="914633" y="925106"/>
                  </a:lnTo>
                  <a:lnTo>
                    <a:pt x="914400" y="924144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h8823"/>
            <p:cNvSpPr/>
            <p:nvPr/>
          </p:nvSpPr>
          <p:spPr>
            <a:xfrm>
              <a:off x="332739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h8824"/>
            <p:cNvSpPr/>
            <p:nvPr/>
          </p:nvSpPr>
          <p:spPr>
            <a:xfrm>
              <a:off x="333683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h8825"/>
            <p:cNvSpPr/>
            <p:nvPr/>
          </p:nvSpPr>
          <p:spPr>
            <a:xfrm>
              <a:off x="334627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h8826"/>
            <p:cNvSpPr/>
            <p:nvPr/>
          </p:nvSpPr>
          <p:spPr>
            <a:xfrm>
              <a:off x="335571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h8827"/>
            <p:cNvSpPr/>
            <p:nvPr/>
          </p:nvSpPr>
          <p:spPr>
            <a:xfrm>
              <a:off x="336515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h8828"/>
            <p:cNvSpPr/>
            <p:nvPr/>
          </p:nvSpPr>
          <p:spPr>
            <a:xfrm>
              <a:off x="337459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h8829"/>
            <p:cNvSpPr/>
            <p:nvPr/>
          </p:nvSpPr>
          <p:spPr>
            <a:xfrm>
              <a:off x="338403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h8830"/>
            <p:cNvSpPr/>
            <p:nvPr/>
          </p:nvSpPr>
          <p:spPr>
            <a:xfrm>
              <a:off x="339347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h8831"/>
            <p:cNvSpPr/>
            <p:nvPr/>
          </p:nvSpPr>
          <p:spPr>
            <a:xfrm>
              <a:off x="340291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h8832"/>
            <p:cNvSpPr/>
            <p:nvPr/>
          </p:nvSpPr>
          <p:spPr>
            <a:xfrm>
              <a:off x="341235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h8833"/>
            <p:cNvSpPr/>
            <p:nvPr/>
          </p:nvSpPr>
          <p:spPr>
            <a:xfrm>
              <a:off x="342179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h8834"/>
            <p:cNvSpPr/>
            <p:nvPr/>
          </p:nvSpPr>
          <p:spPr>
            <a:xfrm>
              <a:off x="343123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h8835"/>
            <p:cNvSpPr/>
            <p:nvPr/>
          </p:nvSpPr>
          <p:spPr>
            <a:xfrm>
              <a:off x="344067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h8836"/>
            <p:cNvSpPr/>
            <p:nvPr/>
          </p:nvSpPr>
          <p:spPr>
            <a:xfrm>
              <a:off x="345011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h8837"/>
            <p:cNvSpPr/>
            <p:nvPr/>
          </p:nvSpPr>
          <p:spPr>
            <a:xfrm>
              <a:off x="345955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h8838"/>
            <p:cNvSpPr/>
            <p:nvPr/>
          </p:nvSpPr>
          <p:spPr>
            <a:xfrm>
              <a:off x="346899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h8839"/>
            <p:cNvSpPr/>
            <p:nvPr/>
          </p:nvSpPr>
          <p:spPr>
            <a:xfrm>
              <a:off x="347843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h8840"/>
            <p:cNvSpPr/>
            <p:nvPr/>
          </p:nvSpPr>
          <p:spPr>
            <a:xfrm>
              <a:off x="348787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h8841"/>
            <p:cNvSpPr/>
            <p:nvPr/>
          </p:nvSpPr>
          <p:spPr>
            <a:xfrm>
              <a:off x="349731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h8842"/>
            <p:cNvSpPr/>
            <p:nvPr/>
          </p:nvSpPr>
          <p:spPr>
            <a:xfrm>
              <a:off x="350675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h8843"/>
            <p:cNvSpPr/>
            <p:nvPr/>
          </p:nvSpPr>
          <p:spPr>
            <a:xfrm>
              <a:off x="351619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h8844"/>
            <p:cNvSpPr/>
            <p:nvPr/>
          </p:nvSpPr>
          <p:spPr>
            <a:xfrm>
              <a:off x="352563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h8845"/>
            <p:cNvSpPr/>
            <p:nvPr/>
          </p:nvSpPr>
          <p:spPr>
            <a:xfrm>
              <a:off x="353507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h8846"/>
            <p:cNvSpPr/>
            <p:nvPr/>
          </p:nvSpPr>
          <p:spPr>
            <a:xfrm>
              <a:off x="354451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h8847"/>
            <p:cNvSpPr/>
            <p:nvPr/>
          </p:nvSpPr>
          <p:spPr>
            <a:xfrm>
              <a:off x="355395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h8848"/>
            <p:cNvSpPr/>
            <p:nvPr/>
          </p:nvSpPr>
          <p:spPr>
            <a:xfrm>
              <a:off x="356339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h8849"/>
            <p:cNvSpPr/>
            <p:nvPr/>
          </p:nvSpPr>
          <p:spPr>
            <a:xfrm>
              <a:off x="357283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h8850"/>
            <p:cNvSpPr/>
            <p:nvPr/>
          </p:nvSpPr>
          <p:spPr>
            <a:xfrm>
              <a:off x="358227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h8851"/>
            <p:cNvSpPr/>
            <p:nvPr/>
          </p:nvSpPr>
          <p:spPr>
            <a:xfrm>
              <a:off x="359171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h8852"/>
            <p:cNvSpPr/>
            <p:nvPr/>
          </p:nvSpPr>
          <p:spPr>
            <a:xfrm>
              <a:off x="360115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h8853"/>
            <p:cNvSpPr/>
            <p:nvPr/>
          </p:nvSpPr>
          <p:spPr>
            <a:xfrm>
              <a:off x="361059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h8854"/>
            <p:cNvSpPr/>
            <p:nvPr/>
          </p:nvSpPr>
          <p:spPr>
            <a:xfrm>
              <a:off x="362003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h8855"/>
            <p:cNvSpPr/>
            <p:nvPr/>
          </p:nvSpPr>
          <p:spPr>
            <a:xfrm>
              <a:off x="362947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h8856"/>
            <p:cNvSpPr/>
            <p:nvPr/>
          </p:nvSpPr>
          <p:spPr>
            <a:xfrm>
              <a:off x="363891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h8857"/>
            <p:cNvSpPr/>
            <p:nvPr/>
          </p:nvSpPr>
          <p:spPr>
            <a:xfrm>
              <a:off x="364836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h8858"/>
            <p:cNvSpPr/>
            <p:nvPr/>
          </p:nvSpPr>
          <p:spPr>
            <a:xfrm>
              <a:off x="365780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h8859"/>
            <p:cNvSpPr/>
            <p:nvPr/>
          </p:nvSpPr>
          <p:spPr>
            <a:xfrm>
              <a:off x="366724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h8860"/>
            <p:cNvSpPr/>
            <p:nvPr/>
          </p:nvSpPr>
          <p:spPr>
            <a:xfrm>
              <a:off x="367668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h8861"/>
            <p:cNvSpPr/>
            <p:nvPr/>
          </p:nvSpPr>
          <p:spPr>
            <a:xfrm>
              <a:off x="368612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h8862"/>
            <p:cNvSpPr/>
            <p:nvPr/>
          </p:nvSpPr>
          <p:spPr>
            <a:xfrm>
              <a:off x="369556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h8863"/>
            <p:cNvSpPr/>
            <p:nvPr/>
          </p:nvSpPr>
          <p:spPr>
            <a:xfrm>
              <a:off x="370500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h8864"/>
            <p:cNvSpPr/>
            <p:nvPr/>
          </p:nvSpPr>
          <p:spPr>
            <a:xfrm>
              <a:off x="371444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h8865"/>
            <p:cNvSpPr/>
            <p:nvPr/>
          </p:nvSpPr>
          <p:spPr>
            <a:xfrm>
              <a:off x="372388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h8866"/>
            <p:cNvSpPr/>
            <p:nvPr/>
          </p:nvSpPr>
          <p:spPr>
            <a:xfrm>
              <a:off x="3742762" y="7797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274" y="896830"/>
                  </a:lnTo>
                  <a:lnTo>
                    <a:pt x="914400" y="896997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h8867"/>
            <p:cNvSpPr/>
            <p:nvPr/>
          </p:nvSpPr>
          <p:spPr>
            <a:xfrm>
              <a:off x="3752202" y="7797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997"/>
                  </a:lnTo>
                  <a:lnTo>
                    <a:pt x="908375" y="901525"/>
                  </a:lnTo>
                  <a:lnTo>
                    <a:pt x="912982" y="908330"/>
                  </a:lnTo>
                  <a:lnTo>
                    <a:pt x="914400" y="910657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h8868"/>
            <p:cNvSpPr/>
            <p:nvPr/>
          </p:nvSpPr>
          <p:spPr>
            <a:xfrm>
              <a:off x="3752202" y="779779"/>
              <a:ext cx="916679" cy="914400"/>
            </a:xfrm>
            <a:custGeom>
              <a:avLst/>
              <a:pathLst>
                <a:path w="916679" h="914400">
                  <a:moveTo>
                    <a:pt x="914400" y="914400"/>
                  </a:moveTo>
                  <a:lnTo>
                    <a:pt x="914400" y="910657"/>
                  </a:lnTo>
                  <a:lnTo>
                    <a:pt x="916679" y="914400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h8869"/>
            <p:cNvSpPr/>
            <p:nvPr/>
          </p:nvSpPr>
          <p:spPr>
            <a:xfrm>
              <a:off x="3317951" y="74463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46" y="931969"/>
                  </a:lnTo>
                  <a:lnTo>
                    <a:pt x="912250" y="931510"/>
                  </a:lnTo>
                  <a:lnTo>
                    <a:pt x="910426" y="921325"/>
                  </a:lnTo>
                  <a:lnTo>
                    <a:pt x="909393" y="914400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h8870"/>
            <p:cNvSpPr/>
            <p:nvPr/>
          </p:nvSpPr>
          <p:spPr>
            <a:xfrm>
              <a:off x="331795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h8871"/>
            <p:cNvSpPr/>
            <p:nvPr/>
          </p:nvSpPr>
          <p:spPr>
            <a:xfrm>
              <a:off x="332739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h8872"/>
            <p:cNvSpPr/>
            <p:nvPr/>
          </p:nvSpPr>
          <p:spPr>
            <a:xfrm>
              <a:off x="333683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h8873"/>
            <p:cNvSpPr/>
            <p:nvPr/>
          </p:nvSpPr>
          <p:spPr>
            <a:xfrm>
              <a:off x="334627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h8874"/>
            <p:cNvSpPr/>
            <p:nvPr/>
          </p:nvSpPr>
          <p:spPr>
            <a:xfrm>
              <a:off x="335571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h8875"/>
            <p:cNvSpPr/>
            <p:nvPr/>
          </p:nvSpPr>
          <p:spPr>
            <a:xfrm>
              <a:off x="336515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h8876"/>
            <p:cNvSpPr/>
            <p:nvPr/>
          </p:nvSpPr>
          <p:spPr>
            <a:xfrm>
              <a:off x="337459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h8877"/>
            <p:cNvSpPr/>
            <p:nvPr/>
          </p:nvSpPr>
          <p:spPr>
            <a:xfrm>
              <a:off x="338403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h8878"/>
            <p:cNvSpPr/>
            <p:nvPr/>
          </p:nvSpPr>
          <p:spPr>
            <a:xfrm>
              <a:off x="339347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h8879"/>
            <p:cNvSpPr/>
            <p:nvPr/>
          </p:nvSpPr>
          <p:spPr>
            <a:xfrm>
              <a:off x="340291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h8880"/>
            <p:cNvSpPr/>
            <p:nvPr/>
          </p:nvSpPr>
          <p:spPr>
            <a:xfrm>
              <a:off x="341235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h8881"/>
            <p:cNvSpPr/>
            <p:nvPr/>
          </p:nvSpPr>
          <p:spPr>
            <a:xfrm>
              <a:off x="342179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h8882"/>
            <p:cNvSpPr/>
            <p:nvPr/>
          </p:nvSpPr>
          <p:spPr>
            <a:xfrm>
              <a:off x="343123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h8883"/>
            <p:cNvSpPr/>
            <p:nvPr/>
          </p:nvSpPr>
          <p:spPr>
            <a:xfrm>
              <a:off x="344067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h8884"/>
            <p:cNvSpPr/>
            <p:nvPr/>
          </p:nvSpPr>
          <p:spPr>
            <a:xfrm>
              <a:off x="345011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h8885"/>
            <p:cNvSpPr/>
            <p:nvPr/>
          </p:nvSpPr>
          <p:spPr>
            <a:xfrm>
              <a:off x="345955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h8886"/>
            <p:cNvSpPr/>
            <p:nvPr/>
          </p:nvSpPr>
          <p:spPr>
            <a:xfrm>
              <a:off x="346899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h8887"/>
            <p:cNvSpPr/>
            <p:nvPr/>
          </p:nvSpPr>
          <p:spPr>
            <a:xfrm>
              <a:off x="347843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h8888"/>
            <p:cNvSpPr/>
            <p:nvPr/>
          </p:nvSpPr>
          <p:spPr>
            <a:xfrm>
              <a:off x="348787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h8889"/>
            <p:cNvSpPr/>
            <p:nvPr/>
          </p:nvSpPr>
          <p:spPr>
            <a:xfrm>
              <a:off x="349731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h8890"/>
            <p:cNvSpPr/>
            <p:nvPr/>
          </p:nvSpPr>
          <p:spPr>
            <a:xfrm>
              <a:off x="350675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h8891"/>
            <p:cNvSpPr/>
            <p:nvPr/>
          </p:nvSpPr>
          <p:spPr>
            <a:xfrm>
              <a:off x="351619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h8892"/>
            <p:cNvSpPr/>
            <p:nvPr/>
          </p:nvSpPr>
          <p:spPr>
            <a:xfrm>
              <a:off x="352563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h8893"/>
            <p:cNvSpPr/>
            <p:nvPr/>
          </p:nvSpPr>
          <p:spPr>
            <a:xfrm>
              <a:off x="353507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h8894"/>
            <p:cNvSpPr/>
            <p:nvPr/>
          </p:nvSpPr>
          <p:spPr>
            <a:xfrm>
              <a:off x="354451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h8895"/>
            <p:cNvSpPr/>
            <p:nvPr/>
          </p:nvSpPr>
          <p:spPr>
            <a:xfrm>
              <a:off x="355395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h8896"/>
            <p:cNvSpPr/>
            <p:nvPr/>
          </p:nvSpPr>
          <p:spPr>
            <a:xfrm>
              <a:off x="356339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h8897"/>
            <p:cNvSpPr/>
            <p:nvPr/>
          </p:nvSpPr>
          <p:spPr>
            <a:xfrm>
              <a:off x="357283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h8898"/>
            <p:cNvSpPr/>
            <p:nvPr/>
          </p:nvSpPr>
          <p:spPr>
            <a:xfrm>
              <a:off x="358227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h8899"/>
            <p:cNvSpPr/>
            <p:nvPr/>
          </p:nvSpPr>
          <p:spPr>
            <a:xfrm>
              <a:off x="359171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h8900"/>
            <p:cNvSpPr/>
            <p:nvPr/>
          </p:nvSpPr>
          <p:spPr>
            <a:xfrm>
              <a:off x="360115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h8901"/>
            <p:cNvSpPr/>
            <p:nvPr/>
          </p:nvSpPr>
          <p:spPr>
            <a:xfrm>
              <a:off x="361059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h8902"/>
            <p:cNvSpPr/>
            <p:nvPr/>
          </p:nvSpPr>
          <p:spPr>
            <a:xfrm>
              <a:off x="362003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h8903"/>
            <p:cNvSpPr/>
            <p:nvPr/>
          </p:nvSpPr>
          <p:spPr>
            <a:xfrm>
              <a:off x="362947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h8904"/>
            <p:cNvSpPr/>
            <p:nvPr/>
          </p:nvSpPr>
          <p:spPr>
            <a:xfrm>
              <a:off x="363891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h8905"/>
            <p:cNvSpPr/>
            <p:nvPr/>
          </p:nvSpPr>
          <p:spPr>
            <a:xfrm>
              <a:off x="364836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h8906"/>
            <p:cNvSpPr/>
            <p:nvPr/>
          </p:nvSpPr>
          <p:spPr>
            <a:xfrm>
              <a:off x="365780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h8907"/>
            <p:cNvSpPr/>
            <p:nvPr/>
          </p:nvSpPr>
          <p:spPr>
            <a:xfrm>
              <a:off x="366724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h8908"/>
            <p:cNvSpPr/>
            <p:nvPr/>
          </p:nvSpPr>
          <p:spPr>
            <a:xfrm>
              <a:off x="367668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h8909"/>
            <p:cNvSpPr/>
            <p:nvPr/>
          </p:nvSpPr>
          <p:spPr>
            <a:xfrm>
              <a:off x="368612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h8910"/>
            <p:cNvSpPr/>
            <p:nvPr/>
          </p:nvSpPr>
          <p:spPr>
            <a:xfrm>
              <a:off x="369556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h8911"/>
            <p:cNvSpPr/>
            <p:nvPr/>
          </p:nvSpPr>
          <p:spPr>
            <a:xfrm>
              <a:off x="370500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h8912"/>
            <p:cNvSpPr/>
            <p:nvPr/>
          </p:nvSpPr>
          <p:spPr>
            <a:xfrm>
              <a:off x="371444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h8913"/>
            <p:cNvSpPr/>
            <p:nvPr/>
          </p:nvSpPr>
          <p:spPr>
            <a:xfrm>
              <a:off x="3733322" y="76220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702" y="896834"/>
                  </a:lnTo>
                  <a:lnTo>
                    <a:pt x="908171" y="897298"/>
                  </a:lnTo>
                  <a:lnTo>
                    <a:pt x="908639" y="897762"/>
                  </a:lnTo>
                  <a:lnTo>
                    <a:pt x="909108" y="898226"/>
                  </a:lnTo>
                  <a:lnTo>
                    <a:pt x="909576" y="898689"/>
                  </a:lnTo>
                  <a:lnTo>
                    <a:pt x="910045" y="899153"/>
                  </a:lnTo>
                  <a:lnTo>
                    <a:pt x="910513" y="899617"/>
                  </a:lnTo>
                  <a:lnTo>
                    <a:pt x="910982" y="900081"/>
                  </a:lnTo>
                  <a:lnTo>
                    <a:pt x="911450" y="900545"/>
                  </a:lnTo>
                  <a:lnTo>
                    <a:pt x="911918" y="901009"/>
                  </a:lnTo>
                  <a:lnTo>
                    <a:pt x="912387" y="901473"/>
                  </a:lnTo>
                  <a:lnTo>
                    <a:pt x="914400" y="903593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h8914"/>
            <p:cNvSpPr/>
            <p:nvPr/>
          </p:nvSpPr>
          <p:spPr>
            <a:xfrm>
              <a:off x="3733322" y="762209"/>
              <a:ext cx="923714" cy="914400"/>
            </a:xfrm>
            <a:custGeom>
              <a:avLst/>
              <a:pathLst>
                <a:path w="923714" h="914400">
                  <a:moveTo>
                    <a:pt x="914400" y="914400"/>
                  </a:moveTo>
                  <a:lnTo>
                    <a:pt x="914400" y="903593"/>
                  </a:lnTo>
                  <a:lnTo>
                    <a:pt x="917505" y="906865"/>
                  </a:lnTo>
                  <a:lnTo>
                    <a:pt x="922465" y="912744"/>
                  </a:lnTo>
                  <a:lnTo>
                    <a:pt x="923714" y="914400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h8915"/>
            <p:cNvSpPr/>
            <p:nvPr/>
          </p:nvSpPr>
          <p:spPr>
            <a:xfrm>
              <a:off x="3317951" y="72706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9393" y="931969"/>
                  </a:lnTo>
                  <a:lnTo>
                    <a:pt x="908884" y="928551"/>
                  </a:lnTo>
                  <a:lnTo>
                    <a:pt x="907626" y="918074"/>
                  </a:lnTo>
                  <a:lnTo>
                    <a:pt x="907289" y="91439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h8916"/>
            <p:cNvSpPr/>
            <p:nvPr/>
          </p:nvSpPr>
          <p:spPr>
            <a:xfrm>
              <a:off x="331795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h8917"/>
            <p:cNvSpPr/>
            <p:nvPr/>
          </p:nvSpPr>
          <p:spPr>
            <a:xfrm>
              <a:off x="332739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h8918"/>
            <p:cNvSpPr/>
            <p:nvPr/>
          </p:nvSpPr>
          <p:spPr>
            <a:xfrm>
              <a:off x="333683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h8919"/>
            <p:cNvSpPr/>
            <p:nvPr/>
          </p:nvSpPr>
          <p:spPr>
            <a:xfrm>
              <a:off x="334627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h8920"/>
            <p:cNvSpPr/>
            <p:nvPr/>
          </p:nvSpPr>
          <p:spPr>
            <a:xfrm>
              <a:off x="335571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h8921"/>
            <p:cNvSpPr/>
            <p:nvPr/>
          </p:nvSpPr>
          <p:spPr>
            <a:xfrm>
              <a:off x="336515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h8922"/>
            <p:cNvSpPr/>
            <p:nvPr/>
          </p:nvSpPr>
          <p:spPr>
            <a:xfrm>
              <a:off x="337459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h8923"/>
            <p:cNvSpPr/>
            <p:nvPr/>
          </p:nvSpPr>
          <p:spPr>
            <a:xfrm>
              <a:off x="338403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h8924"/>
            <p:cNvSpPr/>
            <p:nvPr/>
          </p:nvSpPr>
          <p:spPr>
            <a:xfrm>
              <a:off x="339347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h8925"/>
            <p:cNvSpPr/>
            <p:nvPr/>
          </p:nvSpPr>
          <p:spPr>
            <a:xfrm>
              <a:off x="340291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h8926"/>
            <p:cNvSpPr/>
            <p:nvPr/>
          </p:nvSpPr>
          <p:spPr>
            <a:xfrm>
              <a:off x="341235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h8927"/>
            <p:cNvSpPr/>
            <p:nvPr/>
          </p:nvSpPr>
          <p:spPr>
            <a:xfrm>
              <a:off x="342179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h8928"/>
            <p:cNvSpPr/>
            <p:nvPr/>
          </p:nvSpPr>
          <p:spPr>
            <a:xfrm>
              <a:off x="343123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h8929"/>
            <p:cNvSpPr/>
            <p:nvPr/>
          </p:nvSpPr>
          <p:spPr>
            <a:xfrm>
              <a:off x="344067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h8930"/>
            <p:cNvSpPr/>
            <p:nvPr/>
          </p:nvSpPr>
          <p:spPr>
            <a:xfrm>
              <a:off x="345011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h8931"/>
            <p:cNvSpPr/>
            <p:nvPr/>
          </p:nvSpPr>
          <p:spPr>
            <a:xfrm>
              <a:off x="345955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h8932"/>
            <p:cNvSpPr/>
            <p:nvPr/>
          </p:nvSpPr>
          <p:spPr>
            <a:xfrm>
              <a:off x="346899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h8933"/>
            <p:cNvSpPr/>
            <p:nvPr/>
          </p:nvSpPr>
          <p:spPr>
            <a:xfrm>
              <a:off x="347843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h8934"/>
            <p:cNvSpPr/>
            <p:nvPr/>
          </p:nvSpPr>
          <p:spPr>
            <a:xfrm>
              <a:off x="348787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h8935"/>
            <p:cNvSpPr/>
            <p:nvPr/>
          </p:nvSpPr>
          <p:spPr>
            <a:xfrm>
              <a:off x="349731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h8936"/>
            <p:cNvSpPr/>
            <p:nvPr/>
          </p:nvSpPr>
          <p:spPr>
            <a:xfrm>
              <a:off x="350675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h8937"/>
            <p:cNvSpPr/>
            <p:nvPr/>
          </p:nvSpPr>
          <p:spPr>
            <a:xfrm>
              <a:off x="351619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h8938"/>
            <p:cNvSpPr/>
            <p:nvPr/>
          </p:nvSpPr>
          <p:spPr>
            <a:xfrm>
              <a:off x="352563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h8939"/>
            <p:cNvSpPr/>
            <p:nvPr/>
          </p:nvSpPr>
          <p:spPr>
            <a:xfrm>
              <a:off x="353507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h8940"/>
            <p:cNvSpPr/>
            <p:nvPr/>
          </p:nvSpPr>
          <p:spPr>
            <a:xfrm>
              <a:off x="354451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h8941"/>
            <p:cNvSpPr/>
            <p:nvPr/>
          </p:nvSpPr>
          <p:spPr>
            <a:xfrm>
              <a:off x="355395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h8942"/>
            <p:cNvSpPr/>
            <p:nvPr/>
          </p:nvSpPr>
          <p:spPr>
            <a:xfrm>
              <a:off x="356339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h8943"/>
            <p:cNvSpPr/>
            <p:nvPr/>
          </p:nvSpPr>
          <p:spPr>
            <a:xfrm>
              <a:off x="357283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h8944"/>
            <p:cNvSpPr/>
            <p:nvPr/>
          </p:nvSpPr>
          <p:spPr>
            <a:xfrm>
              <a:off x="358227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h8945"/>
            <p:cNvSpPr/>
            <p:nvPr/>
          </p:nvSpPr>
          <p:spPr>
            <a:xfrm>
              <a:off x="359171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h8946"/>
            <p:cNvSpPr/>
            <p:nvPr/>
          </p:nvSpPr>
          <p:spPr>
            <a:xfrm>
              <a:off x="360115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h8947"/>
            <p:cNvSpPr/>
            <p:nvPr/>
          </p:nvSpPr>
          <p:spPr>
            <a:xfrm>
              <a:off x="361059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h8948"/>
            <p:cNvSpPr/>
            <p:nvPr/>
          </p:nvSpPr>
          <p:spPr>
            <a:xfrm>
              <a:off x="362003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h8949"/>
            <p:cNvSpPr/>
            <p:nvPr/>
          </p:nvSpPr>
          <p:spPr>
            <a:xfrm>
              <a:off x="362947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h8950"/>
            <p:cNvSpPr/>
            <p:nvPr/>
          </p:nvSpPr>
          <p:spPr>
            <a:xfrm>
              <a:off x="363891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h8951"/>
            <p:cNvSpPr/>
            <p:nvPr/>
          </p:nvSpPr>
          <p:spPr>
            <a:xfrm>
              <a:off x="364836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h8952"/>
            <p:cNvSpPr/>
            <p:nvPr/>
          </p:nvSpPr>
          <p:spPr>
            <a:xfrm>
              <a:off x="365780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h8953"/>
            <p:cNvSpPr/>
            <p:nvPr/>
          </p:nvSpPr>
          <p:spPr>
            <a:xfrm>
              <a:off x="366724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h8954"/>
            <p:cNvSpPr/>
            <p:nvPr/>
          </p:nvSpPr>
          <p:spPr>
            <a:xfrm>
              <a:off x="367668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h8955"/>
            <p:cNvSpPr/>
            <p:nvPr/>
          </p:nvSpPr>
          <p:spPr>
            <a:xfrm>
              <a:off x="368612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h8956"/>
            <p:cNvSpPr/>
            <p:nvPr/>
          </p:nvSpPr>
          <p:spPr>
            <a:xfrm>
              <a:off x="369556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h8957"/>
            <p:cNvSpPr/>
            <p:nvPr/>
          </p:nvSpPr>
          <p:spPr>
            <a:xfrm>
              <a:off x="3714441" y="74463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85" y="896830"/>
                  </a:lnTo>
                  <a:lnTo>
                    <a:pt x="909218" y="897256"/>
                  </a:lnTo>
                  <a:lnTo>
                    <a:pt x="909688" y="897719"/>
                  </a:lnTo>
                  <a:lnTo>
                    <a:pt x="910158" y="898182"/>
                  </a:lnTo>
                  <a:lnTo>
                    <a:pt x="910628" y="898646"/>
                  </a:lnTo>
                  <a:lnTo>
                    <a:pt x="911098" y="899109"/>
                  </a:lnTo>
                  <a:lnTo>
                    <a:pt x="911567" y="899572"/>
                  </a:lnTo>
                  <a:lnTo>
                    <a:pt x="912037" y="900035"/>
                  </a:lnTo>
                  <a:lnTo>
                    <a:pt x="912507" y="900499"/>
                  </a:lnTo>
                  <a:lnTo>
                    <a:pt x="912977" y="900962"/>
                  </a:lnTo>
                  <a:lnTo>
                    <a:pt x="913446" y="901425"/>
                  </a:lnTo>
                  <a:lnTo>
                    <a:pt x="913916" y="901888"/>
                  </a:lnTo>
                  <a:lnTo>
                    <a:pt x="914400" y="902365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h8958"/>
            <p:cNvSpPr/>
            <p:nvPr/>
          </p:nvSpPr>
          <p:spPr>
            <a:xfrm>
              <a:off x="3723882" y="74463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365"/>
                  </a:lnTo>
                  <a:lnTo>
                    <a:pt x="905415" y="902815"/>
                  </a:lnTo>
                  <a:lnTo>
                    <a:pt x="905885" y="903278"/>
                  </a:lnTo>
                  <a:lnTo>
                    <a:pt x="906354" y="903742"/>
                  </a:lnTo>
                  <a:lnTo>
                    <a:pt x="906824" y="904205"/>
                  </a:lnTo>
                  <a:lnTo>
                    <a:pt x="907293" y="904669"/>
                  </a:lnTo>
                  <a:lnTo>
                    <a:pt x="907762" y="905132"/>
                  </a:lnTo>
                  <a:lnTo>
                    <a:pt x="908232" y="905596"/>
                  </a:lnTo>
                  <a:lnTo>
                    <a:pt x="908701" y="906059"/>
                  </a:lnTo>
                  <a:lnTo>
                    <a:pt x="909170" y="906522"/>
                  </a:lnTo>
                  <a:lnTo>
                    <a:pt x="909640" y="906986"/>
                  </a:lnTo>
                  <a:lnTo>
                    <a:pt x="910109" y="907449"/>
                  </a:lnTo>
                  <a:lnTo>
                    <a:pt x="910578" y="907913"/>
                  </a:lnTo>
                  <a:lnTo>
                    <a:pt x="911047" y="908377"/>
                  </a:lnTo>
                  <a:lnTo>
                    <a:pt x="911516" y="908840"/>
                  </a:lnTo>
                  <a:lnTo>
                    <a:pt x="911985" y="909304"/>
                  </a:lnTo>
                  <a:lnTo>
                    <a:pt x="912454" y="909767"/>
                  </a:lnTo>
                  <a:lnTo>
                    <a:pt x="912923" y="910231"/>
                  </a:lnTo>
                  <a:lnTo>
                    <a:pt x="913392" y="910694"/>
                  </a:lnTo>
                  <a:lnTo>
                    <a:pt x="913861" y="911158"/>
                  </a:lnTo>
                  <a:lnTo>
                    <a:pt x="914400" y="911691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h8959"/>
            <p:cNvSpPr/>
            <p:nvPr/>
          </p:nvSpPr>
          <p:spPr>
            <a:xfrm>
              <a:off x="3723882" y="744639"/>
              <a:ext cx="917138" cy="914400"/>
            </a:xfrm>
            <a:custGeom>
              <a:avLst/>
              <a:pathLst>
                <a:path w="917138" h="914400">
                  <a:moveTo>
                    <a:pt x="914400" y="914400"/>
                  </a:moveTo>
                  <a:lnTo>
                    <a:pt x="914400" y="911691"/>
                  </a:lnTo>
                  <a:lnTo>
                    <a:pt x="914799" y="912085"/>
                  </a:lnTo>
                  <a:lnTo>
                    <a:pt x="915268" y="912549"/>
                  </a:lnTo>
                  <a:lnTo>
                    <a:pt x="915736" y="913013"/>
                  </a:lnTo>
                  <a:lnTo>
                    <a:pt x="916205" y="913477"/>
                  </a:lnTo>
                  <a:lnTo>
                    <a:pt x="916674" y="913940"/>
                  </a:lnTo>
                  <a:lnTo>
                    <a:pt x="917138" y="914400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h8960"/>
            <p:cNvSpPr/>
            <p:nvPr/>
          </p:nvSpPr>
          <p:spPr>
            <a:xfrm>
              <a:off x="3317951" y="70949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289" y="931969"/>
                  </a:lnTo>
                  <a:lnTo>
                    <a:pt x="906656" y="925061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h8961"/>
            <p:cNvSpPr/>
            <p:nvPr/>
          </p:nvSpPr>
          <p:spPr>
            <a:xfrm>
              <a:off x="3317951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h8962"/>
            <p:cNvSpPr/>
            <p:nvPr/>
          </p:nvSpPr>
          <p:spPr>
            <a:xfrm>
              <a:off x="332739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h8963"/>
            <p:cNvSpPr/>
            <p:nvPr/>
          </p:nvSpPr>
          <p:spPr>
            <a:xfrm>
              <a:off x="333683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h8964"/>
            <p:cNvSpPr/>
            <p:nvPr/>
          </p:nvSpPr>
          <p:spPr>
            <a:xfrm>
              <a:off x="334627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h8965"/>
            <p:cNvSpPr/>
            <p:nvPr/>
          </p:nvSpPr>
          <p:spPr>
            <a:xfrm>
              <a:off x="335571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h8966"/>
            <p:cNvSpPr/>
            <p:nvPr/>
          </p:nvSpPr>
          <p:spPr>
            <a:xfrm>
              <a:off x="336515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h8967"/>
            <p:cNvSpPr/>
            <p:nvPr/>
          </p:nvSpPr>
          <p:spPr>
            <a:xfrm>
              <a:off x="337459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h8968"/>
            <p:cNvSpPr/>
            <p:nvPr/>
          </p:nvSpPr>
          <p:spPr>
            <a:xfrm>
              <a:off x="338403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h8969"/>
            <p:cNvSpPr/>
            <p:nvPr/>
          </p:nvSpPr>
          <p:spPr>
            <a:xfrm>
              <a:off x="339347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h8970"/>
            <p:cNvSpPr/>
            <p:nvPr/>
          </p:nvSpPr>
          <p:spPr>
            <a:xfrm>
              <a:off x="340291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h8971"/>
            <p:cNvSpPr/>
            <p:nvPr/>
          </p:nvSpPr>
          <p:spPr>
            <a:xfrm>
              <a:off x="341235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h8972"/>
            <p:cNvSpPr/>
            <p:nvPr/>
          </p:nvSpPr>
          <p:spPr>
            <a:xfrm>
              <a:off x="342179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h8973"/>
            <p:cNvSpPr/>
            <p:nvPr/>
          </p:nvSpPr>
          <p:spPr>
            <a:xfrm>
              <a:off x="343123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h8974"/>
            <p:cNvSpPr/>
            <p:nvPr/>
          </p:nvSpPr>
          <p:spPr>
            <a:xfrm>
              <a:off x="344067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h8975"/>
            <p:cNvSpPr/>
            <p:nvPr/>
          </p:nvSpPr>
          <p:spPr>
            <a:xfrm>
              <a:off x="345011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h8976"/>
            <p:cNvSpPr/>
            <p:nvPr/>
          </p:nvSpPr>
          <p:spPr>
            <a:xfrm>
              <a:off x="345955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h8977"/>
            <p:cNvSpPr/>
            <p:nvPr/>
          </p:nvSpPr>
          <p:spPr>
            <a:xfrm>
              <a:off x="346899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h8978"/>
            <p:cNvSpPr/>
            <p:nvPr/>
          </p:nvSpPr>
          <p:spPr>
            <a:xfrm>
              <a:off x="347843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h8979"/>
            <p:cNvSpPr/>
            <p:nvPr/>
          </p:nvSpPr>
          <p:spPr>
            <a:xfrm>
              <a:off x="348787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h8980"/>
            <p:cNvSpPr/>
            <p:nvPr/>
          </p:nvSpPr>
          <p:spPr>
            <a:xfrm>
              <a:off x="349731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h8981"/>
            <p:cNvSpPr/>
            <p:nvPr/>
          </p:nvSpPr>
          <p:spPr>
            <a:xfrm>
              <a:off x="350675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h8982"/>
            <p:cNvSpPr/>
            <p:nvPr/>
          </p:nvSpPr>
          <p:spPr>
            <a:xfrm>
              <a:off x="351619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h8983"/>
            <p:cNvSpPr/>
            <p:nvPr/>
          </p:nvSpPr>
          <p:spPr>
            <a:xfrm>
              <a:off x="352563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h8984"/>
            <p:cNvSpPr/>
            <p:nvPr/>
          </p:nvSpPr>
          <p:spPr>
            <a:xfrm>
              <a:off x="353507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h8985"/>
            <p:cNvSpPr/>
            <p:nvPr/>
          </p:nvSpPr>
          <p:spPr>
            <a:xfrm>
              <a:off x="354451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h8986"/>
            <p:cNvSpPr/>
            <p:nvPr/>
          </p:nvSpPr>
          <p:spPr>
            <a:xfrm>
              <a:off x="355395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h8987"/>
            <p:cNvSpPr/>
            <p:nvPr/>
          </p:nvSpPr>
          <p:spPr>
            <a:xfrm>
              <a:off x="356339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h8988"/>
            <p:cNvSpPr/>
            <p:nvPr/>
          </p:nvSpPr>
          <p:spPr>
            <a:xfrm>
              <a:off x="357283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h8989"/>
            <p:cNvSpPr/>
            <p:nvPr/>
          </p:nvSpPr>
          <p:spPr>
            <a:xfrm>
              <a:off x="358227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h8990"/>
            <p:cNvSpPr/>
            <p:nvPr/>
          </p:nvSpPr>
          <p:spPr>
            <a:xfrm>
              <a:off x="359171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h8991"/>
            <p:cNvSpPr/>
            <p:nvPr/>
          </p:nvSpPr>
          <p:spPr>
            <a:xfrm>
              <a:off x="360115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h8992"/>
            <p:cNvSpPr/>
            <p:nvPr/>
          </p:nvSpPr>
          <p:spPr>
            <a:xfrm>
              <a:off x="361059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h8993"/>
            <p:cNvSpPr/>
            <p:nvPr/>
          </p:nvSpPr>
          <p:spPr>
            <a:xfrm>
              <a:off x="362003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h8994"/>
            <p:cNvSpPr/>
            <p:nvPr/>
          </p:nvSpPr>
          <p:spPr>
            <a:xfrm>
              <a:off x="362947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h8995"/>
            <p:cNvSpPr/>
            <p:nvPr/>
          </p:nvSpPr>
          <p:spPr>
            <a:xfrm>
              <a:off x="363891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h8996"/>
            <p:cNvSpPr/>
            <p:nvPr/>
          </p:nvSpPr>
          <p:spPr>
            <a:xfrm>
              <a:off x="364836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h8997"/>
            <p:cNvSpPr/>
            <p:nvPr/>
          </p:nvSpPr>
          <p:spPr>
            <a:xfrm>
              <a:off x="365780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h8998"/>
            <p:cNvSpPr/>
            <p:nvPr/>
          </p:nvSpPr>
          <p:spPr>
            <a:xfrm>
              <a:off x="366724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h8999"/>
            <p:cNvSpPr/>
            <p:nvPr/>
          </p:nvSpPr>
          <p:spPr>
            <a:xfrm>
              <a:off x="367668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h9000"/>
            <p:cNvSpPr/>
            <p:nvPr/>
          </p:nvSpPr>
          <p:spPr>
            <a:xfrm>
              <a:off x="3695561" y="72706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122" y="896830"/>
                  </a:lnTo>
                  <a:lnTo>
                    <a:pt x="909106" y="897503"/>
                  </a:lnTo>
                  <a:lnTo>
                    <a:pt x="914400" y="901737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h9001"/>
            <p:cNvSpPr/>
            <p:nvPr/>
          </p:nvSpPr>
          <p:spPr>
            <a:xfrm>
              <a:off x="3705001" y="72706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1737"/>
                  </a:lnTo>
                  <a:lnTo>
                    <a:pt x="905235" y="901957"/>
                  </a:lnTo>
                  <a:lnTo>
                    <a:pt x="910667" y="906959"/>
                  </a:lnTo>
                  <a:lnTo>
                    <a:pt x="911133" y="907418"/>
                  </a:lnTo>
                  <a:lnTo>
                    <a:pt x="911604" y="907880"/>
                  </a:lnTo>
                  <a:lnTo>
                    <a:pt x="912074" y="908343"/>
                  </a:lnTo>
                  <a:lnTo>
                    <a:pt x="912545" y="908806"/>
                  </a:lnTo>
                  <a:lnTo>
                    <a:pt x="913015" y="909269"/>
                  </a:lnTo>
                  <a:lnTo>
                    <a:pt x="913486" y="909732"/>
                  </a:lnTo>
                  <a:lnTo>
                    <a:pt x="913956" y="910195"/>
                  </a:lnTo>
                  <a:lnTo>
                    <a:pt x="914400" y="910632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h9002"/>
            <p:cNvSpPr/>
            <p:nvPr/>
          </p:nvSpPr>
          <p:spPr>
            <a:xfrm>
              <a:off x="3705001" y="727069"/>
              <a:ext cx="918225" cy="914399"/>
            </a:xfrm>
            <a:custGeom>
              <a:avLst/>
              <a:pathLst>
                <a:path w="918225" h="914399">
                  <a:moveTo>
                    <a:pt x="914400" y="914399"/>
                  </a:moveTo>
                  <a:lnTo>
                    <a:pt x="914427" y="910658"/>
                  </a:lnTo>
                  <a:lnTo>
                    <a:pt x="914897" y="911121"/>
                  </a:lnTo>
                  <a:lnTo>
                    <a:pt x="915367" y="911584"/>
                  </a:lnTo>
                  <a:lnTo>
                    <a:pt x="915837" y="912047"/>
                  </a:lnTo>
                  <a:lnTo>
                    <a:pt x="916308" y="912510"/>
                  </a:lnTo>
                  <a:lnTo>
                    <a:pt x="916778" y="912973"/>
                  </a:lnTo>
                  <a:lnTo>
                    <a:pt x="917248" y="913437"/>
                  </a:lnTo>
                  <a:lnTo>
                    <a:pt x="917718" y="913900"/>
                  </a:lnTo>
                  <a:lnTo>
                    <a:pt x="918225" y="91439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h9003"/>
            <p:cNvSpPr/>
            <p:nvPr/>
          </p:nvSpPr>
          <p:spPr>
            <a:xfrm>
              <a:off x="3317951" y="69193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977" y="931969"/>
                  </a:lnTo>
                  <a:lnTo>
                    <a:pt x="905590" y="921259"/>
                  </a:lnTo>
                  <a:lnTo>
                    <a:pt x="905531" y="914400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h9004"/>
            <p:cNvSpPr/>
            <p:nvPr/>
          </p:nvSpPr>
          <p:spPr>
            <a:xfrm>
              <a:off x="3317951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h9005"/>
            <p:cNvSpPr/>
            <p:nvPr/>
          </p:nvSpPr>
          <p:spPr>
            <a:xfrm>
              <a:off x="332739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h9006"/>
            <p:cNvSpPr/>
            <p:nvPr/>
          </p:nvSpPr>
          <p:spPr>
            <a:xfrm>
              <a:off x="333683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h9007"/>
            <p:cNvSpPr/>
            <p:nvPr/>
          </p:nvSpPr>
          <p:spPr>
            <a:xfrm>
              <a:off x="334627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h9008"/>
            <p:cNvSpPr/>
            <p:nvPr/>
          </p:nvSpPr>
          <p:spPr>
            <a:xfrm>
              <a:off x="335571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h9009"/>
            <p:cNvSpPr/>
            <p:nvPr/>
          </p:nvSpPr>
          <p:spPr>
            <a:xfrm>
              <a:off x="336515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h9010"/>
            <p:cNvSpPr/>
            <p:nvPr/>
          </p:nvSpPr>
          <p:spPr>
            <a:xfrm>
              <a:off x="337459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h9011"/>
            <p:cNvSpPr/>
            <p:nvPr/>
          </p:nvSpPr>
          <p:spPr>
            <a:xfrm>
              <a:off x="338403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h9012"/>
            <p:cNvSpPr/>
            <p:nvPr/>
          </p:nvSpPr>
          <p:spPr>
            <a:xfrm>
              <a:off x="339347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h9013"/>
            <p:cNvSpPr/>
            <p:nvPr/>
          </p:nvSpPr>
          <p:spPr>
            <a:xfrm>
              <a:off x="340291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h9014"/>
            <p:cNvSpPr/>
            <p:nvPr/>
          </p:nvSpPr>
          <p:spPr>
            <a:xfrm>
              <a:off x="341235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h9015"/>
            <p:cNvSpPr/>
            <p:nvPr/>
          </p:nvSpPr>
          <p:spPr>
            <a:xfrm>
              <a:off x="342179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h9016"/>
            <p:cNvSpPr/>
            <p:nvPr/>
          </p:nvSpPr>
          <p:spPr>
            <a:xfrm>
              <a:off x="343123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h9017"/>
            <p:cNvSpPr/>
            <p:nvPr/>
          </p:nvSpPr>
          <p:spPr>
            <a:xfrm>
              <a:off x="344067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h9018"/>
            <p:cNvSpPr/>
            <p:nvPr/>
          </p:nvSpPr>
          <p:spPr>
            <a:xfrm>
              <a:off x="345011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h9019"/>
            <p:cNvSpPr/>
            <p:nvPr/>
          </p:nvSpPr>
          <p:spPr>
            <a:xfrm>
              <a:off x="345955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h9020"/>
            <p:cNvSpPr/>
            <p:nvPr/>
          </p:nvSpPr>
          <p:spPr>
            <a:xfrm>
              <a:off x="346899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h9021"/>
            <p:cNvSpPr/>
            <p:nvPr/>
          </p:nvSpPr>
          <p:spPr>
            <a:xfrm>
              <a:off x="347843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h9022"/>
            <p:cNvSpPr/>
            <p:nvPr/>
          </p:nvSpPr>
          <p:spPr>
            <a:xfrm>
              <a:off x="348787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h9023"/>
            <p:cNvSpPr/>
            <p:nvPr/>
          </p:nvSpPr>
          <p:spPr>
            <a:xfrm>
              <a:off x="349731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h9024"/>
            <p:cNvSpPr/>
            <p:nvPr/>
          </p:nvSpPr>
          <p:spPr>
            <a:xfrm>
              <a:off x="350675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h9025"/>
            <p:cNvSpPr/>
            <p:nvPr/>
          </p:nvSpPr>
          <p:spPr>
            <a:xfrm>
              <a:off x="351619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h9026"/>
            <p:cNvSpPr/>
            <p:nvPr/>
          </p:nvSpPr>
          <p:spPr>
            <a:xfrm>
              <a:off x="352563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h9027"/>
            <p:cNvSpPr/>
            <p:nvPr/>
          </p:nvSpPr>
          <p:spPr>
            <a:xfrm>
              <a:off x="353507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h9028"/>
            <p:cNvSpPr/>
            <p:nvPr/>
          </p:nvSpPr>
          <p:spPr>
            <a:xfrm>
              <a:off x="354451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h9029"/>
            <p:cNvSpPr/>
            <p:nvPr/>
          </p:nvSpPr>
          <p:spPr>
            <a:xfrm>
              <a:off x="355395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h9030"/>
            <p:cNvSpPr/>
            <p:nvPr/>
          </p:nvSpPr>
          <p:spPr>
            <a:xfrm>
              <a:off x="3563398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h9031"/>
            <p:cNvSpPr/>
            <p:nvPr/>
          </p:nvSpPr>
          <p:spPr>
            <a:xfrm>
              <a:off x="3572838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h9032"/>
            <p:cNvSpPr/>
            <p:nvPr/>
          </p:nvSpPr>
          <p:spPr>
            <a:xfrm>
              <a:off x="3582278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h9033"/>
            <p:cNvSpPr/>
            <p:nvPr/>
          </p:nvSpPr>
          <p:spPr>
            <a:xfrm>
              <a:off x="3591718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h9034"/>
            <p:cNvSpPr/>
            <p:nvPr/>
          </p:nvSpPr>
          <p:spPr>
            <a:xfrm>
              <a:off x="360115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h9035"/>
            <p:cNvSpPr/>
            <p:nvPr/>
          </p:nvSpPr>
          <p:spPr>
            <a:xfrm>
              <a:off x="361059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h9036"/>
            <p:cNvSpPr/>
            <p:nvPr/>
          </p:nvSpPr>
          <p:spPr>
            <a:xfrm>
              <a:off x="362003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h9037"/>
            <p:cNvSpPr/>
            <p:nvPr/>
          </p:nvSpPr>
          <p:spPr>
            <a:xfrm>
              <a:off x="362947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h9038"/>
            <p:cNvSpPr/>
            <p:nvPr/>
          </p:nvSpPr>
          <p:spPr>
            <a:xfrm>
              <a:off x="363891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h9039"/>
            <p:cNvSpPr/>
            <p:nvPr/>
          </p:nvSpPr>
          <p:spPr>
            <a:xfrm>
              <a:off x="3657800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95" y="896830"/>
                  </a:lnTo>
                  <a:lnTo>
                    <a:pt x="914400" y="899657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h9040"/>
            <p:cNvSpPr/>
            <p:nvPr/>
          </p:nvSpPr>
          <p:spPr>
            <a:xfrm>
              <a:off x="3667240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657"/>
                  </a:lnTo>
                  <a:lnTo>
                    <a:pt x="905444" y="900278"/>
                  </a:lnTo>
                  <a:lnTo>
                    <a:pt x="914117" y="902967"/>
                  </a:lnTo>
                  <a:lnTo>
                    <a:pt x="914400" y="9030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h9041"/>
            <p:cNvSpPr/>
            <p:nvPr/>
          </p:nvSpPr>
          <p:spPr>
            <a:xfrm>
              <a:off x="3676680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069"/>
                  </a:lnTo>
                  <a:lnTo>
                    <a:pt x="910626" y="905118"/>
                  </a:lnTo>
                  <a:lnTo>
                    <a:pt x="914400" y="906877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h9042"/>
            <p:cNvSpPr/>
            <p:nvPr/>
          </p:nvSpPr>
          <p:spPr>
            <a:xfrm>
              <a:off x="3686121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877"/>
                  </a:lnTo>
                  <a:lnTo>
                    <a:pt x="907066" y="907858"/>
                  </a:lnTo>
                  <a:lnTo>
                    <a:pt x="912858" y="911180"/>
                  </a:lnTo>
                  <a:lnTo>
                    <a:pt x="914400" y="912235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h9043"/>
            <p:cNvSpPr/>
            <p:nvPr/>
          </p:nvSpPr>
          <p:spPr>
            <a:xfrm>
              <a:off x="3686121" y="709499"/>
              <a:ext cx="917562" cy="914400"/>
            </a:xfrm>
            <a:custGeom>
              <a:avLst/>
              <a:pathLst>
                <a:path w="917562" h="914400">
                  <a:moveTo>
                    <a:pt x="914400" y="914400"/>
                  </a:moveTo>
                  <a:lnTo>
                    <a:pt x="914400" y="912235"/>
                  </a:lnTo>
                  <a:lnTo>
                    <a:pt x="917562" y="914400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h9044"/>
            <p:cNvSpPr/>
            <p:nvPr/>
          </p:nvSpPr>
          <p:spPr>
            <a:xfrm>
              <a:off x="3317951" y="67436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1" y="931969"/>
                  </a:lnTo>
                  <a:lnTo>
                    <a:pt x="905497" y="928095"/>
                  </a:lnTo>
                  <a:lnTo>
                    <a:pt x="905698" y="917366"/>
                  </a:lnTo>
                  <a:lnTo>
                    <a:pt x="905835" y="914400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h9045"/>
            <p:cNvSpPr/>
            <p:nvPr/>
          </p:nvSpPr>
          <p:spPr>
            <a:xfrm>
              <a:off x="3317951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h9046"/>
            <p:cNvSpPr/>
            <p:nvPr/>
          </p:nvSpPr>
          <p:spPr>
            <a:xfrm>
              <a:off x="332739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h9047"/>
            <p:cNvSpPr/>
            <p:nvPr/>
          </p:nvSpPr>
          <p:spPr>
            <a:xfrm>
              <a:off x="333683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h9048"/>
            <p:cNvSpPr/>
            <p:nvPr/>
          </p:nvSpPr>
          <p:spPr>
            <a:xfrm>
              <a:off x="334627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h9049"/>
            <p:cNvSpPr/>
            <p:nvPr/>
          </p:nvSpPr>
          <p:spPr>
            <a:xfrm>
              <a:off x="335571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h9050"/>
            <p:cNvSpPr/>
            <p:nvPr/>
          </p:nvSpPr>
          <p:spPr>
            <a:xfrm>
              <a:off x="336515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h9051"/>
            <p:cNvSpPr/>
            <p:nvPr/>
          </p:nvSpPr>
          <p:spPr>
            <a:xfrm>
              <a:off x="337459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h9052"/>
            <p:cNvSpPr/>
            <p:nvPr/>
          </p:nvSpPr>
          <p:spPr>
            <a:xfrm>
              <a:off x="338403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h9053"/>
            <p:cNvSpPr/>
            <p:nvPr/>
          </p:nvSpPr>
          <p:spPr>
            <a:xfrm>
              <a:off x="339347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h9054"/>
            <p:cNvSpPr/>
            <p:nvPr/>
          </p:nvSpPr>
          <p:spPr>
            <a:xfrm>
              <a:off x="340291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h9055"/>
            <p:cNvSpPr/>
            <p:nvPr/>
          </p:nvSpPr>
          <p:spPr>
            <a:xfrm>
              <a:off x="341235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h9056"/>
            <p:cNvSpPr/>
            <p:nvPr/>
          </p:nvSpPr>
          <p:spPr>
            <a:xfrm>
              <a:off x="342179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h9057"/>
            <p:cNvSpPr/>
            <p:nvPr/>
          </p:nvSpPr>
          <p:spPr>
            <a:xfrm>
              <a:off x="343123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h9058"/>
            <p:cNvSpPr/>
            <p:nvPr/>
          </p:nvSpPr>
          <p:spPr>
            <a:xfrm>
              <a:off x="344067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h9059"/>
            <p:cNvSpPr/>
            <p:nvPr/>
          </p:nvSpPr>
          <p:spPr>
            <a:xfrm>
              <a:off x="345011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h9060"/>
            <p:cNvSpPr/>
            <p:nvPr/>
          </p:nvSpPr>
          <p:spPr>
            <a:xfrm>
              <a:off x="345955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h9061"/>
            <p:cNvSpPr/>
            <p:nvPr/>
          </p:nvSpPr>
          <p:spPr>
            <a:xfrm>
              <a:off x="346899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h9062"/>
            <p:cNvSpPr/>
            <p:nvPr/>
          </p:nvSpPr>
          <p:spPr>
            <a:xfrm>
              <a:off x="347843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h9063"/>
            <p:cNvSpPr/>
            <p:nvPr/>
          </p:nvSpPr>
          <p:spPr>
            <a:xfrm>
              <a:off x="348787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h9064"/>
            <p:cNvSpPr/>
            <p:nvPr/>
          </p:nvSpPr>
          <p:spPr>
            <a:xfrm>
              <a:off x="349731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h9065"/>
            <p:cNvSpPr/>
            <p:nvPr/>
          </p:nvSpPr>
          <p:spPr>
            <a:xfrm>
              <a:off x="350675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h9066"/>
            <p:cNvSpPr/>
            <p:nvPr/>
          </p:nvSpPr>
          <p:spPr>
            <a:xfrm>
              <a:off x="351619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h9067"/>
            <p:cNvSpPr/>
            <p:nvPr/>
          </p:nvSpPr>
          <p:spPr>
            <a:xfrm>
              <a:off x="3525637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h9068"/>
            <p:cNvSpPr/>
            <p:nvPr/>
          </p:nvSpPr>
          <p:spPr>
            <a:xfrm>
              <a:off x="3535077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h9069"/>
            <p:cNvSpPr/>
            <p:nvPr/>
          </p:nvSpPr>
          <p:spPr>
            <a:xfrm>
              <a:off x="3544517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h9070"/>
            <p:cNvSpPr/>
            <p:nvPr/>
          </p:nvSpPr>
          <p:spPr>
            <a:xfrm>
              <a:off x="3553957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h9071"/>
            <p:cNvSpPr/>
            <p:nvPr/>
          </p:nvSpPr>
          <p:spPr>
            <a:xfrm>
              <a:off x="3563398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h9072"/>
            <p:cNvSpPr/>
            <p:nvPr/>
          </p:nvSpPr>
          <p:spPr>
            <a:xfrm>
              <a:off x="3572838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h9073"/>
            <p:cNvSpPr/>
            <p:nvPr/>
          </p:nvSpPr>
          <p:spPr>
            <a:xfrm>
              <a:off x="3582278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h9074"/>
            <p:cNvSpPr/>
            <p:nvPr/>
          </p:nvSpPr>
          <p:spPr>
            <a:xfrm>
              <a:off x="3591718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h9075"/>
            <p:cNvSpPr/>
            <p:nvPr/>
          </p:nvSpPr>
          <p:spPr>
            <a:xfrm>
              <a:off x="360115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h9076"/>
            <p:cNvSpPr/>
            <p:nvPr/>
          </p:nvSpPr>
          <p:spPr>
            <a:xfrm>
              <a:off x="361059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h9077"/>
            <p:cNvSpPr/>
            <p:nvPr/>
          </p:nvSpPr>
          <p:spPr>
            <a:xfrm>
              <a:off x="362003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h9078"/>
            <p:cNvSpPr/>
            <p:nvPr/>
          </p:nvSpPr>
          <p:spPr>
            <a:xfrm>
              <a:off x="362947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h9079"/>
            <p:cNvSpPr/>
            <p:nvPr/>
          </p:nvSpPr>
          <p:spPr>
            <a:xfrm>
              <a:off x="3648360" y="69193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4" y="896830"/>
                  </a:lnTo>
                  <a:lnTo>
                    <a:pt x="914400" y="898115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h9080"/>
            <p:cNvSpPr/>
            <p:nvPr/>
          </p:nvSpPr>
          <p:spPr>
            <a:xfrm>
              <a:off x="3648360" y="691930"/>
              <a:ext cx="921635" cy="914400"/>
            </a:xfrm>
            <a:custGeom>
              <a:avLst/>
              <a:pathLst>
                <a:path w="921635" h="914400">
                  <a:moveTo>
                    <a:pt x="914400" y="914400"/>
                  </a:moveTo>
                  <a:lnTo>
                    <a:pt x="914400" y="898115"/>
                  </a:lnTo>
                  <a:lnTo>
                    <a:pt x="915320" y="899948"/>
                  </a:lnTo>
                  <a:lnTo>
                    <a:pt x="919205" y="908568"/>
                  </a:lnTo>
                  <a:lnTo>
                    <a:pt x="921480" y="914201"/>
                  </a:lnTo>
                  <a:lnTo>
                    <a:pt x="921635" y="914400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h9081"/>
            <p:cNvSpPr/>
            <p:nvPr/>
          </p:nvSpPr>
          <p:spPr>
            <a:xfrm>
              <a:off x="3760442" y="1793312"/>
              <a:ext cx="930016" cy="1227704"/>
            </a:xfrm>
            <a:custGeom>
              <a:avLst/>
              <a:pathLst>
                <a:path w="930016" h="1227704">
                  <a:moveTo>
                    <a:pt x="914400" y="914400"/>
                  </a:moveTo>
                  <a:lnTo>
                    <a:pt x="905217" y="939176"/>
                  </a:lnTo>
                  <a:lnTo>
                    <a:pt x="892569" y="943362"/>
                  </a:lnTo>
                  <a:lnTo>
                    <a:pt x="880437" y="951615"/>
                  </a:lnTo>
                  <a:lnTo>
                    <a:pt x="876104" y="1030010"/>
                  </a:lnTo>
                  <a:lnTo>
                    <a:pt x="898193" y="1059796"/>
                  </a:lnTo>
                  <a:lnTo>
                    <a:pt x="886060" y="1063966"/>
                  </a:lnTo>
                  <a:lnTo>
                    <a:pt x="874961" y="1072888"/>
                  </a:lnTo>
                  <a:lnTo>
                    <a:pt x="867032" y="1086082"/>
                  </a:lnTo>
                  <a:lnTo>
                    <a:pt x="858920" y="1114479"/>
                  </a:lnTo>
                  <a:lnTo>
                    <a:pt x="828442" y="1130573"/>
                  </a:lnTo>
                  <a:lnTo>
                    <a:pt x="816900" y="1142481"/>
                  </a:lnTo>
                  <a:lnTo>
                    <a:pt x="799881" y="1168973"/>
                  </a:lnTo>
                  <a:lnTo>
                    <a:pt x="791013" y="1207424"/>
                  </a:lnTo>
                  <a:lnTo>
                    <a:pt x="773773" y="1223827"/>
                  </a:lnTo>
                  <a:lnTo>
                    <a:pt x="754413" y="1227704"/>
                  </a:lnTo>
                  <a:lnTo>
                    <a:pt x="765771" y="1196202"/>
                  </a:lnTo>
                  <a:lnTo>
                    <a:pt x="780650" y="1170534"/>
                  </a:lnTo>
                  <a:lnTo>
                    <a:pt x="766343" y="1152930"/>
                  </a:lnTo>
                  <a:lnTo>
                    <a:pt x="757732" y="1125374"/>
                  </a:lnTo>
                  <a:lnTo>
                    <a:pt x="746614" y="1104236"/>
                  </a:lnTo>
                  <a:lnTo>
                    <a:pt x="755464" y="1080626"/>
                  </a:lnTo>
                  <a:lnTo>
                    <a:pt x="751113" y="1041935"/>
                  </a:lnTo>
                  <a:lnTo>
                    <a:pt x="752551" y="1004170"/>
                  </a:lnTo>
                  <a:lnTo>
                    <a:pt x="765458" y="985108"/>
                  </a:lnTo>
                  <a:lnTo>
                    <a:pt x="780245" y="969562"/>
                  </a:lnTo>
                  <a:lnTo>
                    <a:pt x="803274" y="933822"/>
                  </a:lnTo>
                  <a:lnTo>
                    <a:pt x="828239" y="907914"/>
                  </a:lnTo>
                  <a:lnTo>
                    <a:pt x="863068" y="896263"/>
                  </a:lnTo>
                  <a:lnTo>
                    <a:pt x="878796" y="907004"/>
                  </a:lnTo>
                  <a:lnTo>
                    <a:pt x="885581" y="883446"/>
                  </a:lnTo>
                  <a:lnTo>
                    <a:pt x="896810" y="878076"/>
                  </a:lnTo>
                  <a:lnTo>
                    <a:pt x="907356" y="883515"/>
                  </a:lnTo>
                  <a:lnTo>
                    <a:pt x="930016" y="9060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h9082"/>
            <p:cNvSpPr/>
            <p:nvPr/>
          </p:nvSpPr>
          <p:spPr>
            <a:xfrm>
              <a:off x="3285296" y="2345679"/>
              <a:ext cx="1035334" cy="914400"/>
            </a:xfrm>
            <a:custGeom>
              <a:avLst/>
              <a:pathLst>
                <a:path w="1035334" h="914400">
                  <a:moveTo>
                    <a:pt x="914400" y="914400"/>
                  </a:moveTo>
                  <a:lnTo>
                    <a:pt x="905807" y="913147"/>
                  </a:lnTo>
                  <a:lnTo>
                    <a:pt x="900073" y="889555"/>
                  </a:lnTo>
                  <a:lnTo>
                    <a:pt x="898727" y="828850"/>
                  </a:lnTo>
                  <a:lnTo>
                    <a:pt x="902157" y="798858"/>
                  </a:lnTo>
                  <a:lnTo>
                    <a:pt x="943329" y="690676"/>
                  </a:lnTo>
                  <a:lnTo>
                    <a:pt x="961711" y="681840"/>
                  </a:lnTo>
                  <a:lnTo>
                    <a:pt x="987561" y="615542"/>
                  </a:lnTo>
                  <a:lnTo>
                    <a:pt x="994531" y="586047"/>
                  </a:lnTo>
                  <a:lnTo>
                    <a:pt x="1005741" y="559486"/>
                  </a:lnTo>
                  <a:lnTo>
                    <a:pt x="1012360" y="535740"/>
                  </a:lnTo>
                  <a:lnTo>
                    <a:pt x="1017910" y="526148"/>
                  </a:lnTo>
                  <a:lnTo>
                    <a:pt x="1029969" y="530644"/>
                  </a:lnTo>
                  <a:lnTo>
                    <a:pt x="1035334" y="535019"/>
                  </a:lnTo>
                  <a:lnTo>
                    <a:pt x="1022630" y="548848"/>
                  </a:lnTo>
                  <a:lnTo>
                    <a:pt x="1024105" y="566847"/>
                  </a:lnTo>
                  <a:lnTo>
                    <a:pt x="1023220" y="574311"/>
                  </a:lnTo>
                  <a:lnTo>
                    <a:pt x="991157" y="652603"/>
                  </a:lnTo>
                  <a:lnTo>
                    <a:pt x="982583" y="703442"/>
                  </a:lnTo>
                  <a:lnTo>
                    <a:pt x="971207" y="715847"/>
                  </a:lnTo>
                  <a:lnTo>
                    <a:pt x="924098" y="89671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h9083"/>
            <p:cNvSpPr/>
            <p:nvPr/>
          </p:nvSpPr>
          <p:spPr>
            <a:xfrm>
              <a:off x="2340055" y="1407686"/>
              <a:ext cx="2334160" cy="2166470"/>
            </a:xfrm>
            <a:custGeom>
              <a:avLst/>
              <a:pathLst>
                <a:path w="2334160" h="2166470">
                  <a:moveTo>
                    <a:pt x="914400" y="914400"/>
                  </a:moveTo>
                  <a:lnTo>
                    <a:pt x="928154" y="920199"/>
                  </a:lnTo>
                  <a:lnTo>
                    <a:pt x="946887" y="908583"/>
                  </a:lnTo>
                  <a:lnTo>
                    <a:pt x="959997" y="876051"/>
                  </a:lnTo>
                  <a:lnTo>
                    <a:pt x="967482" y="827237"/>
                  </a:lnTo>
                  <a:lnTo>
                    <a:pt x="976222" y="780739"/>
                  </a:lnTo>
                  <a:lnTo>
                    <a:pt x="965878" y="730998"/>
                  </a:lnTo>
                  <a:lnTo>
                    <a:pt x="954834" y="687313"/>
                  </a:lnTo>
                  <a:lnTo>
                    <a:pt x="954060" y="674479"/>
                  </a:lnTo>
                  <a:lnTo>
                    <a:pt x="983044" y="637624"/>
                  </a:lnTo>
                  <a:lnTo>
                    <a:pt x="991913" y="607649"/>
                  </a:lnTo>
                  <a:lnTo>
                    <a:pt x="1001519" y="579115"/>
                  </a:lnTo>
                  <a:lnTo>
                    <a:pt x="1012121" y="569404"/>
                  </a:lnTo>
                  <a:lnTo>
                    <a:pt x="1027904" y="567190"/>
                  </a:lnTo>
                  <a:lnTo>
                    <a:pt x="1046286" y="561820"/>
                  </a:lnTo>
                  <a:lnTo>
                    <a:pt x="1069463" y="542723"/>
                  </a:lnTo>
                  <a:lnTo>
                    <a:pt x="1090242" y="517140"/>
                  </a:lnTo>
                  <a:lnTo>
                    <a:pt x="1106117" y="493685"/>
                  </a:lnTo>
                  <a:lnTo>
                    <a:pt x="1111501" y="447273"/>
                  </a:lnTo>
                  <a:lnTo>
                    <a:pt x="1111723" y="423955"/>
                  </a:lnTo>
                  <a:lnTo>
                    <a:pt x="1118711" y="406643"/>
                  </a:lnTo>
                  <a:lnTo>
                    <a:pt x="1125477" y="372825"/>
                  </a:lnTo>
                  <a:lnTo>
                    <a:pt x="1118895" y="339469"/>
                  </a:lnTo>
                  <a:lnTo>
                    <a:pt x="1098410" y="288870"/>
                  </a:lnTo>
                  <a:lnTo>
                    <a:pt x="1073740" y="217716"/>
                  </a:lnTo>
                  <a:lnTo>
                    <a:pt x="1069963" y="179814"/>
                  </a:lnTo>
                  <a:lnTo>
                    <a:pt x="1998100" y="179814"/>
                  </a:lnTo>
                  <a:lnTo>
                    <a:pt x="1998552" y="184790"/>
                  </a:lnTo>
                  <a:lnTo>
                    <a:pt x="1996671" y="196732"/>
                  </a:lnTo>
                  <a:lnTo>
                    <a:pt x="2011016" y="245821"/>
                  </a:lnTo>
                  <a:lnTo>
                    <a:pt x="2007679" y="263031"/>
                  </a:lnTo>
                  <a:lnTo>
                    <a:pt x="2005743" y="284958"/>
                  </a:lnTo>
                  <a:lnTo>
                    <a:pt x="2026301" y="306028"/>
                  </a:lnTo>
                  <a:lnTo>
                    <a:pt x="2044647" y="305685"/>
                  </a:lnTo>
                  <a:lnTo>
                    <a:pt x="2063232" y="305359"/>
                  </a:lnTo>
                  <a:lnTo>
                    <a:pt x="2070331" y="310644"/>
                  </a:lnTo>
                  <a:lnTo>
                    <a:pt x="2077448" y="325554"/>
                  </a:lnTo>
                  <a:lnTo>
                    <a:pt x="2083182" y="343158"/>
                  </a:lnTo>
                  <a:lnTo>
                    <a:pt x="2098486" y="341700"/>
                  </a:lnTo>
                  <a:lnTo>
                    <a:pt x="2122916" y="327373"/>
                  </a:lnTo>
                  <a:lnTo>
                    <a:pt x="2138810" y="323959"/>
                  </a:lnTo>
                  <a:lnTo>
                    <a:pt x="2149301" y="351497"/>
                  </a:lnTo>
                  <a:lnTo>
                    <a:pt x="2177843" y="387872"/>
                  </a:lnTo>
                  <a:lnTo>
                    <a:pt x="2194455" y="404172"/>
                  </a:lnTo>
                  <a:lnTo>
                    <a:pt x="2222684" y="412751"/>
                  </a:lnTo>
                  <a:lnTo>
                    <a:pt x="2252424" y="442109"/>
                  </a:lnTo>
                  <a:lnTo>
                    <a:pt x="2248257" y="477488"/>
                  </a:lnTo>
                  <a:lnTo>
                    <a:pt x="2260666" y="489310"/>
                  </a:lnTo>
                  <a:lnTo>
                    <a:pt x="2295754" y="503277"/>
                  </a:lnTo>
                  <a:lnTo>
                    <a:pt x="2308162" y="522116"/>
                  </a:lnTo>
                  <a:lnTo>
                    <a:pt x="2314118" y="538176"/>
                  </a:lnTo>
                  <a:lnTo>
                    <a:pt x="2323355" y="551491"/>
                  </a:lnTo>
                  <a:lnTo>
                    <a:pt x="2334160" y="591726"/>
                  </a:lnTo>
                  <a:lnTo>
                    <a:pt x="2330399" y="616520"/>
                  </a:lnTo>
                  <a:lnTo>
                    <a:pt x="2316257" y="625047"/>
                  </a:lnTo>
                  <a:lnTo>
                    <a:pt x="2282865" y="651608"/>
                  </a:lnTo>
                  <a:lnTo>
                    <a:pt x="2267986" y="671442"/>
                  </a:lnTo>
                  <a:lnTo>
                    <a:pt x="2256315" y="683796"/>
                  </a:lnTo>
                  <a:lnTo>
                    <a:pt x="2223145" y="710288"/>
                  </a:lnTo>
                  <a:lnTo>
                    <a:pt x="2210994" y="715041"/>
                  </a:lnTo>
                  <a:lnTo>
                    <a:pt x="2199360" y="728819"/>
                  </a:lnTo>
                  <a:lnTo>
                    <a:pt x="2188113" y="734841"/>
                  </a:lnTo>
                  <a:lnTo>
                    <a:pt x="2178046" y="731375"/>
                  </a:lnTo>
                  <a:lnTo>
                    <a:pt x="2140414" y="756323"/>
                  </a:lnTo>
                  <a:lnTo>
                    <a:pt x="2143345" y="766978"/>
                  </a:lnTo>
                  <a:lnTo>
                    <a:pt x="2172201" y="771491"/>
                  </a:lnTo>
                  <a:lnTo>
                    <a:pt x="2186914" y="766137"/>
                  </a:lnTo>
                  <a:lnTo>
                    <a:pt x="2198235" y="753595"/>
                  </a:lnTo>
                  <a:lnTo>
                    <a:pt x="2210607" y="750712"/>
                  </a:lnTo>
                  <a:lnTo>
                    <a:pt x="2221891" y="753080"/>
                  </a:lnTo>
                  <a:lnTo>
                    <a:pt x="2233857" y="743197"/>
                  </a:lnTo>
                  <a:lnTo>
                    <a:pt x="2243242" y="739251"/>
                  </a:lnTo>
                  <a:lnTo>
                    <a:pt x="2252941" y="743986"/>
                  </a:lnTo>
                  <a:lnTo>
                    <a:pt x="2263764" y="767681"/>
                  </a:lnTo>
                  <a:lnTo>
                    <a:pt x="2241306" y="780018"/>
                  </a:lnTo>
                  <a:lnTo>
                    <a:pt x="2225376" y="780584"/>
                  </a:lnTo>
                  <a:lnTo>
                    <a:pt x="2217595" y="819447"/>
                  </a:lnTo>
                  <a:lnTo>
                    <a:pt x="2207952" y="836142"/>
                  </a:lnTo>
                  <a:lnTo>
                    <a:pt x="2201038" y="844172"/>
                  </a:lnTo>
                  <a:lnTo>
                    <a:pt x="2165692" y="860712"/>
                  </a:lnTo>
                  <a:lnTo>
                    <a:pt x="2142368" y="881679"/>
                  </a:lnTo>
                  <a:lnTo>
                    <a:pt x="2114877" y="898563"/>
                  </a:lnTo>
                  <a:lnTo>
                    <a:pt x="2102874" y="894891"/>
                  </a:lnTo>
                  <a:lnTo>
                    <a:pt x="2084786" y="912049"/>
                  </a:lnTo>
                  <a:lnTo>
                    <a:pt x="2044592" y="932364"/>
                  </a:lnTo>
                  <a:lnTo>
                    <a:pt x="2023996" y="959731"/>
                  </a:lnTo>
                  <a:lnTo>
                    <a:pt x="1977772" y="984215"/>
                  </a:lnTo>
                  <a:lnTo>
                    <a:pt x="1954227" y="1004136"/>
                  </a:lnTo>
                  <a:lnTo>
                    <a:pt x="1890266" y="1005182"/>
                  </a:lnTo>
                  <a:lnTo>
                    <a:pt x="1829181" y="1000807"/>
                  </a:lnTo>
                  <a:lnTo>
                    <a:pt x="1810005" y="1010278"/>
                  </a:lnTo>
                  <a:lnTo>
                    <a:pt x="1829605" y="1013212"/>
                  </a:lnTo>
                  <a:lnTo>
                    <a:pt x="1843341" y="1022512"/>
                  </a:lnTo>
                  <a:lnTo>
                    <a:pt x="1859806" y="1018634"/>
                  </a:lnTo>
                  <a:lnTo>
                    <a:pt x="1898508" y="1023284"/>
                  </a:lnTo>
                  <a:lnTo>
                    <a:pt x="1918421" y="1028346"/>
                  </a:lnTo>
                  <a:lnTo>
                    <a:pt x="1943976" y="1060912"/>
                  </a:lnTo>
                  <a:lnTo>
                    <a:pt x="1925187" y="1072493"/>
                  </a:lnTo>
                  <a:lnTo>
                    <a:pt x="1892644" y="1081381"/>
                  </a:lnTo>
                  <a:lnTo>
                    <a:pt x="1904850" y="1127570"/>
                  </a:lnTo>
                  <a:lnTo>
                    <a:pt x="1914917" y="1158712"/>
                  </a:lnTo>
                  <a:lnTo>
                    <a:pt x="1901734" y="1177500"/>
                  </a:lnTo>
                  <a:lnTo>
                    <a:pt x="1900757" y="1262981"/>
                  </a:lnTo>
                  <a:lnTo>
                    <a:pt x="1882264" y="1264611"/>
                  </a:lnTo>
                  <a:lnTo>
                    <a:pt x="1874409" y="1299974"/>
                  </a:lnTo>
                  <a:lnTo>
                    <a:pt x="1880236" y="1318007"/>
                  </a:lnTo>
                  <a:lnTo>
                    <a:pt x="1879775" y="1359890"/>
                  </a:lnTo>
                  <a:lnTo>
                    <a:pt x="1883628" y="1385695"/>
                  </a:lnTo>
                  <a:lnTo>
                    <a:pt x="1892700" y="1409459"/>
                  </a:lnTo>
                  <a:lnTo>
                    <a:pt x="1888662" y="1434235"/>
                  </a:lnTo>
                  <a:lnTo>
                    <a:pt x="1859419" y="1492229"/>
                  </a:lnTo>
                  <a:lnTo>
                    <a:pt x="1860083" y="1519442"/>
                  </a:lnTo>
                  <a:lnTo>
                    <a:pt x="1865338" y="1535605"/>
                  </a:lnTo>
                  <a:lnTo>
                    <a:pt x="1869228" y="1561445"/>
                  </a:lnTo>
                  <a:lnTo>
                    <a:pt x="1855934" y="1611117"/>
                  </a:lnTo>
                  <a:lnTo>
                    <a:pt x="1846549" y="1652622"/>
                  </a:lnTo>
                  <a:lnTo>
                    <a:pt x="1835394" y="1687556"/>
                  </a:lnTo>
                  <a:lnTo>
                    <a:pt x="1810429" y="1729473"/>
                  </a:lnTo>
                  <a:lnTo>
                    <a:pt x="1798002" y="1760803"/>
                  </a:lnTo>
                  <a:lnTo>
                    <a:pt x="1768926" y="1858570"/>
                  </a:lnTo>
                  <a:lnTo>
                    <a:pt x="1754507" y="1877975"/>
                  </a:lnTo>
                  <a:lnTo>
                    <a:pt x="1736825" y="1892886"/>
                  </a:lnTo>
                  <a:lnTo>
                    <a:pt x="1717115" y="1879091"/>
                  </a:lnTo>
                  <a:lnTo>
                    <a:pt x="1699046" y="1871575"/>
                  </a:lnTo>
                  <a:lnTo>
                    <a:pt x="1676975" y="1872485"/>
                  </a:lnTo>
                  <a:lnTo>
                    <a:pt x="1642404" y="1883792"/>
                  </a:lnTo>
                  <a:lnTo>
                    <a:pt x="1590409" y="1876277"/>
                  </a:lnTo>
                  <a:lnTo>
                    <a:pt x="1539594" y="1879897"/>
                  </a:lnTo>
                  <a:lnTo>
                    <a:pt x="1526743" y="1889660"/>
                  </a:lnTo>
                  <a:lnTo>
                    <a:pt x="1534450" y="1925143"/>
                  </a:lnTo>
                  <a:lnTo>
                    <a:pt x="1515717" y="1929792"/>
                  </a:lnTo>
                  <a:lnTo>
                    <a:pt x="1497408" y="1919704"/>
                  </a:lnTo>
                  <a:lnTo>
                    <a:pt x="1481293" y="1931748"/>
                  </a:lnTo>
                  <a:lnTo>
                    <a:pt x="1467834" y="1944960"/>
                  </a:lnTo>
                  <a:lnTo>
                    <a:pt x="1441394" y="1976308"/>
                  </a:lnTo>
                  <a:lnTo>
                    <a:pt x="1432543" y="1995611"/>
                  </a:lnTo>
                  <a:lnTo>
                    <a:pt x="1430257" y="2031968"/>
                  </a:lnTo>
                  <a:lnTo>
                    <a:pt x="1444141" y="2064569"/>
                  </a:lnTo>
                  <a:lnTo>
                    <a:pt x="1456457" y="2102745"/>
                  </a:lnTo>
                  <a:lnTo>
                    <a:pt x="1424744" y="2148814"/>
                  </a:lnTo>
                  <a:lnTo>
                    <a:pt x="1407044" y="2150376"/>
                  </a:lnTo>
                  <a:lnTo>
                    <a:pt x="1355380" y="2137593"/>
                  </a:lnTo>
                  <a:lnTo>
                    <a:pt x="1263817" y="2166470"/>
                  </a:lnTo>
                  <a:lnTo>
                    <a:pt x="1181584" y="2143633"/>
                  </a:lnTo>
                  <a:lnTo>
                    <a:pt x="1191928" y="2118959"/>
                  </a:lnTo>
                  <a:lnTo>
                    <a:pt x="1191577" y="2100823"/>
                  </a:lnTo>
                  <a:lnTo>
                    <a:pt x="1196224" y="2072924"/>
                  </a:lnTo>
                  <a:lnTo>
                    <a:pt x="1198990" y="2044391"/>
                  </a:lnTo>
                  <a:lnTo>
                    <a:pt x="1198215" y="2025294"/>
                  </a:lnTo>
                  <a:lnTo>
                    <a:pt x="1192186" y="2004945"/>
                  </a:lnTo>
                  <a:lnTo>
                    <a:pt x="1171904" y="1978315"/>
                  </a:lnTo>
                  <a:lnTo>
                    <a:pt x="1126215" y="1888442"/>
                  </a:lnTo>
                  <a:lnTo>
                    <a:pt x="1112700" y="1850505"/>
                  </a:lnTo>
                  <a:lnTo>
                    <a:pt x="1103296" y="1834703"/>
                  </a:lnTo>
                  <a:lnTo>
                    <a:pt x="1110063" y="1833845"/>
                  </a:lnTo>
                  <a:lnTo>
                    <a:pt x="1147695" y="1854212"/>
                  </a:lnTo>
                  <a:lnTo>
                    <a:pt x="1156472" y="1851706"/>
                  </a:lnTo>
                  <a:lnTo>
                    <a:pt x="1165691" y="1844054"/>
                  </a:lnTo>
                  <a:lnTo>
                    <a:pt x="1154462" y="1814903"/>
                  </a:lnTo>
                  <a:lnTo>
                    <a:pt x="1144819" y="1801708"/>
                  </a:lnTo>
                  <a:lnTo>
                    <a:pt x="1138273" y="1781976"/>
                  </a:lnTo>
                  <a:lnTo>
                    <a:pt x="1160307" y="1776640"/>
                  </a:lnTo>
                  <a:lnTo>
                    <a:pt x="1176219" y="1777824"/>
                  </a:lnTo>
                  <a:lnTo>
                    <a:pt x="1187945" y="1755622"/>
                  </a:lnTo>
                  <a:lnTo>
                    <a:pt x="1181178" y="1719727"/>
                  </a:lnTo>
                  <a:lnTo>
                    <a:pt x="1164086" y="1708677"/>
                  </a:lnTo>
                  <a:lnTo>
                    <a:pt x="1149815" y="1703873"/>
                  </a:lnTo>
                  <a:lnTo>
                    <a:pt x="1122454" y="1647492"/>
                  </a:lnTo>
                  <a:lnTo>
                    <a:pt x="1093912" y="1618289"/>
                  </a:lnTo>
                  <a:lnTo>
                    <a:pt x="1043004" y="1505647"/>
                  </a:lnTo>
                  <a:lnTo>
                    <a:pt x="1024382" y="1428333"/>
                  </a:lnTo>
                  <a:lnTo>
                    <a:pt x="1007069" y="1435677"/>
                  </a:lnTo>
                  <a:lnTo>
                    <a:pt x="998661" y="1401995"/>
                  </a:lnTo>
                  <a:lnTo>
                    <a:pt x="992632" y="1370099"/>
                  </a:lnTo>
                  <a:lnTo>
                    <a:pt x="991433" y="1346644"/>
                  </a:lnTo>
                  <a:lnTo>
                    <a:pt x="964293" y="1333209"/>
                  </a:lnTo>
                  <a:lnTo>
                    <a:pt x="963186" y="1316772"/>
                  </a:lnTo>
                  <a:lnTo>
                    <a:pt x="958300" y="1243421"/>
                  </a:lnTo>
                  <a:lnTo>
                    <a:pt x="929187" y="1233573"/>
                  </a:lnTo>
                  <a:lnTo>
                    <a:pt x="910362" y="1192410"/>
                  </a:lnTo>
                  <a:lnTo>
                    <a:pt x="907006" y="1114530"/>
                  </a:lnTo>
                  <a:lnTo>
                    <a:pt x="887830" y="1100358"/>
                  </a:lnTo>
                  <a:lnTo>
                    <a:pt x="872398" y="1104287"/>
                  </a:lnTo>
                  <a:lnTo>
                    <a:pt x="873117" y="1084984"/>
                  </a:lnTo>
                  <a:lnTo>
                    <a:pt x="876804" y="1066865"/>
                  </a:lnTo>
                  <a:lnTo>
                    <a:pt x="867788" y="995076"/>
                  </a:lnTo>
                  <a:lnTo>
                    <a:pt x="864783" y="929550"/>
                  </a:lnTo>
                  <a:lnTo>
                    <a:pt x="857463" y="909767"/>
                  </a:lnTo>
                  <a:lnTo>
                    <a:pt x="853315" y="886604"/>
                  </a:lnTo>
                  <a:lnTo>
                    <a:pt x="857039" y="866597"/>
                  </a:lnTo>
                  <a:lnTo>
                    <a:pt x="862497" y="855101"/>
                  </a:lnTo>
                  <a:lnTo>
                    <a:pt x="881285" y="852082"/>
                  </a:lnTo>
                  <a:lnTo>
                    <a:pt x="898838" y="8697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h9084"/>
            <p:cNvSpPr/>
            <p:nvPr/>
          </p:nvSpPr>
          <p:spPr>
            <a:xfrm>
              <a:off x="3787749" y="1776394"/>
              <a:ext cx="950851" cy="914400"/>
            </a:xfrm>
            <a:custGeom>
              <a:avLst/>
              <a:pathLst>
                <a:path w="950851" h="914400">
                  <a:moveTo>
                    <a:pt x="914400" y="914400"/>
                  </a:moveTo>
                  <a:lnTo>
                    <a:pt x="904609" y="912735"/>
                  </a:lnTo>
                  <a:lnTo>
                    <a:pt x="895685" y="896555"/>
                  </a:lnTo>
                  <a:lnTo>
                    <a:pt x="913736" y="871848"/>
                  </a:lnTo>
                  <a:lnTo>
                    <a:pt x="941356" y="873186"/>
                  </a:lnTo>
                  <a:lnTo>
                    <a:pt x="950851" y="878333"/>
                  </a:lnTo>
                  <a:lnTo>
                    <a:pt x="917792" y="8924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h9085"/>
            <p:cNvSpPr/>
            <p:nvPr/>
          </p:nvSpPr>
          <p:spPr>
            <a:xfrm>
              <a:off x="3643029" y="1369012"/>
              <a:ext cx="935861" cy="914400"/>
            </a:xfrm>
            <a:custGeom>
              <a:avLst/>
              <a:pathLst>
                <a:path w="935861" h="914400">
                  <a:moveTo>
                    <a:pt x="914400" y="914400"/>
                  </a:moveTo>
                  <a:lnTo>
                    <a:pt x="910251" y="913336"/>
                  </a:lnTo>
                  <a:lnTo>
                    <a:pt x="915414" y="897018"/>
                  </a:lnTo>
                  <a:lnTo>
                    <a:pt x="919249" y="889967"/>
                  </a:lnTo>
                  <a:lnTo>
                    <a:pt x="931971" y="883378"/>
                  </a:lnTo>
                  <a:lnTo>
                    <a:pt x="935861" y="884527"/>
                  </a:lnTo>
                  <a:lnTo>
                    <a:pt x="922770" y="91105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h9086"/>
            <p:cNvSpPr/>
            <p:nvPr/>
          </p:nvSpPr>
          <p:spPr>
            <a:xfrm>
              <a:off x="3680495" y="1222242"/>
              <a:ext cx="938590" cy="914399"/>
            </a:xfrm>
            <a:custGeom>
              <a:avLst/>
              <a:pathLst>
                <a:path w="938590" h="914399">
                  <a:moveTo>
                    <a:pt x="914400" y="914399"/>
                  </a:moveTo>
                  <a:lnTo>
                    <a:pt x="909643" y="900141"/>
                  </a:lnTo>
                  <a:lnTo>
                    <a:pt x="911542" y="897344"/>
                  </a:lnTo>
                  <a:lnTo>
                    <a:pt x="914787" y="883275"/>
                  </a:lnTo>
                  <a:lnTo>
                    <a:pt x="923950" y="875554"/>
                  </a:lnTo>
                  <a:lnTo>
                    <a:pt x="938590" y="880186"/>
                  </a:lnTo>
                  <a:lnTo>
                    <a:pt x="938498" y="883704"/>
                  </a:lnTo>
                  <a:lnTo>
                    <a:pt x="924504" y="895097"/>
                  </a:lnTo>
                  <a:lnTo>
                    <a:pt x="919138" y="9027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h9087"/>
            <p:cNvSpPr/>
            <p:nvPr/>
          </p:nvSpPr>
          <p:spPr>
            <a:xfrm>
              <a:off x="3936138" y="2980371"/>
              <a:ext cx="928689" cy="915639"/>
            </a:xfrm>
            <a:custGeom>
              <a:avLst/>
              <a:pathLst>
                <a:path w="928689" h="915639">
                  <a:moveTo>
                    <a:pt x="914400" y="914400"/>
                  </a:moveTo>
                  <a:lnTo>
                    <a:pt x="861519" y="909801"/>
                  </a:lnTo>
                  <a:lnTo>
                    <a:pt x="853997" y="905546"/>
                  </a:lnTo>
                  <a:lnTo>
                    <a:pt x="883092" y="875451"/>
                  </a:lnTo>
                  <a:lnTo>
                    <a:pt x="902046" y="844172"/>
                  </a:lnTo>
                  <a:lnTo>
                    <a:pt x="918142" y="803353"/>
                  </a:lnTo>
                  <a:lnTo>
                    <a:pt x="919857" y="775077"/>
                  </a:lnTo>
                  <a:lnTo>
                    <a:pt x="923877" y="743197"/>
                  </a:lnTo>
                  <a:lnTo>
                    <a:pt x="928689" y="740822"/>
                  </a:lnTo>
                  <a:lnTo>
                    <a:pt x="928689" y="91563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h9088"/>
            <p:cNvSpPr/>
            <p:nvPr/>
          </p:nvSpPr>
          <p:spPr>
            <a:xfrm>
              <a:off x="2952730" y="3126437"/>
              <a:ext cx="1912096" cy="920834"/>
            </a:xfrm>
            <a:custGeom>
              <a:avLst/>
              <a:pathLst>
                <a:path w="1912096" h="920834">
                  <a:moveTo>
                    <a:pt x="914400" y="914400"/>
                  </a:moveTo>
                  <a:lnTo>
                    <a:pt x="1022520" y="871676"/>
                  </a:lnTo>
                  <a:lnTo>
                    <a:pt x="1137997" y="831595"/>
                  </a:lnTo>
                  <a:lnTo>
                    <a:pt x="1164953" y="827237"/>
                  </a:lnTo>
                  <a:lnTo>
                    <a:pt x="1192057" y="818795"/>
                  </a:lnTo>
                  <a:lnTo>
                    <a:pt x="1202069" y="803799"/>
                  </a:lnTo>
                  <a:lnTo>
                    <a:pt x="1212062" y="793762"/>
                  </a:lnTo>
                  <a:lnTo>
                    <a:pt x="1227790" y="767321"/>
                  </a:lnTo>
                  <a:lnTo>
                    <a:pt x="1262564" y="726228"/>
                  </a:lnTo>
                  <a:lnTo>
                    <a:pt x="1324054" y="711266"/>
                  </a:lnTo>
                  <a:lnTo>
                    <a:pt x="1347010" y="691775"/>
                  </a:lnTo>
                  <a:lnTo>
                    <a:pt x="1395133" y="664476"/>
                  </a:lnTo>
                  <a:lnTo>
                    <a:pt x="1504839" y="633849"/>
                  </a:lnTo>
                  <a:lnTo>
                    <a:pt x="1550657" y="627123"/>
                  </a:lnTo>
                  <a:lnTo>
                    <a:pt x="1595553" y="626300"/>
                  </a:lnTo>
                  <a:lnTo>
                    <a:pt x="1635527" y="650458"/>
                  </a:lnTo>
                  <a:lnTo>
                    <a:pt x="1677842" y="680279"/>
                  </a:lnTo>
                  <a:lnTo>
                    <a:pt x="1685457" y="698277"/>
                  </a:lnTo>
                  <a:lnTo>
                    <a:pt x="1662557" y="687056"/>
                  </a:lnTo>
                  <a:lnTo>
                    <a:pt x="1629184" y="660272"/>
                  </a:lnTo>
                  <a:lnTo>
                    <a:pt x="1616849" y="659140"/>
                  </a:lnTo>
                  <a:lnTo>
                    <a:pt x="1645336" y="740606"/>
                  </a:lnTo>
                  <a:lnTo>
                    <a:pt x="1660916" y="769414"/>
                  </a:lnTo>
                  <a:lnTo>
                    <a:pt x="1692408" y="790965"/>
                  </a:lnTo>
                  <a:lnTo>
                    <a:pt x="1718811" y="798223"/>
                  </a:lnTo>
                  <a:lnTo>
                    <a:pt x="1800159" y="785165"/>
                  </a:lnTo>
                  <a:lnTo>
                    <a:pt x="1829052" y="768110"/>
                  </a:lnTo>
                  <a:lnTo>
                    <a:pt x="1837404" y="759480"/>
                  </a:lnTo>
                  <a:lnTo>
                    <a:pt x="1844927" y="763735"/>
                  </a:lnTo>
                  <a:lnTo>
                    <a:pt x="1897807" y="768333"/>
                  </a:lnTo>
                  <a:lnTo>
                    <a:pt x="1912096" y="769573"/>
                  </a:lnTo>
                  <a:lnTo>
                    <a:pt x="1912096" y="920834"/>
                  </a:lnTo>
                  <a:lnTo>
                    <a:pt x="902154" y="92083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h9089"/>
            <p:cNvSpPr/>
            <p:nvPr/>
          </p:nvSpPr>
          <p:spPr>
            <a:xfrm>
              <a:off x="2499396" y="711003"/>
              <a:ext cx="966136" cy="1884401"/>
            </a:xfrm>
            <a:custGeom>
              <a:avLst/>
              <a:pathLst>
                <a:path w="966136" h="1884401">
                  <a:moveTo>
                    <a:pt x="914400" y="914400"/>
                  </a:moveTo>
                  <a:lnTo>
                    <a:pt x="939070" y="985554"/>
                  </a:lnTo>
                  <a:lnTo>
                    <a:pt x="959554" y="1036153"/>
                  </a:lnTo>
                  <a:lnTo>
                    <a:pt x="966136" y="1069508"/>
                  </a:lnTo>
                  <a:lnTo>
                    <a:pt x="959370" y="1103326"/>
                  </a:lnTo>
                  <a:lnTo>
                    <a:pt x="952382" y="1120639"/>
                  </a:lnTo>
                  <a:lnTo>
                    <a:pt x="952160" y="1143956"/>
                  </a:lnTo>
                  <a:lnTo>
                    <a:pt x="946777" y="1190369"/>
                  </a:lnTo>
                  <a:lnTo>
                    <a:pt x="930901" y="1213824"/>
                  </a:lnTo>
                  <a:lnTo>
                    <a:pt x="910122" y="1239406"/>
                  </a:lnTo>
                  <a:lnTo>
                    <a:pt x="886945" y="1258503"/>
                  </a:lnTo>
                  <a:lnTo>
                    <a:pt x="868563" y="1263874"/>
                  </a:lnTo>
                  <a:lnTo>
                    <a:pt x="852780" y="1266087"/>
                  </a:lnTo>
                  <a:lnTo>
                    <a:pt x="842178" y="1275798"/>
                  </a:lnTo>
                  <a:lnTo>
                    <a:pt x="832572" y="1304332"/>
                  </a:lnTo>
                  <a:lnTo>
                    <a:pt x="823703" y="1334307"/>
                  </a:lnTo>
                  <a:lnTo>
                    <a:pt x="794719" y="1371162"/>
                  </a:lnTo>
                  <a:lnTo>
                    <a:pt x="795493" y="1383997"/>
                  </a:lnTo>
                  <a:lnTo>
                    <a:pt x="806537" y="1427681"/>
                  </a:lnTo>
                  <a:lnTo>
                    <a:pt x="816881" y="1477422"/>
                  </a:lnTo>
                  <a:lnTo>
                    <a:pt x="808141" y="1523920"/>
                  </a:lnTo>
                  <a:lnTo>
                    <a:pt x="800656" y="1572735"/>
                  </a:lnTo>
                  <a:lnTo>
                    <a:pt x="787546" y="1605266"/>
                  </a:lnTo>
                  <a:lnTo>
                    <a:pt x="768813" y="1616882"/>
                  </a:lnTo>
                  <a:lnTo>
                    <a:pt x="755059" y="1611083"/>
                  </a:lnTo>
                  <a:lnTo>
                    <a:pt x="739497" y="1566455"/>
                  </a:lnTo>
                  <a:lnTo>
                    <a:pt x="739147" y="1556194"/>
                  </a:lnTo>
                  <a:lnTo>
                    <a:pt x="735275" y="1542554"/>
                  </a:lnTo>
                  <a:lnTo>
                    <a:pt x="691134" y="1528965"/>
                  </a:lnTo>
                  <a:lnTo>
                    <a:pt x="683335" y="1529462"/>
                  </a:lnTo>
                  <a:lnTo>
                    <a:pt x="665985" y="1521501"/>
                  </a:lnTo>
                  <a:lnTo>
                    <a:pt x="655807" y="1519253"/>
                  </a:lnTo>
                  <a:lnTo>
                    <a:pt x="634935" y="1514655"/>
                  </a:lnTo>
                  <a:lnTo>
                    <a:pt x="617585" y="1475277"/>
                  </a:lnTo>
                  <a:lnTo>
                    <a:pt x="599147" y="1442523"/>
                  </a:lnTo>
                  <a:lnTo>
                    <a:pt x="596529" y="1428831"/>
                  </a:lnTo>
                  <a:lnTo>
                    <a:pt x="597156" y="1367576"/>
                  </a:lnTo>
                  <a:lnTo>
                    <a:pt x="591514" y="1340330"/>
                  </a:lnTo>
                  <a:lnTo>
                    <a:pt x="589781" y="1310629"/>
                  </a:lnTo>
                  <a:lnTo>
                    <a:pt x="578183" y="1334788"/>
                  </a:lnTo>
                  <a:lnTo>
                    <a:pt x="584913" y="1372981"/>
                  </a:lnTo>
                  <a:lnTo>
                    <a:pt x="570605" y="1389007"/>
                  </a:lnTo>
                  <a:lnTo>
                    <a:pt x="552554" y="1396797"/>
                  </a:lnTo>
                  <a:lnTo>
                    <a:pt x="554251" y="1419171"/>
                  </a:lnTo>
                  <a:lnTo>
                    <a:pt x="561663" y="1423409"/>
                  </a:lnTo>
                  <a:lnTo>
                    <a:pt x="563212" y="1446641"/>
                  </a:lnTo>
                  <a:lnTo>
                    <a:pt x="558823" y="1481025"/>
                  </a:lnTo>
                  <a:lnTo>
                    <a:pt x="523293" y="1557481"/>
                  </a:lnTo>
                  <a:lnTo>
                    <a:pt x="516121" y="1565700"/>
                  </a:lnTo>
                  <a:lnTo>
                    <a:pt x="511253" y="1576029"/>
                  </a:lnTo>
                  <a:lnTo>
                    <a:pt x="493073" y="1569166"/>
                  </a:lnTo>
                  <a:lnTo>
                    <a:pt x="469749" y="1590459"/>
                  </a:lnTo>
                  <a:lnTo>
                    <a:pt x="447661" y="1593873"/>
                  </a:lnTo>
                  <a:lnTo>
                    <a:pt x="439659" y="1569783"/>
                  </a:lnTo>
                  <a:lnTo>
                    <a:pt x="408499" y="1537904"/>
                  </a:lnTo>
                  <a:lnTo>
                    <a:pt x="393785" y="1539688"/>
                  </a:lnTo>
                  <a:lnTo>
                    <a:pt x="406987" y="1555422"/>
                  </a:lnTo>
                  <a:lnTo>
                    <a:pt x="420004" y="1575875"/>
                  </a:lnTo>
                  <a:lnTo>
                    <a:pt x="412610" y="1589412"/>
                  </a:lnTo>
                  <a:lnTo>
                    <a:pt x="405346" y="1598249"/>
                  </a:lnTo>
                  <a:lnTo>
                    <a:pt x="392623" y="1602830"/>
                  </a:lnTo>
                  <a:lnTo>
                    <a:pt x="347100" y="1629596"/>
                  </a:lnTo>
                  <a:lnTo>
                    <a:pt x="363307" y="1647578"/>
                  </a:lnTo>
                  <a:lnTo>
                    <a:pt x="349552" y="1667996"/>
                  </a:lnTo>
                  <a:lnTo>
                    <a:pt x="333640" y="1670998"/>
                  </a:lnTo>
                  <a:lnTo>
                    <a:pt x="325159" y="1680538"/>
                  </a:lnTo>
                  <a:lnTo>
                    <a:pt x="322209" y="1693493"/>
                  </a:lnTo>
                  <a:lnTo>
                    <a:pt x="275063" y="1730399"/>
                  </a:lnTo>
                  <a:lnTo>
                    <a:pt x="198214" y="1825060"/>
                  </a:lnTo>
                  <a:lnTo>
                    <a:pt x="158719" y="1851809"/>
                  </a:lnTo>
                  <a:lnTo>
                    <a:pt x="131136" y="1879623"/>
                  </a:lnTo>
                  <a:lnTo>
                    <a:pt x="106835" y="1878936"/>
                  </a:lnTo>
                  <a:lnTo>
                    <a:pt x="99773" y="1884401"/>
                  </a:lnTo>
                  <a:lnTo>
                    <a:pt x="99773" y="876497"/>
                  </a:lnTo>
                  <a:lnTo>
                    <a:pt x="910622" y="87649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h9090"/>
            <p:cNvSpPr/>
            <p:nvPr/>
          </p:nvSpPr>
          <p:spPr>
            <a:xfrm>
              <a:off x="1855358" y="3132768"/>
              <a:ext cx="1322376" cy="914502"/>
            </a:xfrm>
            <a:custGeom>
              <a:avLst/>
              <a:pathLst>
                <a:path w="1322376" h="914502">
                  <a:moveTo>
                    <a:pt x="914400" y="914400"/>
                  </a:moveTo>
                  <a:lnTo>
                    <a:pt x="914990" y="822862"/>
                  </a:lnTo>
                  <a:lnTo>
                    <a:pt x="904591" y="809238"/>
                  </a:lnTo>
                  <a:lnTo>
                    <a:pt x="891149" y="804503"/>
                  </a:lnTo>
                  <a:lnTo>
                    <a:pt x="882778" y="810765"/>
                  </a:lnTo>
                  <a:lnTo>
                    <a:pt x="865576" y="810851"/>
                  </a:lnTo>
                  <a:lnTo>
                    <a:pt x="861962" y="790124"/>
                  </a:lnTo>
                  <a:lnTo>
                    <a:pt x="866166" y="774768"/>
                  </a:lnTo>
                  <a:lnTo>
                    <a:pt x="900737" y="764267"/>
                  </a:lnTo>
                  <a:lnTo>
                    <a:pt x="923526" y="750197"/>
                  </a:lnTo>
                  <a:lnTo>
                    <a:pt x="924540" y="725336"/>
                  </a:lnTo>
                  <a:lnTo>
                    <a:pt x="910140" y="705793"/>
                  </a:lnTo>
                  <a:lnTo>
                    <a:pt x="892901" y="669950"/>
                  </a:lnTo>
                  <a:lnTo>
                    <a:pt x="872638" y="636251"/>
                  </a:lnTo>
                  <a:lnTo>
                    <a:pt x="870443" y="597080"/>
                  </a:lnTo>
                  <a:lnTo>
                    <a:pt x="905660" y="597852"/>
                  </a:lnTo>
                  <a:lnTo>
                    <a:pt x="914289" y="599327"/>
                  </a:lnTo>
                  <a:lnTo>
                    <a:pt x="967704" y="617686"/>
                  </a:lnTo>
                  <a:lnTo>
                    <a:pt x="980758" y="630572"/>
                  </a:lnTo>
                  <a:lnTo>
                    <a:pt x="997186" y="631172"/>
                  </a:lnTo>
                  <a:lnTo>
                    <a:pt x="1026779" y="619179"/>
                  </a:lnTo>
                  <a:lnTo>
                    <a:pt x="1048886" y="613912"/>
                  </a:lnTo>
                  <a:lnTo>
                    <a:pt x="1057460" y="621307"/>
                  </a:lnTo>
                  <a:lnTo>
                    <a:pt x="1069500" y="624412"/>
                  </a:lnTo>
                  <a:lnTo>
                    <a:pt x="1072284" y="624412"/>
                  </a:lnTo>
                  <a:lnTo>
                    <a:pt x="1073445" y="630864"/>
                  </a:lnTo>
                  <a:lnTo>
                    <a:pt x="1101084" y="640198"/>
                  </a:lnTo>
                  <a:lnTo>
                    <a:pt x="1112700" y="655074"/>
                  </a:lnTo>
                  <a:lnTo>
                    <a:pt x="1125606" y="677688"/>
                  </a:lnTo>
                  <a:lnTo>
                    <a:pt x="1126860" y="710237"/>
                  </a:lnTo>
                  <a:lnTo>
                    <a:pt x="1110340" y="733657"/>
                  </a:lnTo>
                  <a:lnTo>
                    <a:pt x="1096622" y="748482"/>
                  </a:lnTo>
                  <a:lnTo>
                    <a:pt x="1148506" y="742871"/>
                  </a:lnTo>
                  <a:lnTo>
                    <a:pt x="1153669" y="756306"/>
                  </a:lnTo>
                  <a:lnTo>
                    <a:pt x="1161524" y="770804"/>
                  </a:lnTo>
                  <a:lnTo>
                    <a:pt x="1189476" y="760475"/>
                  </a:lnTo>
                  <a:lnTo>
                    <a:pt x="1259540" y="803370"/>
                  </a:lnTo>
                  <a:lnTo>
                    <a:pt x="1301910" y="782489"/>
                  </a:lnTo>
                  <a:lnTo>
                    <a:pt x="1312752" y="781271"/>
                  </a:lnTo>
                  <a:lnTo>
                    <a:pt x="1322376" y="815930"/>
                  </a:lnTo>
                  <a:lnTo>
                    <a:pt x="1311848" y="850846"/>
                  </a:lnTo>
                  <a:lnTo>
                    <a:pt x="1274493" y="888096"/>
                  </a:lnTo>
                  <a:lnTo>
                    <a:pt x="1282772" y="911054"/>
                  </a:lnTo>
                  <a:lnTo>
                    <a:pt x="1290845" y="9145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h9091"/>
            <p:cNvSpPr/>
            <p:nvPr/>
          </p:nvSpPr>
          <p:spPr>
            <a:xfrm>
              <a:off x="2270876" y="3129645"/>
              <a:ext cx="922329" cy="917625"/>
            </a:xfrm>
            <a:custGeom>
              <a:avLst/>
              <a:pathLst>
                <a:path w="922329" h="917625">
                  <a:moveTo>
                    <a:pt x="914400" y="914399"/>
                  </a:moveTo>
                  <a:lnTo>
                    <a:pt x="922329" y="917625"/>
                  </a:lnTo>
                  <a:lnTo>
                    <a:pt x="891087" y="91762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h9092"/>
            <p:cNvSpPr/>
            <p:nvPr/>
          </p:nvSpPr>
          <p:spPr>
            <a:xfrm>
              <a:off x="2383458" y="3092978"/>
              <a:ext cx="1315922" cy="954292"/>
            </a:xfrm>
            <a:custGeom>
              <a:avLst/>
              <a:pathLst>
                <a:path w="1315922" h="954292">
                  <a:moveTo>
                    <a:pt x="914400" y="914399"/>
                  </a:moveTo>
                  <a:lnTo>
                    <a:pt x="932469" y="903178"/>
                  </a:lnTo>
                  <a:lnTo>
                    <a:pt x="991950" y="895148"/>
                  </a:lnTo>
                  <a:lnTo>
                    <a:pt x="1002773" y="874919"/>
                  </a:lnTo>
                  <a:lnTo>
                    <a:pt x="1026871" y="854570"/>
                  </a:lnTo>
                  <a:lnTo>
                    <a:pt x="1042396" y="832350"/>
                  </a:lnTo>
                  <a:lnTo>
                    <a:pt x="1079567" y="790056"/>
                  </a:lnTo>
                  <a:lnTo>
                    <a:pt x="1118028" y="797674"/>
                  </a:lnTo>
                  <a:lnTo>
                    <a:pt x="1140486" y="805772"/>
                  </a:lnTo>
                  <a:lnTo>
                    <a:pt x="1165137" y="809856"/>
                  </a:lnTo>
                  <a:lnTo>
                    <a:pt x="1187576" y="854947"/>
                  </a:lnTo>
                  <a:lnTo>
                    <a:pt x="1244328" y="904791"/>
                  </a:lnTo>
                  <a:lnTo>
                    <a:pt x="1296471" y="900450"/>
                  </a:lnTo>
                  <a:lnTo>
                    <a:pt x="1314983" y="947600"/>
                  </a:lnTo>
                  <a:lnTo>
                    <a:pt x="1315922" y="954292"/>
                  </a:lnTo>
                  <a:lnTo>
                    <a:pt x="879902" y="9542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h9093"/>
            <p:cNvSpPr/>
            <p:nvPr/>
          </p:nvSpPr>
          <p:spPr>
            <a:xfrm>
              <a:off x="2767410" y="3022030"/>
              <a:ext cx="914400" cy="938850"/>
            </a:xfrm>
            <a:custGeom>
              <a:avLst/>
              <a:pathLst>
                <a:path w="914400" h="938850">
                  <a:moveTo>
                    <a:pt x="914400" y="914399"/>
                  </a:moveTo>
                  <a:lnTo>
                    <a:pt x="909329" y="926444"/>
                  </a:lnTo>
                  <a:lnTo>
                    <a:pt x="888107" y="906404"/>
                  </a:lnTo>
                  <a:lnTo>
                    <a:pt x="866793" y="906678"/>
                  </a:lnTo>
                  <a:lnTo>
                    <a:pt x="854052" y="937546"/>
                  </a:lnTo>
                  <a:lnTo>
                    <a:pt x="844575" y="938850"/>
                  </a:lnTo>
                  <a:lnTo>
                    <a:pt x="811663" y="910813"/>
                  </a:lnTo>
                  <a:lnTo>
                    <a:pt x="806390" y="897139"/>
                  </a:lnTo>
                  <a:lnTo>
                    <a:pt x="805302" y="885763"/>
                  </a:lnTo>
                  <a:lnTo>
                    <a:pt x="810004" y="846385"/>
                  </a:lnTo>
                  <a:lnTo>
                    <a:pt x="809137" y="833997"/>
                  </a:lnTo>
                  <a:lnTo>
                    <a:pt x="819481" y="820459"/>
                  </a:lnTo>
                  <a:lnTo>
                    <a:pt x="821085" y="800899"/>
                  </a:lnTo>
                  <a:lnTo>
                    <a:pt x="839375" y="780275"/>
                  </a:lnTo>
                  <a:lnTo>
                    <a:pt x="855601" y="779503"/>
                  </a:lnTo>
                  <a:lnTo>
                    <a:pt x="860763" y="796970"/>
                  </a:lnTo>
                  <a:lnTo>
                    <a:pt x="868526" y="808998"/>
                  </a:lnTo>
                  <a:lnTo>
                    <a:pt x="895869" y="822484"/>
                  </a:lnTo>
                  <a:lnTo>
                    <a:pt x="899944" y="828610"/>
                  </a:lnTo>
                  <a:lnTo>
                    <a:pt x="902415" y="837086"/>
                  </a:lnTo>
                  <a:lnTo>
                    <a:pt x="889693" y="853695"/>
                  </a:lnTo>
                  <a:lnTo>
                    <a:pt x="885378" y="862205"/>
                  </a:lnTo>
                  <a:lnTo>
                    <a:pt x="889416" y="875845"/>
                  </a:lnTo>
                  <a:lnTo>
                    <a:pt x="909679" y="89075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h9094"/>
            <p:cNvSpPr/>
            <p:nvPr/>
          </p:nvSpPr>
          <p:spPr>
            <a:xfrm>
              <a:off x="2793518" y="3120122"/>
              <a:ext cx="959190" cy="927148"/>
            </a:xfrm>
            <a:custGeom>
              <a:avLst/>
              <a:pathLst>
                <a:path w="959190" h="927148">
                  <a:moveTo>
                    <a:pt x="914400" y="914400"/>
                  </a:moveTo>
                  <a:lnTo>
                    <a:pt x="905844" y="906215"/>
                  </a:lnTo>
                  <a:lnTo>
                    <a:pt x="904572" y="894531"/>
                  </a:lnTo>
                  <a:lnTo>
                    <a:pt x="905955" y="882434"/>
                  </a:lnTo>
                  <a:lnTo>
                    <a:pt x="945818" y="915000"/>
                  </a:lnTo>
                  <a:lnTo>
                    <a:pt x="959190" y="927148"/>
                  </a:lnTo>
                  <a:lnTo>
                    <a:pt x="922903" y="9271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h9095"/>
            <p:cNvSpPr/>
            <p:nvPr/>
          </p:nvSpPr>
          <p:spPr>
            <a:xfrm>
              <a:off x="2275596" y="2986685"/>
              <a:ext cx="943384" cy="914400"/>
            </a:xfrm>
            <a:custGeom>
              <a:avLst/>
              <a:pathLst>
                <a:path w="943384" h="914400">
                  <a:moveTo>
                    <a:pt x="914400" y="914400"/>
                  </a:moveTo>
                  <a:lnTo>
                    <a:pt x="903337" y="900347"/>
                  </a:lnTo>
                  <a:lnTo>
                    <a:pt x="892200" y="896778"/>
                  </a:lnTo>
                  <a:lnTo>
                    <a:pt x="898193" y="879449"/>
                  </a:lnTo>
                  <a:lnTo>
                    <a:pt x="906029" y="873152"/>
                  </a:lnTo>
                  <a:lnTo>
                    <a:pt x="934091" y="884442"/>
                  </a:lnTo>
                  <a:lnTo>
                    <a:pt x="942905" y="906541"/>
                  </a:lnTo>
                  <a:lnTo>
                    <a:pt x="943384" y="9137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h9096"/>
            <p:cNvSpPr/>
            <p:nvPr/>
          </p:nvSpPr>
          <p:spPr>
            <a:xfrm>
              <a:off x="1738516" y="2863319"/>
              <a:ext cx="979522" cy="914400"/>
            </a:xfrm>
            <a:custGeom>
              <a:avLst/>
              <a:pathLst>
                <a:path w="979522" h="914400">
                  <a:moveTo>
                    <a:pt x="914400" y="914400"/>
                  </a:moveTo>
                  <a:lnTo>
                    <a:pt x="916483" y="864779"/>
                  </a:lnTo>
                  <a:lnTo>
                    <a:pt x="937152" y="811915"/>
                  </a:lnTo>
                  <a:lnTo>
                    <a:pt x="945892" y="813099"/>
                  </a:lnTo>
                  <a:lnTo>
                    <a:pt x="936949" y="827374"/>
                  </a:lnTo>
                  <a:lnTo>
                    <a:pt x="934368" y="837377"/>
                  </a:lnTo>
                  <a:lnTo>
                    <a:pt x="930736" y="857366"/>
                  </a:lnTo>
                  <a:lnTo>
                    <a:pt x="932377" y="867747"/>
                  </a:lnTo>
                  <a:lnTo>
                    <a:pt x="979522" y="870595"/>
                  </a:lnTo>
                  <a:lnTo>
                    <a:pt x="974046" y="879860"/>
                  </a:lnTo>
                  <a:lnTo>
                    <a:pt x="926237" y="886106"/>
                  </a:lnTo>
                  <a:lnTo>
                    <a:pt x="918751" y="9074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h9097"/>
            <p:cNvSpPr/>
            <p:nvPr/>
          </p:nvSpPr>
          <p:spPr>
            <a:xfrm>
              <a:off x="1788410" y="2891046"/>
              <a:ext cx="921756" cy="914399"/>
            </a:xfrm>
            <a:custGeom>
              <a:avLst/>
              <a:pathLst>
                <a:path w="921756" h="914399">
                  <a:moveTo>
                    <a:pt x="914400" y="914399"/>
                  </a:moveTo>
                  <a:lnTo>
                    <a:pt x="896441" y="913387"/>
                  </a:lnTo>
                  <a:lnTo>
                    <a:pt x="886355" y="905289"/>
                  </a:lnTo>
                  <a:lnTo>
                    <a:pt x="889619" y="896658"/>
                  </a:lnTo>
                  <a:lnTo>
                    <a:pt x="899151" y="890069"/>
                  </a:lnTo>
                  <a:lnTo>
                    <a:pt x="907043" y="889057"/>
                  </a:lnTo>
                  <a:lnTo>
                    <a:pt x="919027" y="893124"/>
                  </a:lnTo>
                  <a:lnTo>
                    <a:pt x="921756" y="9057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h9098"/>
            <p:cNvSpPr/>
            <p:nvPr/>
          </p:nvSpPr>
          <p:spPr>
            <a:xfrm>
              <a:off x="3950427" y="901131"/>
              <a:ext cx="914400" cy="1009042"/>
            </a:xfrm>
            <a:custGeom>
              <a:avLst/>
              <a:pathLst>
                <a:path w="914400" h="1009042">
                  <a:moveTo>
                    <a:pt x="914400" y="914400"/>
                  </a:moveTo>
                  <a:lnTo>
                    <a:pt x="914400" y="1005493"/>
                  </a:lnTo>
                  <a:lnTo>
                    <a:pt x="876602" y="1009042"/>
                  </a:lnTo>
                  <a:lnTo>
                    <a:pt x="866442" y="1002985"/>
                  </a:lnTo>
                  <a:lnTo>
                    <a:pt x="852522" y="955887"/>
                  </a:lnTo>
                  <a:lnTo>
                    <a:pt x="855287" y="943722"/>
                  </a:lnTo>
                  <a:lnTo>
                    <a:pt x="864654" y="938540"/>
                  </a:lnTo>
                  <a:lnTo>
                    <a:pt x="872674" y="937425"/>
                  </a:lnTo>
                  <a:lnTo>
                    <a:pt x="873854" y="962784"/>
                  </a:lnTo>
                  <a:lnTo>
                    <a:pt x="885636" y="960262"/>
                  </a:lnTo>
                  <a:lnTo>
                    <a:pt x="889324" y="943550"/>
                  </a:lnTo>
                  <a:lnTo>
                    <a:pt x="890154" y="931780"/>
                  </a:lnTo>
                  <a:lnTo>
                    <a:pt x="886964" y="925843"/>
                  </a:lnTo>
                  <a:lnTo>
                    <a:pt x="878962" y="921245"/>
                  </a:lnTo>
                  <a:lnTo>
                    <a:pt x="874334" y="913352"/>
                  </a:lnTo>
                  <a:lnTo>
                    <a:pt x="880990" y="900655"/>
                  </a:lnTo>
                  <a:lnTo>
                    <a:pt x="893306" y="895165"/>
                  </a:lnTo>
                  <a:lnTo>
                    <a:pt x="903927" y="912134"/>
                  </a:lnTo>
                  <a:lnTo>
                    <a:pt x="912427" y="9143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h9099"/>
            <p:cNvSpPr/>
            <p:nvPr/>
          </p:nvSpPr>
          <p:spPr>
            <a:xfrm>
              <a:off x="3887646" y="966605"/>
              <a:ext cx="914400" cy="924832"/>
            </a:xfrm>
            <a:custGeom>
              <a:avLst/>
              <a:pathLst>
                <a:path w="914400" h="924832">
                  <a:moveTo>
                    <a:pt x="914400" y="914400"/>
                  </a:moveTo>
                  <a:lnTo>
                    <a:pt x="907172" y="912426"/>
                  </a:lnTo>
                  <a:lnTo>
                    <a:pt x="901622" y="915120"/>
                  </a:lnTo>
                  <a:lnTo>
                    <a:pt x="897861" y="924832"/>
                  </a:lnTo>
                  <a:lnTo>
                    <a:pt x="889674" y="921348"/>
                  </a:lnTo>
                  <a:lnTo>
                    <a:pt x="886374" y="907433"/>
                  </a:lnTo>
                  <a:lnTo>
                    <a:pt x="892477" y="886604"/>
                  </a:lnTo>
                  <a:lnTo>
                    <a:pt x="907098" y="885814"/>
                  </a:lnTo>
                  <a:lnTo>
                    <a:pt x="913422" y="90652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h9100"/>
            <p:cNvSpPr/>
            <p:nvPr/>
          </p:nvSpPr>
          <p:spPr>
            <a:xfrm>
              <a:off x="2547833" y="2540783"/>
              <a:ext cx="921424" cy="1234997"/>
            </a:xfrm>
            <a:custGeom>
              <a:avLst/>
              <a:pathLst>
                <a:path w="921424" h="1234997">
                  <a:moveTo>
                    <a:pt x="914400" y="914399"/>
                  </a:moveTo>
                  <a:lnTo>
                    <a:pt x="909495" y="924643"/>
                  </a:lnTo>
                  <a:lnTo>
                    <a:pt x="902286" y="931386"/>
                  </a:lnTo>
                  <a:lnTo>
                    <a:pt x="883424" y="938541"/>
                  </a:lnTo>
                  <a:lnTo>
                    <a:pt x="867088" y="948527"/>
                  </a:lnTo>
                  <a:lnTo>
                    <a:pt x="852522" y="966079"/>
                  </a:lnTo>
                  <a:lnTo>
                    <a:pt x="847156" y="991164"/>
                  </a:lnTo>
                  <a:lnTo>
                    <a:pt x="858551" y="1009523"/>
                  </a:lnTo>
                  <a:lnTo>
                    <a:pt x="879275" y="1019578"/>
                  </a:lnTo>
                  <a:lnTo>
                    <a:pt x="884548" y="1054529"/>
                  </a:lnTo>
                  <a:lnTo>
                    <a:pt x="867438" y="1071773"/>
                  </a:lnTo>
                  <a:lnTo>
                    <a:pt x="823537" y="1088982"/>
                  </a:lnTo>
                  <a:lnTo>
                    <a:pt x="818928" y="1130522"/>
                  </a:lnTo>
                  <a:lnTo>
                    <a:pt x="820347" y="1163259"/>
                  </a:lnTo>
                  <a:lnTo>
                    <a:pt x="819555" y="1187057"/>
                  </a:lnTo>
                  <a:lnTo>
                    <a:pt x="816070" y="1219983"/>
                  </a:lnTo>
                  <a:lnTo>
                    <a:pt x="780558" y="1234997"/>
                  </a:lnTo>
                  <a:lnTo>
                    <a:pt x="757640" y="1184844"/>
                  </a:lnTo>
                  <a:lnTo>
                    <a:pt x="757437" y="1164769"/>
                  </a:lnTo>
                  <a:lnTo>
                    <a:pt x="750597" y="1141331"/>
                  </a:lnTo>
                  <a:lnTo>
                    <a:pt x="749306" y="1121359"/>
                  </a:lnTo>
                  <a:lnTo>
                    <a:pt x="741193" y="1089411"/>
                  </a:lnTo>
                  <a:lnTo>
                    <a:pt x="707599" y="1080763"/>
                  </a:lnTo>
                  <a:lnTo>
                    <a:pt x="694564" y="1079631"/>
                  </a:lnTo>
                  <a:lnTo>
                    <a:pt x="676328" y="1085568"/>
                  </a:lnTo>
                  <a:lnTo>
                    <a:pt x="671811" y="1083251"/>
                  </a:lnTo>
                  <a:lnTo>
                    <a:pt x="649981" y="1039619"/>
                  </a:lnTo>
                  <a:lnTo>
                    <a:pt x="653576" y="991473"/>
                  </a:lnTo>
                  <a:lnTo>
                    <a:pt x="641923" y="967177"/>
                  </a:lnTo>
                  <a:lnTo>
                    <a:pt x="640319" y="956179"/>
                  </a:lnTo>
                  <a:lnTo>
                    <a:pt x="640596" y="943997"/>
                  </a:lnTo>
                  <a:lnTo>
                    <a:pt x="631026" y="933960"/>
                  </a:lnTo>
                  <a:lnTo>
                    <a:pt x="619410" y="928641"/>
                  </a:lnTo>
                  <a:lnTo>
                    <a:pt x="613768" y="901548"/>
                  </a:lnTo>
                  <a:lnTo>
                    <a:pt x="627118" y="894977"/>
                  </a:lnTo>
                  <a:lnTo>
                    <a:pt x="660121" y="898151"/>
                  </a:lnTo>
                  <a:lnTo>
                    <a:pt x="669765" y="896298"/>
                  </a:lnTo>
                  <a:lnTo>
                    <a:pt x="678596" y="890653"/>
                  </a:lnTo>
                  <a:lnTo>
                    <a:pt x="705295" y="846111"/>
                  </a:lnTo>
                  <a:lnTo>
                    <a:pt x="704520" y="836296"/>
                  </a:lnTo>
                  <a:lnTo>
                    <a:pt x="707378" y="823565"/>
                  </a:lnTo>
                  <a:lnTo>
                    <a:pt x="736270" y="818847"/>
                  </a:lnTo>
                  <a:lnTo>
                    <a:pt x="749140" y="836056"/>
                  </a:lnTo>
                  <a:lnTo>
                    <a:pt x="746559" y="863612"/>
                  </a:lnTo>
                  <a:lnTo>
                    <a:pt x="748200" y="898923"/>
                  </a:lnTo>
                  <a:lnTo>
                    <a:pt x="765697" y="908531"/>
                  </a:lnTo>
                  <a:lnTo>
                    <a:pt x="772519" y="909938"/>
                  </a:lnTo>
                  <a:lnTo>
                    <a:pt x="779802" y="883858"/>
                  </a:lnTo>
                  <a:lnTo>
                    <a:pt x="784910" y="871179"/>
                  </a:lnTo>
                  <a:lnTo>
                    <a:pt x="791842" y="864109"/>
                  </a:lnTo>
                  <a:lnTo>
                    <a:pt x="794202" y="840277"/>
                  </a:lnTo>
                  <a:lnTo>
                    <a:pt x="790091" y="825727"/>
                  </a:lnTo>
                  <a:lnTo>
                    <a:pt x="781333" y="814883"/>
                  </a:lnTo>
                  <a:lnTo>
                    <a:pt x="814042" y="785371"/>
                  </a:lnTo>
                  <a:lnTo>
                    <a:pt x="847894" y="762002"/>
                  </a:lnTo>
                  <a:lnTo>
                    <a:pt x="867585" y="760784"/>
                  </a:lnTo>
                  <a:lnTo>
                    <a:pt x="887406" y="766498"/>
                  </a:lnTo>
                  <a:lnTo>
                    <a:pt x="905826" y="774390"/>
                  </a:lnTo>
                  <a:lnTo>
                    <a:pt x="915819" y="781185"/>
                  </a:lnTo>
                  <a:lnTo>
                    <a:pt x="921424" y="792097"/>
                  </a:lnTo>
                  <a:lnTo>
                    <a:pt x="909071" y="818109"/>
                  </a:lnTo>
                  <a:lnTo>
                    <a:pt x="905641" y="832350"/>
                  </a:lnTo>
                  <a:lnTo>
                    <a:pt x="913939" y="8792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h9101"/>
            <p:cNvSpPr/>
            <p:nvPr/>
          </p:nvSpPr>
          <p:spPr>
            <a:xfrm>
              <a:off x="2010458" y="2734135"/>
              <a:ext cx="1141187" cy="1029805"/>
            </a:xfrm>
            <a:custGeom>
              <a:avLst/>
              <a:pathLst>
                <a:path w="1141187" h="1029805">
                  <a:moveTo>
                    <a:pt x="914400" y="1023045"/>
                  </a:moveTo>
                  <a:lnTo>
                    <a:pt x="902360" y="1019939"/>
                  </a:lnTo>
                  <a:lnTo>
                    <a:pt x="893786" y="1012544"/>
                  </a:lnTo>
                  <a:lnTo>
                    <a:pt x="871679" y="1017812"/>
                  </a:lnTo>
                  <a:lnTo>
                    <a:pt x="842086" y="1029805"/>
                  </a:lnTo>
                  <a:lnTo>
                    <a:pt x="825658" y="1029205"/>
                  </a:lnTo>
                  <a:lnTo>
                    <a:pt x="812603" y="1016319"/>
                  </a:lnTo>
                  <a:lnTo>
                    <a:pt x="759189" y="997960"/>
                  </a:lnTo>
                  <a:lnTo>
                    <a:pt x="750560" y="996484"/>
                  </a:lnTo>
                  <a:lnTo>
                    <a:pt x="715269" y="995678"/>
                  </a:lnTo>
                  <a:lnTo>
                    <a:pt x="713592" y="966681"/>
                  </a:lnTo>
                  <a:lnTo>
                    <a:pt x="709222" y="945731"/>
                  </a:lnTo>
                  <a:lnTo>
                    <a:pt x="696887" y="914555"/>
                  </a:lnTo>
                  <a:lnTo>
                    <a:pt x="715177" y="907040"/>
                  </a:lnTo>
                  <a:lnTo>
                    <a:pt x="711637" y="846283"/>
                  </a:lnTo>
                  <a:lnTo>
                    <a:pt x="704999" y="814781"/>
                  </a:lnTo>
                  <a:lnTo>
                    <a:pt x="653908" y="782421"/>
                  </a:lnTo>
                  <a:lnTo>
                    <a:pt x="613658" y="750971"/>
                  </a:lnTo>
                  <a:lnTo>
                    <a:pt x="622951" y="645071"/>
                  </a:lnTo>
                  <a:lnTo>
                    <a:pt x="626915" y="616538"/>
                  </a:lnTo>
                  <a:lnTo>
                    <a:pt x="611648" y="561186"/>
                  </a:lnTo>
                  <a:lnTo>
                    <a:pt x="613234" y="497478"/>
                  </a:lnTo>
                  <a:lnTo>
                    <a:pt x="619669" y="397087"/>
                  </a:lnTo>
                  <a:lnTo>
                    <a:pt x="632465" y="393158"/>
                  </a:lnTo>
                  <a:lnTo>
                    <a:pt x="641849" y="393638"/>
                  </a:lnTo>
                  <a:lnTo>
                    <a:pt x="678043" y="411654"/>
                  </a:lnTo>
                  <a:lnTo>
                    <a:pt x="693107" y="413456"/>
                  </a:lnTo>
                  <a:lnTo>
                    <a:pt x="703432" y="429550"/>
                  </a:lnTo>
                  <a:lnTo>
                    <a:pt x="715528" y="436173"/>
                  </a:lnTo>
                  <a:lnTo>
                    <a:pt x="724286" y="419084"/>
                  </a:lnTo>
                  <a:lnTo>
                    <a:pt x="727697" y="389863"/>
                  </a:lnTo>
                  <a:lnTo>
                    <a:pt x="756386" y="352047"/>
                  </a:lnTo>
                  <a:lnTo>
                    <a:pt x="776483" y="338081"/>
                  </a:lnTo>
                  <a:lnTo>
                    <a:pt x="790183" y="331389"/>
                  </a:lnTo>
                  <a:lnTo>
                    <a:pt x="804011" y="346642"/>
                  </a:lnTo>
                  <a:lnTo>
                    <a:pt x="814595" y="363783"/>
                  </a:lnTo>
                  <a:lnTo>
                    <a:pt x="817102" y="326276"/>
                  </a:lnTo>
                  <a:lnTo>
                    <a:pt x="825639" y="254830"/>
                  </a:lnTo>
                  <a:lnTo>
                    <a:pt x="798369" y="243609"/>
                  </a:lnTo>
                  <a:lnTo>
                    <a:pt x="776152" y="253286"/>
                  </a:lnTo>
                  <a:lnTo>
                    <a:pt x="754118" y="298566"/>
                  </a:lnTo>
                  <a:lnTo>
                    <a:pt x="734463" y="355479"/>
                  </a:lnTo>
                  <a:lnTo>
                    <a:pt x="702584" y="360712"/>
                  </a:lnTo>
                  <a:lnTo>
                    <a:pt x="677140" y="376823"/>
                  </a:lnTo>
                  <a:lnTo>
                    <a:pt x="654166" y="360111"/>
                  </a:lnTo>
                  <a:lnTo>
                    <a:pt x="639360" y="345390"/>
                  </a:lnTo>
                  <a:lnTo>
                    <a:pt x="638992" y="323839"/>
                  </a:lnTo>
                  <a:lnTo>
                    <a:pt x="642347" y="310834"/>
                  </a:lnTo>
                  <a:lnTo>
                    <a:pt x="669340" y="264421"/>
                  </a:lnTo>
                  <a:lnTo>
                    <a:pt x="705497" y="219845"/>
                  </a:lnTo>
                  <a:lnTo>
                    <a:pt x="741931" y="220274"/>
                  </a:lnTo>
                  <a:lnTo>
                    <a:pt x="768500" y="206033"/>
                  </a:lnTo>
                  <a:lnTo>
                    <a:pt x="784375" y="204334"/>
                  </a:lnTo>
                  <a:lnTo>
                    <a:pt x="833936" y="207457"/>
                  </a:lnTo>
                  <a:lnTo>
                    <a:pt x="859381" y="197694"/>
                  </a:lnTo>
                  <a:lnTo>
                    <a:pt x="882170" y="177259"/>
                  </a:lnTo>
                  <a:lnTo>
                    <a:pt x="931418" y="90834"/>
                  </a:lnTo>
                  <a:lnTo>
                    <a:pt x="959204" y="54802"/>
                  </a:lnTo>
                  <a:lnTo>
                    <a:pt x="1015237" y="42122"/>
                  </a:lnTo>
                  <a:lnTo>
                    <a:pt x="1067011" y="531"/>
                  </a:lnTo>
                  <a:lnTo>
                    <a:pt x="1081484" y="0"/>
                  </a:lnTo>
                  <a:lnTo>
                    <a:pt x="1057128" y="31004"/>
                  </a:lnTo>
                  <a:lnTo>
                    <a:pt x="1053219" y="42997"/>
                  </a:lnTo>
                  <a:lnTo>
                    <a:pt x="1050269" y="61391"/>
                  </a:lnTo>
                  <a:lnTo>
                    <a:pt x="1067730" y="101335"/>
                  </a:lnTo>
                  <a:lnTo>
                    <a:pt x="1064042" y="125647"/>
                  </a:lnTo>
                  <a:lnTo>
                    <a:pt x="1065277" y="173484"/>
                  </a:lnTo>
                  <a:lnTo>
                    <a:pt x="1048812" y="198415"/>
                  </a:lnTo>
                  <a:lnTo>
                    <a:pt x="1030227" y="251450"/>
                  </a:lnTo>
                  <a:lnTo>
                    <a:pt x="1022225" y="259257"/>
                  </a:lnTo>
                  <a:lnTo>
                    <a:pt x="1020510" y="321163"/>
                  </a:lnTo>
                  <a:lnTo>
                    <a:pt x="1022335" y="335936"/>
                  </a:lnTo>
                  <a:lnTo>
                    <a:pt x="1019699" y="392300"/>
                  </a:lnTo>
                  <a:lnTo>
                    <a:pt x="1038745" y="415377"/>
                  </a:lnTo>
                  <a:lnTo>
                    <a:pt x="1058879" y="427439"/>
                  </a:lnTo>
                  <a:lnTo>
                    <a:pt x="1126030" y="427011"/>
                  </a:lnTo>
                  <a:lnTo>
                    <a:pt x="1133000" y="437151"/>
                  </a:lnTo>
                  <a:lnTo>
                    <a:pt x="1141187" y="454583"/>
                  </a:lnTo>
                  <a:lnTo>
                    <a:pt x="1135194" y="484181"/>
                  </a:lnTo>
                  <a:lnTo>
                    <a:pt x="1128022" y="506504"/>
                  </a:lnTo>
                  <a:lnTo>
                    <a:pt x="1108570" y="525309"/>
                  </a:lnTo>
                  <a:lnTo>
                    <a:pt x="1083605" y="539327"/>
                  </a:lnTo>
                  <a:lnTo>
                    <a:pt x="1068080" y="539944"/>
                  </a:lnTo>
                  <a:lnTo>
                    <a:pt x="1046932" y="513298"/>
                  </a:lnTo>
                  <a:lnTo>
                    <a:pt x="1036883" y="521946"/>
                  </a:lnTo>
                  <a:lnTo>
                    <a:pt x="1026502" y="535535"/>
                  </a:lnTo>
                  <a:lnTo>
                    <a:pt x="1009115" y="608456"/>
                  </a:lnTo>
                  <a:lnTo>
                    <a:pt x="1000874" y="657717"/>
                  </a:lnTo>
                  <a:lnTo>
                    <a:pt x="996412" y="661715"/>
                  </a:lnTo>
                  <a:lnTo>
                    <a:pt x="986584" y="654457"/>
                  </a:lnTo>
                  <a:lnTo>
                    <a:pt x="969603" y="653891"/>
                  </a:lnTo>
                  <a:lnTo>
                    <a:pt x="948141" y="665575"/>
                  </a:lnTo>
                  <a:lnTo>
                    <a:pt x="959148" y="676025"/>
                  </a:lnTo>
                  <a:lnTo>
                    <a:pt x="970783" y="694178"/>
                  </a:lnTo>
                  <a:lnTo>
                    <a:pt x="966136" y="703271"/>
                  </a:lnTo>
                  <a:lnTo>
                    <a:pt x="947256" y="713103"/>
                  </a:lnTo>
                  <a:lnTo>
                    <a:pt x="930514" y="732989"/>
                  </a:lnTo>
                  <a:lnTo>
                    <a:pt x="923508" y="748037"/>
                  </a:lnTo>
                  <a:lnTo>
                    <a:pt x="902396" y="765847"/>
                  </a:lnTo>
                  <a:lnTo>
                    <a:pt x="889121" y="788427"/>
                  </a:lnTo>
                  <a:lnTo>
                    <a:pt x="895630" y="816411"/>
                  </a:lnTo>
                  <a:lnTo>
                    <a:pt x="898395" y="840981"/>
                  </a:lnTo>
                  <a:lnTo>
                    <a:pt x="904203" y="868125"/>
                  </a:lnTo>
                  <a:lnTo>
                    <a:pt x="898967" y="889796"/>
                  </a:lnTo>
                  <a:lnTo>
                    <a:pt x="872822" y="920886"/>
                  </a:lnTo>
                  <a:lnTo>
                    <a:pt x="863179" y="947841"/>
                  </a:lnTo>
                  <a:lnTo>
                    <a:pt x="885581" y="947498"/>
                  </a:lnTo>
                  <a:lnTo>
                    <a:pt x="899373" y="953727"/>
                  </a:lnTo>
                  <a:lnTo>
                    <a:pt x="907448" y="961688"/>
                  </a:lnTo>
                  <a:lnTo>
                    <a:pt x="915782" y="972978"/>
                  </a:lnTo>
                  <a:lnTo>
                    <a:pt x="910675" y="986927"/>
                  </a:lnTo>
                  <a:lnTo>
                    <a:pt x="917184" y="10230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h9102"/>
            <p:cNvSpPr/>
            <p:nvPr/>
          </p:nvSpPr>
          <p:spPr>
            <a:xfrm>
              <a:off x="2192054" y="2585531"/>
              <a:ext cx="939401" cy="1093203"/>
            </a:xfrm>
            <a:custGeom>
              <a:avLst/>
              <a:pathLst>
                <a:path w="939401" h="1093203">
                  <a:moveTo>
                    <a:pt x="914400" y="914400"/>
                  </a:moveTo>
                  <a:lnTo>
                    <a:pt x="924079" y="953503"/>
                  </a:lnTo>
                  <a:lnTo>
                    <a:pt x="939401" y="997238"/>
                  </a:lnTo>
                  <a:lnTo>
                    <a:pt x="933003" y="1015546"/>
                  </a:lnTo>
                  <a:lnTo>
                    <a:pt x="937355" y="1039001"/>
                  </a:lnTo>
                  <a:lnTo>
                    <a:pt x="932985" y="1063468"/>
                  </a:lnTo>
                  <a:lnTo>
                    <a:pt x="902507" y="1091916"/>
                  </a:lnTo>
                  <a:lnTo>
                    <a:pt x="868323" y="1093203"/>
                  </a:lnTo>
                  <a:lnTo>
                    <a:pt x="832793" y="1079459"/>
                  </a:lnTo>
                  <a:lnTo>
                    <a:pt x="782605" y="1053002"/>
                  </a:lnTo>
                  <a:lnTo>
                    <a:pt x="778567" y="1038143"/>
                  </a:lnTo>
                  <a:lnTo>
                    <a:pt x="771524" y="1029907"/>
                  </a:lnTo>
                  <a:lnTo>
                    <a:pt x="758101" y="984816"/>
                  </a:lnTo>
                  <a:lnTo>
                    <a:pt x="758414" y="929207"/>
                  </a:lnTo>
                  <a:lnTo>
                    <a:pt x="783637" y="922241"/>
                  </a:lnTo>
                  <a:lnTo>
                    <a:pt x="838749" y="895697"/>
                  </a:lnTo>
                  <a:lnTo>
                    <a:pt x="851489" y="899867"/>
                  </a:lnTo>
                  <a:lnTo>
                    <a:pt x="864783" y="913439"/>
                  </a:lnTo>
                  <a:lnTo>
                    <a:pt x="880086" y="914245"/>
                  </a:lnTo>
                  <a:lnTo>
                    <a:pt x="902304" y="894994"/>
                  </a:lnTo>
                  <a:lnTo>
                    <a:pt x="906526" y="8960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h9103"/>
            <p:cNvSpPr/>
            <p:nvPr/>
          </p:nvSpPr>
          <p:spPr>
            <a:xfrm>
              <a:off x="2352833" y="2841356"/>
              <a:ext cx="957360" cy="984936"/>
            </a:xfrm>
            <a:custGeom>
              <a:avLst/>
              <a:pathLst>
                <a:path w="957360" h="984936">
                  <a:moveTo>
                    <a:pt x="914400" y="914400"/>
                  </a:moveTo>
                  <a:lnTo>
                    <a:pt x="937004" y="913147"/>
                  </a:lnTo>
                  <a:lnTo>
                    <a:pt x="952382" y="922189"/>
                  </a:lnTo>
                  <a:lnTo>
                    <a:pt x="956051" y="936156"/>
                  </a:lnTo>
                  <a:lnTo>
                    <a:pt x="957360" y="967160"/>
                  </a:lnTo>
                  <a:lnTo>
                    <a:pt x="941208" y="976203"/>
                  </a:lnTo>
                  <a:lnTo>
                    <a:pt x="923379" y="973131"/>
                  </a:lnTo>
                  <a:lnTo>
                    <a:pt x="899114" y="984936"/>
                  </a:lnTo>
                  <a:lnTo>
                    <a:pt x="819462" y="934251"/>
                  </a:lnTo>
                  <a:lnTo>
                    <a:pt x="820624" y="891991"/>
                  </a:lnTo>
                  <a:lnTo>
                    <a:pt x="823814" y="875399"/>
                  </a:lnTo>
                  <a:lnTo>
                    <a:pt x="861556" y="871453"/>
                  </a:lnTo>
                  <a:lnTo>
                    <a:pt x="880990" y="8925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h9104"/>
            <p:cNvSpPr/>
            <p:nvPr/>
          </p:nvSpPr>
          <p:spPr>
            <a:xfrm>
              <a:off x="2192607" y="2871057"/>
              <a:ext cx="963740" cy="914400"/>
            </a:xfrm>
            <a:custGeom>
              <a:avLst/>
              <a:pathLst>
                <a:path w="963740" h="914400">
                  <a:moveTo>
                    <a:pt x="914400" y="914400"/>
                  </a:moveTo>
                  <a:lnTo>
                    <a:pt x="903023" y="885934"/>
                  </a:lnTo>
                  <a:lnTo>
                    <a:pt x="901548" y="877029"/>
                  </a:lnTo>
                  <a:lnTo>
                    <a:pt x="914916" y="858808"/>
                  </a:lnTo>
                  <a:lnTo>
                    <a:pt x="923563" y="838167"/>
                  </a:lnTo>
                  <a:lnTo>
                    <a:pt x="945928" y="806476"/>
                  </a:lnTo>
                  <a:lnTo>
                    <a:pt x="958817" y="769346"/>
                  </a:lnTo>
                  <a:lnTo>
                    <a:pt x="963740" y="769929"/>
                  </a:lnTo>
                  <a:lnTo>
                    <a:pt x="958024" y="802993"/>
                  </a:lnTo>
                  <a:lnTo>
                    <a:pt x="928652" y="895217"/>
                  </a:lnTo>
                  <a:lnTo>
                    <a:pt x="922770" y="9124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h9105"/>
            <p:cNvSpPr/>
            <p:nvPr/>
          </p:nvSpPr>
          <p:spPr>
            <a:xfrm>
              <a:off x="2536475" y="2798736"/>
              <a:ext cx="921609" cy="934920"/>
            </a:xfrm>
            <a:custGeom>
              <a:avLst/>
              <a:pathLst>
                <a:path w="921609" h="934920">
                  <a:moveTo>
                    <a:pt x="914400" y="914400"/>
                  </a:moveTo>
                  <a:lnTo>
                    <a:pt x="885415" y="910556"/>
                  </a:lnTo>
                  <a:lnTo>
                    <a:pt x="852743" y="934920"/>
                  </a:lnTo>
                  <a:lnTo>
                    <a:pt x="840353" y="927217"/>
                  </a:lnTo>
                  <a:lnTo>
                    <a:pt x="845036" y="911654"/>
                  </a:lnTo>
                  <a:lnTo>
                    <a:pt x="848447" y="905992"/>
                  </a:lnTo>
                  <a:lnTo>
                    <a:pt x="859436" y="899386"/>
                  </a:lnTo>
                  <a:lnTo>
                    <a:pt x="866774" y="889726"/>
                  </a:lnTo>
                  <a:lnTo>
                    <a:pt x="869651" y="874610"/>
                  </a:lnTo>
                  <a:lnTo>
                    <a:pt x="876454" y="882760"/>
                  </a:lnTo>
                  <a:lnTo>
                    <a:pt x="896681" y="886175"/>
                  </a:lnTo>
                  <a:lnTo>
                    <a:pt x="906563" y="890996"/>
                  </a:lnTo>
                  <a:lnTo>
                    <a:pt x="914824" y="898082"/>
                  </a:lnTo>
                  <a:lnTo>
                    <a:pt x="921609" y="9091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h9106"/>
            <p:cNvSpPr/>
            <p:nvPr/>
          </p:nvSpPr>
          <p:spPr>
            <a:xfrm>
              <a:off x="2547906" y="2586800"/>
              <a:ext cx="932174" cy="914399"/>
            </a:xfrm>
            <a:custGeom>
              <a:avLst/>
              <a:pathLst>
                <a:path w="932174" h="914399">
                  <a:moveTo>
                    <a:pt x="914399" y="914399"/>
                  </a:moveTo>
                  <a:lnTo>
                    <a:pt x="910491" y="913610"/>
                  </a:lnTo>
                  <a:lnTo>
                    <a:pt x="904720" y="893106"/>
                  </a:lnTo>
                  <a:lnTo>
                    <a:pt x="914086" y="880633"/>
                  </a:lnTo>
                  <a:lnTo>
                    <a:pt x="919617" y="870046"/>
                  </a:lnTo>
                  <a:lnTo>
                    <a:pt x="923545" y="870355"/>
                  </a:lnTo>
                  <a:lnTo>
                    <a:pt x="928910" y="881799"/>
                  </a:lnTo>
                  <a:lnTo>
                    <a:pt x="932174" y="89945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h9107"/>
            <p:cNvSpPr/>
            <p:nvPr/>
          </p:nvSpPr>
          <p:spPr>
            <a:xfrm>
              <a:off x="2141165" y="2838697"/>
              <a:ext cx="930938" cy="914400"/>
            </a:xfrm>
            <a:custGeom>
              <a:avLst/>
              <a:pathLst>
                <a:path w="930938" h="914400">
                  <a:moveTo>
                    <a:pt x="914400" y="914400"/>
                  </a:moveTo>
                  <a:lnTo>
                    <a:pt x="899907" y="906747"/>
                  </a:lnTo>
                  <a:lnTo>
                    <a:pt x="876325" y="877922"/>
                  </a:lnTo>
                  <a:lnTo>
                    <a:pt x="873357" y="870269"/>
                  </a:lnTo>
                  <a:lnTo>
                    <a:pt x="885747" y="875159"/>
                  </a:lnTo>
                  <a:lnTo>
                    <a:pt x="901124" y="890224"/>
                  </a:lnTo>
                  <a:lnTo>
                    <a:pt x="913717" y="893432"/>
                  </a:lnTo>
                  <a:lnTo>
                    <a:pt x="930938" y="906181"/>
                  </a:lnTo>
                  <a:lnTo>
                    <a:pt x="927066" y="9107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h9108"/>
            <p:cNvSpPr/>
            <p:nvPr/>
          </p:nvSpPr>
          <p:spPr>
            <a:xfrm>
              <a:off x="2054285" y="2826292"/>
              <a:ext cx="934054" cy="914400"/>
            </a:xfrm>
            <a:custGeom>
              <a:avLst/>
              <a:pathLst>
                <a:path w="934054" h="914400">
                  <a:moveTo>
                    <a:pt x="914400" y="914400"/>
                  </a:moveTo>
                  <a:lnTo>
                    <a:pt x="904351" y="905906"/>
                  </a:lnTo>
                  <a:lnTo>
                    <a:pt x="885913" y="902612"/>
                  </a:lnTo>
                  <a:lnTo>
                    <a:pt x="879294" y="848530"/>
                  </a:lnTo>
                  <a:lnTo>
                    <a:pt x="881193" y="845321"/>
                  </a:lnTo>
                  <a:lnTo>
                    <a:pt x="890467" y="849113"/>
                  </a:lnTo>
                  <a:lnTo>
                    <a:pt x="922273" y="874336"/>
                  </a:lnTo>
                  <a:lnTo>
                    <a:pt x="933391" y="901943"/>
                  </a:lnTo>
                  <a:lnTo>
                    <a:pt x="934054" y="9095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h9109"/>
            <p:cNvSpPr/>
            <p:nvPr/>
          </p:nvSpPr>
          <p:spPr>
            <a:xfrm>
              <a:off x="2173837" y="2512626"/>
              <a:ext cx="927878" cy="914400"/>
            </a:xfrm>
            <a:custGeom>
              <a:avLst/>
              <a:pathLst>
                <a:path w="927878" h="914400">
                  <a:moveTo>
                    <a:pt x="914400" y="914400"/>
                  </a:moveTo>
                  <a:lnTo>
                    <a:pt x="902433" y="907828"/>
                  </a:lnTo>
                  <a:lnTo>
                    <a:pt x="901179" y="885094"/>
                  </a:lnTo>
                  <a:lnTo>
                    <a:pt x="905715" y="864676"/>
                  </a:lnTo>
                  <a:lnTo>
                    <a:pt x="900387" y="846420"/>
                  </a:lnTo>
                  <a:lnTo>
                    <a:pt x="906250" y="834683"/>
                  </a:lnTo>
                  <a:lnTo>
                    <a:pt x="923084" y="862016"/>
                  </a:lnTo>
                  <a:lnTo>
                    <a:pt x="927878" y="874867"/>
                  </a:lnTo>
                  <a:lnTo>
                    <a:pt x="921387" y="890224"/>
                  </a:lnTo>
                  <a:lnTo>
                    <a:pt x="917608" y="90808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h9110"/>
            <p:cNvSpPr/>
            <p:nvPr/>
          </p:nvSpPr>
          <p:spPr>
            <a:xfrm>
              <a:off x="2253341" y="1998178"/>
              <a:ext cx="945191" cy="914400"/>
            </a:xfrm>
            <a:custGeom>
              <a:avLst/>
              <a:pathLst>
                <a:path w="945191" h="914400">
                  <a:moveTo>
                    <a:pt x="914400" y="914400"/>
                  </a:moveTo>
                  <a:lnTo>
                    <a:pt x="888420" y="902749"/>
                  </a:lnTo>
                  <a:lnTo>
                    <a:pt x="899889" y="886466"/>
                  </a:lnTo>
                  <a:lnTo>
                    <a:pt x="928431" y="878968"/>
                  </a:lnTo>
                  <a:lnTo>
                    <a:pt x="945191" y="881439"/>
                  </a:lnTo>
                  <a:lnTo>
                    <a:pt x="926753" y="897602"/>
                  </a:lnTo>
                  <a:lnTo>
                    <a:pt x="922088" y="9061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h9111"/>
            <p:cNvSpPr/>
            <p:nvPr/>
          </p:nvSpPr>
          <p:spPr>
            <a:xfrm>
              <a:off x="3015991" y="2779742"/>
              <a:ext cx="930699" cy="914400"/>
            </a:xfrm>
            <a:custGeom>
              <a:avLst/>
              <a:pathLst>
                <a:path w="930699" h="914400">
                  <a:moveTo>
                    <a:pt x="914400" y="914400"/>
                  </a:moveTo>
                  <a:lnTo>
                    <a:pt x="883202" y="904551"/>
                  </a:lnTo>
                  <a:lnTo>
                    <a:pt x="845183" y="880204"/>
                  </a:lnTo>
                  <a:lnTo>
                    <a:pt x="850752" y="832487"/>
                  </a:lnTo>
                  <a:lnTo>
                    <a:pt x="860505" y="811863"/>
                  </a:lnTo>
                  <a:lnTo>
                    <a:pt x="929851" y="865345"/>
                  </a:lnTo>
                  <a:lnTo>
                    <a:pt x="930699" y="885505"/>
                  </a:lnTo>
                  <a:lnTo>
                    <a:pt x="921369" y="90844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t9112"/>
            <p:cNvSpPr/>
            <p:nvPr/>
          </p:nvSpPr>
          <p:spPr>
            <a:xfrm>
              <a:off x="3128716" y="2274708"/>
              <a:ext cx="117405" cy="117405"/>
            </a:xfrm>
            <a:prstGeom prst="ellipse">
              <a:avLst/>
            </a:prstGeom>
            <a:solidFill>
              <a:srgbClr val="FFC37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t9113"/>
            <p:cNvSpPr/>
            <p:nvPr/>
          </p:nvSpPr>
          <p:spPr>
            <a:xfrm>
              <a:off x="3214180" y="2564527"/>
              <a:ext cx="117405" cy="117405"/>
            </a:xfrm>
            <a:prstGeom prst="ellipse">
              <a:avLst/>
            </a:prstGeom>
            <a:solidFill>
              <a:srgbClr val="1A985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t9114"/>
            <p:cNvSpPr/>
            <p:nvPr/>
          </p:nvSpPr>
          <p:spPr>
            <a:xfrm>
              <a:off x="3399795" y="3216587"/>
              <a:ext cx="117405" cy="117405"/>
            </a:xfrm>
            <a:prstGeom prst="ellipse">
              <a:avLst/>
            </a:prstGeom>
            <a:solidFill>
              <a:srgbClr val="D9EF8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t9115"/>
            <p:cNvSpPr/>
            <p:nvPr/>
          </p:nvSpPr>
          <p:spPr>
            <a:xfrm>
              <a:off x="3465968" y="3371770"/>
              <a:ext cx="117405" cy="117405"/>
            </a:xfrm>
            <a:prstGeom prst="ellipse">
              <a:avLst/>
            </a:prstGeom>
            <a:solidFill>
              <a:srgbClr val="ECF7A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t9116"/>
            <p:cNvSpPr/>
            <p:nvPr/>
          </p:nvSpPr>
          <p:spPr>
            <a:xfrm>
              <a:off x="3481255" y="3498030"/>
              <a:ext cx="117405" cy="117405"/>
            </a:xfrm>
            <a:prstGeom prst="ellipse">
              <a:avLst/>
            </a:prstGeom>
            <a:solidFill>
              <a:srgbClr val="D7302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t9117"/>
            <p:cNvSpPr/>
            <p:nvPr/>
          </p:nvSpPr>
          <p:spPr>
            <a:xfrm>
              <a:off x="4117347" y="3055813"/>
              <a:ext cx="117405" cy="117405"/>
            </a:xfrm>
            <a:prstGeom prst="ellipse">
              <a:avLst/>
            </a:prstGeom>
            <a:solidFill>
              <a:srgbClr val="FC8D5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t9118"/>
            <p:cNvSpPr/>
            <p:nvPr/>
          </p:nvSpPr>
          <p:spPr>
            <a:xfrm>
              <a:off x="4188851" y="2690108"/>
              <a:ext cx="117405" cy="117405"/>
            </a:xfrm>
            <a:prstGeom prst="ellipse">
              <a:avLst/>
            </a:prstGeom>
            <a:solidFill>
              <a:srgbClr val="D7302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t9119"/>
            <p:cNvSpPr/>
            <p:nvPr/>
          </p:nvSpPr>
          <p:spPr>
            <a:xfrm>
              <a:off x="4632175" y="1938229"/>
              <a:ext cx="117405" cy="117405"/>
            </a:xfrm>
            <a:prstGeom prst="ellipse">
              <a:avLst/>
            </a:prstGeom>
            <a:solidFill>
              <a:srgbClr val="D7302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l9120"/>
            <p:cNvSpPr/>
            <p:nvPr/>
          </p:nvSpPr>
          <p:spPr>
            <a:xfrm>
              <a:off x="3530358" y="3328965"/>
              <a:ext cx="41259" cy="89209"/>
            </a:xfrm>
            <a:custGeom>
              <a:avLst/>
              <a:pathLst>
                <a:path w="41259" h="89209">
                  <a:moveTo>
                    <a:pt x="41259" y="0"/>
                  </a:moveTo>
                  <a:lnTo>
                    <a:pt x="0" y="89209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pg9121"/>
            <p:cNvSpPr/>
            <p:nvPr/>
          </p:nvSpPr>
          <p:spPr>
            <a:xfrm>
              <a:off x="2934045" y="2392911"/>
              <a:ext cx="253563" cy="156088"/>
            </a:xfrm>
            <a:custGeom>
              <a:avLst/>
              <a:pathLst>
                <a:path w="253563" h="156088">
                  <a:moveTo>
                    <a:pt x="27431" y="156088"/>
                  </a:moveTo>
                  <a:lnTo>
                    <a:pt x="226131" y="156088"/>
                  </a:lnTo>
                  <a:lnTo>
                    <a:pt x="225026" y="156065"/>
                  </a:lnTo>
                  <a:lnTo>
                    <a:pt x="229437" y="155888"/>
                  </a:lnTo>
                  <a:lnTo>
                    <a:pt x="233763" y="155005"/>
                  </a:lnTo>
                  <a:lnTo>
                    <a:pt x="237891" y="153439"/>
                  </a:lnTo>
                  <a:lnTo>
                    <a:pt x="241714" y="151232"/>
                  </a:lnTo>
                  <a:lnTo>
                    <a:pt x="245133" y="148440"/>
                  </a:lnTo>
                  <a:lnTo>
                    <a:pt x="248061" y="145135"/>
                  </a:lnTo>
                  <a:lnTo>
                    <a:pt x="250420" y="141404"/>
                  </a:lnTo>
                  <a:lnTo>
                    <a:pt x="252151" y="137342"/>
                  </a:lnTo>
                  <a:lnTo>
                    <a:pt x="253207" y="133056"/>
                  </a:lnTo>
                  <a:lnTo>
                    <a:pt x="253563" y="128656"/>
                  </a:lnTo>
                  <a:lnTo>
                    <a:pt x="253563" y="27432"/>
                  </a:lnTo>
                  <a:lnTo>
                    <a:pt x="253207" y="23031"/>
                  </a:lnTo>
                  <a:lnTo>
                    <a:pt x="252151" y="18745"/>
                  </a:lnTo>
                  <a:lnTo>
                    <a:pt x="250420" y="14683"/>
                  </a:lnTo>
                  <a:lnTo>
                    <a:pt x="248061" y="10952"/>
                  </a:lnTo>
                  <a:lnTo>
                    <a:pt x="245133" y="7647"/>
                  </a:lnTo>
                  <a:lnTo>
                    <a:pt x="241714" y="4855"/>
                  </a:lnTo>
                  <a:lnTo>
                    <a:pt x="237891" y="2648"/>
                  </a:lnTo>
                  <a:lnTo>
                    <a:pt x="233763" y="1083"/>
                  </a:lnTo>
                  <a:lnTo>
                    <a:pt x="229437" y="200"/>
                  </a:lnTo>
                  <a:lnTo>
                    <a:pt x="226131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2" name="tx9122"/>
            <p:cNvSpPr/>
            <p:nvPr/>
          </p:nvSpPr>
          <p:spPr>
            <a:xfrm>
              <a:off x="2979765" y="2438631"/>
              <a:ext cx="162123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  <p:sp>
          <p:nvSpPr>
            <p:cNvPr id="9123" name="pg9123"/>
            <p:cNvSpPr/>
            <p:nvPr/>
          </p:nvSpPr>
          <p:spPr>
            <a:xfrm>
              <a:off x="3027943" y="2682680"/>
              <a:ext cx="236829" cy="156088"/>
            </a:xfrm>
            <a:custGeom>
              <a:avLst/>
              <a:pathLst>
                <a:path w="236829" h="156088">
                  <a:moveTo>
                    <a:pt x="27431" y="156088"/>
                  </a:moveTo>
                  <a:lnTo>
                    <a:pt x="209397" y="156088"/>
                  </a:lnTo>
                  <a:lnTo>
                    <a:pt x="208293" y="156065"/>
                  </a:lnTo>
                  <a:lnTo>
                    <a:pt x="212704" y="155888"/>
                  </a:lnTo>
                  <a:lnTo>
                    <a:pt x="217029" y="155005"/>
                  </a:lnTo>
                  <a:lnTo>
                    <a:pt x="221157" y="153439"/>
                  </a:lnTo>
                  <a:lnTo>
                    <a:pt x="224980" y="151232"/>
                  </a:lnTo>
                  <a:lnTo>
                    <a:pt x="228400" y="148440"/>
                  </a:lnTo>
                  <a:lnTo>
                    <a:pt x="231327" y="145135"/>
                  </a:lnTo>
                  <a:lnTo>
                    <a:pt x="233687" y="141404"/>
                  </a:lnTo>
                  <a:lnTo>
                    <a:pt x="235417" y="137342"/>
                  </a:lnTo>
                  <a:lnTo>
                    <a:pt x="236474" y="133056"/>
                  </a:lnTo>
                  <a:lnTo>
                    <a:pt x="236829" y="128656"/>
                  </a:lnTo>
                  <a:lnTo>
                    <a:pt x="236829" y="27432"/>
                  </a:lnTo>
                  <a:lnTo>
                    <a:pt x="236474" y="23031"/>
                  </a:lnTo>
                  <a:lnTo>
                    <a:pt x="235417" y="18745"/>
                  </a:lnTo>
                  <a:lnTo>
                    <a:pt x="233687" y="14683"/>
                  </a:lnTo>
                  <a:lnTo>
                    <a:pt x="231327" y="10952"/>
                  </a:lnTo>
                  <a:lnTo>
                    <a:pt x="228400" y="7647"/>
                  </a:lnTo>
                  <a:lnTo>
                    <a:pt x="224980" y="4855"/>
                  </a:lnTo>
                  <a:lnTo>
                    <a:pt x="221157" y="2648"/>
                  </a:lnTo>
                  <a:lnTo>
                    <a:pt x="217029" y="1083"/>
                  </a:lnTo>
                  <a:lnTo>
                    <a:pt x="212704" y="200"/>
                  </a:lnTo>
                  <a:lnTo>
                    <a:pt x="209397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4" name="tx9124"/>
            <p:cNvSpPr/>
            <p:nvPr/>
          </p:nvSpPr>
          <p:spPr>
            <a:xfrm>
              <a:off x="3073663" y="2728400"/>
              <a:ext cx="145389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VIK</a:t>
              </a:r>
            </a:p>
          </p:txBody>
        </p:sp>
        <p:sp>
          <p:nvSpPr>
            <p:cNvPr id="9125" name="pg9125"/>
            <p:cNvSpPr/>
            <p:nvPr/>
          </p:nvSpPr>
          <p:spPr>
            <a:xfrm>
              <a:off x="3183243" y="3059750"/>
              <a:ext cx="297088" cy="156088"/>
            </a:xfrm>
            <a:custGeom>
              <a:avLst/>
              <a:pathLst>
                <a:path w="297088" h="156088">
                  <a:moveTo>
                    <a:pt x="27431" y="156088"/>
                  </a:moveTo>
                  <a:lnTo>
                    <a:pt x="269656" y="156088"/>
                  </a:lnTo>
                  <a:lnTo>
                    <a:pt x="268551" y="156065"/>
                  </a:lnTo>
                  <a:lnTo>
                    <a:pt x="272963" y="155888"/>
                  </a:lnTo>
                  <a:lnTo>
                    <a:pt x="277288" y="155005"/>
                  </a:lnTo>
                  <a:lnTo>
                    <a:pt x="281416" y="153439"/>
                  </a:lnTo>
                  <a:lnTo>
                    <a:pt x="285239" y="151232"/>
                  </a:lnTo>
                  <a:lnTo>
                    <a:pt x="288659" y="148440"/>
                  </a:lnTo>
                  <a:lnTo>
                    <a:pt x="291586" y="145135"/>
                  </a:lnTo>
                  <a:lnTo>
                    <a:pt x="293946" y="141404"/>
                  </a:lnTo>
                  <a:lnTo>
                    <a:pt x="295676" y="137342"/>
                  </a:lnTo>
                  <a:lnTo>
                    <a:pt x="296733" y="133056"/>
                  </a:lnTo>
                  <a:lnTo>
                    <a:pt x="297088" y="128656"/>
                  </a:lnTo>
                  <a:lnTo>
                    <a:pt x="297088" y="27431"/>
                  </a:lnTo>
                  <a:lnTo>
                    <a:pt x="296733" y="23031"/>
                  </a:lnTo>
                  <a:lnTo>
                    <a:pt x="295676" y="18745"/>
                  </a:lnTo>
                  <a:lnTo>
                    <a:pt x="293946" y="14683"/>
                  </a:lnTo>
                  <a:lnTo>
                    <a:pt x="291586" y="10952"/>
                  </a:lnTo>
                  <a:lnTo>
                    <a:pt x="288659" y="7647"/>
                  </a:lnTo>
                  <a:lnTo>
                    <a:pt x="285239" y="4855"/>
                  </a:lnTo>
                  <a:lnTo>
                    <a:pt x="281416" y="2648"/>
                  </a:lnTo>
                  <a:lnTo>
                    <a:pt x="277288" y="1083"/>
                  </a:lnTo>
                  <a:lnTo>
                    <a:pt x="272963" y="200"/>
                  </a:lnTo>
                  <a:lnTo>
                    <a:pt x="269656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6" name="tx9126"/>
            <p:cNvSpPr/>
            <p:nvPr/>
          </p:nvSpPr>
          <p:spPr>
            <a:xfrm>
              <a:off x="3228963" y="3105470"/>
              <a:ext cx="205648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HOG</a:t>
              </a:r>
            </a:p>
          </p:txBody>
        </p:sp>
        <p:sp>
          <p:nvSpPr>
            <p:cNvPr id="9127" name="pg9127"/>
            <p:cNvSpPr/>
            <p:nvPr/>
          </p:nvSpPr>
          <p:spPr>
            <a:xfrm>
              <a:off x="3571617" y="3214600"/>
              <a:ext cx="276971" cy="156088"/>
            </a:xfrm>
            <a:custGeom>
              <a:avLst/>
              <a:pathLst>
                <a:path w="276971" h="156088">
                  <a:moveTo>
                    <a:pt x="27431" y="156088"/>
                  </a:moveTo>
                  <a:lnTo>
                    <a:pt x="249539" y="156088"/>
                  </a:lnTo>
                  <a:lnTo>
                    <a:pt x="248435" y="156065"/>
                  </a:lnTo>
                  <a:lnTo>
                    <a:pt x="252846" y="155888"/>
                  </a:lnTo>
                  <a:lnTo>
                    <a:pt x="257171" y="155005"/>
                  </a:lnTo>
                  <a:lnTo>
                    <a:pt x="261299" y="153439"/>
                  </a:lnTo>
                  <a:lnTo>
                    <a:pt x="265122" y="151232"/>
                  </a:lnTo>
                  <a:lnTo>
                    <a:pt x="268542" y="148440"/>
                  </a:lnTo>
                  <a:lnTo>
                    <a:pt x="271470" y="145135"/>
                  </a:lnTo>
                  <a:lnTo>
                    <a:pt x="273829" y="141404"/>
                  </a:lnTo>
                  <a:lnTo>
                    <a:pt x="275560" y="137342"/>
                  </a:lnTo>
                  <a:lnTo>
                    <a:pt x="276616" y="133056"/>
                  </a:lnTo>
                  <a:lnTo>
                    <a:pt x="276971" y="128656"/>
                  </a:lnTo>
                  <a:lnTo>
                    <a:pt x="276971" y="27431"/>
                  </a:lnTo>
                  <a:lnTo>
                    <a:pt x="276616" y="23031"/>
                  </a:lnTo>
                  <a:lnTo>
                    <a:pt x="275560" y="18745"/>
                  </a:lnTo>
                  <a:lnTo>
                    <a:pt x="273829" y="14683"/>
                  </a:lnTo>
                  <a:lnTo>
                    <a:pt x="271470" y="10952"/>
                  </a:lnTo>
                  <a:lnTo>
                    <a:pt x="268542" y="7647"/>
                  </a:lnTo>
                  <a:lnTo>
                    <a:pt x="265122" y="4855"/>
                  </a:lnTo>
                  <a:lnTo>
                    <a:pt x="261299" y="2648"/>
                  </a:lnTo>
                  <a:lnTo>
                    <a:pt x="257171" y="1083"/>
                  </a:lnTo>
                  <a:lnTo>
                    <a:pt x="252846" y="200"/>
                  </a:lnTo>
                  <a:lnTo>
                    <a:pt x="24953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8" name="tx9128"/>
            <p:cNvSpPr/>
            <p:nvPr/>
          </p:nvSpPr>
          <p:spPr>
            <a:xfrm>
              <a:off x="3617337" y="3260320"/>
              <a:ext cx="185531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BAR</a:t>
              </a:r>
            </a:p>
          </p:txBody>
        </p:sp>
        <p:sp>
          <p:nvSpPr>
            <p:cNvPr id="9129" name="pg9129"/>
            <p:cNvSpPr/>
            <p:nvPr/>
          </p:nvSpPr>
          <p:spPr>
            <a:xfrm>
              <a:off x="3525453" y="3616138"/>
              <a:ext cx="282000" cy="156088"/>
            </a:xfrm>
            <a:custGeom>
              <a:avLst/>
              <a:pathLst>
                <a:path w="282000" h="156088">
                  <a:moveTo>
                    <a:pt x="27432" y="156088"/>
                  </a:moveTo>
                  <a:lnTo>
                    <a:pt x="254568" y="156088"/>
                  </a:lnTo>
                  <a:lnTo>
                    <a:pt x="253464" y="156065"/>
                  </a:lnTo>
                  <a:lnTo>
                    <a:pt x="257875" y="155888"/>
                  </a:lnTo>
                  <a:lnTo>
                    <a:pt x="262201" y="155005"/>
                  </a:lnTo>
                  <a:lnTo>
                    <a:pt x="266328" y="153439"/>
                  </a:lnTo>
                  <a:lnTo>
                    <a:pt x="270152" y="151232"/>
                  </a:lnTo>
                  <a:lnTo>
                    <a:pt x="273571" y="148440"/>
                  </a:lnTo>
                  <a:lnTo>
                    <a:pt x="276499" y="145135"/>
                  </a:lnTo>
                  <a:lnTo>
                    <a:pt x="278858" y="141404"/>
                  </a:lnTo>
                  <a:lnTo>
                    <a:pt x="280589" y="137342"/>
                  </a:lnTo>
                  <a:lnTo>
                    <a:pt x="281645" y="133056"/>
                  </a:lnTo>
                  <a:lnTo>
                    <a:pt x="282000" y="128656"/>
                  </a:lnTo>
                  <a:lnTo>
                    <a:pt x="282000" y="27432"/>
                  </a:lnTo>
                  <a:lnTo>
                    <a:pt x="281645" y="23031"/>
                  </a:lnTo>
                  <a:lnTo>
                    <a:pt x="280589" y="18745"/>
                  </a:lnTo>
                  <a:lnTo>
                    <a:pt x="278858" y="14683"/>
                  </a:lnTo>
                  <a:lnTo>
                    <a:pt x="276499" y="10952"/>
                  </a:lnTo>
                  <a:lnTo>
                    <a:pt x="273571" y="7647"/>
                  </a:lnTo>
                  <a:lnTo>
                    <a:pt x="270152" y="4855"/>
                  </a:lnTo>
                  <a:lnTo>
                    <a:pt x="266328" y="2648"/>
                  </a:lnTo>
                  <a:lnTo>
                    <a:pt x="262201" y="1083"/>
                  </a:lnTo>
                  <a:lnTo>
                    <a:pt x="257875" y="200"/>
                  </a:lnTo>
                  <a:lnTo>
                    <a:pt x="254568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0" name="tx9130"/>
            <p:cNvSpPr/>
            <p:nvPr/>
          </p:nvSpPr>
          <p:spPr>
            <a:xfrm>
              <a:off x="3571173" y="3661858"/>
              <a:ext cx="190560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KUR</a:t>
              </a:r>
            </a:p>
          </p:txBody>
        </p:sp>
        <p:sp>
          <p:nvSpPr>
            <p:cNvPr id="9131" name="pg9131"/>
            <p:cNvSpPr/>
            <p:nvPr/>
          </p:nvSpPr>
          <p:spPr>
            <a:xfrm>
              <a:off x="3939949" y="3174354"/>
              <a:ext cx="261975" cy="156088"/>
            </a:xfrm>
            <a:custGeom>
              <a:avLst/>
              <a:pathLst>
                <a:path w="261975" h="156088">
                  <a:moveTo>
                    <a:pt x="27431" y="156088"/>
                  </a:moveTo>
                  <a:lnTo>
                    <a:pt x="234543" y="156088"/>
                  </a:lnTo>
                  <a:lnTo>
                    <a:pt x="233439" y="156065"/>
                  </a:lnTo>
                  <a:lnTo>
                    <a:pt x="237850" y="155888"/>
                  </a:lnTo>
                  <a:lnTo>
                    <a:pt x="242175" y="155005"/>
                  </a:lnTo>
                  <a:lnTo>
                    <a:pt x="246303" y="153439"/>
                  </a:lnTo>
                  <a:lnTo>
                    <a:pt x="250126" y="151232"/>
                  </a:lnTo>
                  <a:lnTo>
                    <a:pt x="253546" y="148440"/>
                  </a:lnTo>
                  <a:lnTo>
                    <a:pt x="256473" y="145135"/>
                  </a:lnTo>
                  <a:lnTo>
                    <a:pt x="258833" y="141404"/>
                  </a:lnTo>
                  <a:lnTo>
                    <a:pt x="260563" y="137342"/>
                  </a:lnTo>
                  <a:lnTo>
                    <a:pt x="261620" y="133056"/>
                  </a:lnTo>
                  <a:lnTo>
                    <a:pt x="261975" y="128656"/>
                  </a:lnTo>
                  <a:lnTo>
                    <a:pt x="261975" y="27432"/>
                  </a:lnTo>
                  <a:lnTo>
                    <a:pt x="261620" y="23031"/>
                  </a:lnTo>
                  <a:lnTo>
                    <a:pt x="260563" y="18745"/>
                  </a:lnTo>
                  <a:lnTo>
                    <a:pt x="258833" y="14683"/>
                  </a:lnTo>
                  <a:lnTo>
                    <a:pt x="256473" y="10952"/>
                  </a:lnTo>
                  <a:lnTo>
                    <a:pt x="253546" y="7647"/>
                  </a:lnTo>
                  <a:lnTo>
                    <a:pt x="250126" y="4855"/>
                  </a:lnTo>
                  <a:lnTo>
                    <a:pt x="246303" y="2648"/>
                  </a:lnTo>
                  <a:lnTo>
                    <a:pt x="242175" y="1083"/>
                  </a:lnTo>
                  <a:lnTo>
                    <a:pt x="237850" y="200"/>
                  </a:lnTo>
                  <a:lnTo>
                    <a:pt x="23454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2" name="tx9132"/>
            <p:cNvSpPr/>
            <p:nvPr/>
          </p:nvSpPr>
          <p:spPr>
            <a:xfrm>
              <a:off x="3985669" y="3220074"/>
              <a:ext cx="170535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KAL</a:t>
              </a:r>
            </a:p>
          </p:txBody>
        </p:sp>
        <p:sp>
          <p:nvSpPr>
            <p:cNvPr id="9133" name="pg9133"/>
            <p:cNvSpPr/>
            <p:nvPr/>
          </p:nvSpPr>
          <p:spPr>
            <a:xfrm>
              <a:off x="4227932" y="2533394"/>
              <a:ext cx="292059" cy="156088"/>
            </a:xfrm>
            <a:custGeom>
              <a:avLst/>
              <a:pathLst>
                <a:path w="292059" h="156088">
                  <a:moveTo>
                    <a:pt x="27431" y="156088"/>
                  </a:moveTo>
                  <a:lnTo>
                    <a:pt x="264627" y="156088"/>
                  </a:lnTo>
                  <a:lnTo>
                    <a:pt x="263522" y="156065"/>
                  </a:lnTo>
                  <a:lnTo>
                    <a:pt x="267933" y="155888"/>
                  </a:lnTo>
                  <a:lnTo>
                    <a:pt x="272259" y="155005"/>
                  </a:lnTo>
                  <a:lnTo>
                    <a:pt x="276387" y="153439"/>
                  </a:lnTo>
                  <a:lnTo>
                    <a:pt x="280210" y="151232"/>
                  </a:lnTo>
                  <a:lnTo>
                    <a:pt x="283630" y="148440"/>
                  </a:lnTo>
                  <a:lnTo>
                    <a:pt x="286557" y="145135"/>
                  </a:lnTo>
                  <a:lnTo>
                    <a:pt x="288917" y="141404"/>
                  </a:lnTo>
                  <a:lnTo>
                    <a:pt x="290647" y="137342"/>
                  </a:lnTo>
                  <a:lnTo>
                    <a:pt x="291704" y="133056"/>
                  </a:lnTo>
                  <a:lnTo>
                    <a:pt x="292059" y="128656"/>
                  </a:lnTo>
                  <a:lnTo>
                    <a:pt x="292059" y="27432"/>
                  </a:lnTo>
                  <a:lnTo>
                    <a:pt x="291704" y="23031"/>
                  </a:lnTo>
                  <a:lnTo>
                    <a:pt x="290647" y="18745"/>
                  </a:lnTo>
                  <a:lnTo>
                    <a:pt x="288917" y="14683"/>
                  </a:lnTo>
                  <a:lnTo>
                    <a:pt x="286557" y="10952"/>
                  </a:lnTo>
                  <a:lnTo>
                    <a:pt x="283630" y="7647"/>
                  </a:lnTo>
                  <a:lnTo>
                    <a:pt x="280210" y="4855"/>
                  </a:lnTo>
                  <a:lnTo>
                    <a:pt x="276387" y="2648"/>
                  </a:lnTo>
                  <a:lnTo>
                    <a:pt x="272259" y="1083"/>
                  </a:lnTo>
                  <a:lnTo>
                    <a:pt x="267933" y="200"/>
                  </a:lnTo>
                  <a:lnTo>
                    <a:pt x="264627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4" name="tx9134"/>
            <p:cNvSpPr/>
            <p:nvPr/>
          </p:nvSpPr>
          <p:spPr>
            <a:xfrm>
              <a:off x="4273652" y="2579114"/>
              <a:ext cx="200619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</a:t>
              </a:r>
            </a:p>
          </p:txBody>
        </p:sp>
        <p:sp>
          <p:nvSpPr>
            <p:cNvPr id="9135" name="pg9135"/>
            <p:cNvSpPr/>
            <p:nvPr/>
          </p:nvSpPr>
          <p:spPr>
            <a:xfrm>
              <a:off x="4665007" y="1781496"/>
              <a:ext cx="267004" cy="156088"/>
            </a:xfrm>
            <a:custGeom>
              <a:avLst/>
              <a:pathLst>
                <a:path w="267004" h="156088">
                  <a:moveTo>
                    <a:pt x="27432" y="156088"/>
                  </a:moveTo>
                  <a:lnTo>
                    <a:pt x="239572" y="156088"/>
                  </a:lnTo>
                  <a:lnTo>
                    <a:pt x="238468" y="156065"/>
                  </a:lnTo>
                  <a:lnTo>
                    <a:pt x="242879" y="155888"/>
                  </a:lnTo>
                  <a:lnTo>
                    <a:pt x="247204" y="155005"/>
                  </a:lnTo>
                  <a:lnTo>
                    <a:pt x="251332" y="153439"/>
                  </a:lnTo>
                  <a:lnTo>
                    <a:pt x="255155" y="151232"/>
                  </a:lnTo>
                  <a:lnTo>
                    <a:pt x="258575" y="148440"/>
                  </a:lnTo>
                  <a:lnTo>
                    <a:pt x="261503" y="145135"/>
                  </a:lnTo>
                  <a:lnTo>
                    <a:pt x="263862" y="141404"/>
                  </a:lnTo>
                  <a:lnTo>
                    <a:pt x="265593" y="137342"/>
                  </a:lnTo>
                  <a:lnTo>
                    <a:pt x="266649" y="133056"/>
                  </a:lnTo>
                  <a:lnTo>
                    <a:pt x="267004" y="128656"/>
                  </a:lnTo>
                  <a:lnTo>
                    <a:pt x="267004" y="27432"/>
                  </a:lnTo>
                  <a:lnTo>
                    <a:pt x="266649" y="23031"/>
                  </a:lnTo>
                  <a:lnTo>
                    <a:pt x="265593" y="18745"/>
                  </a:lnTo>
                  <a:lnTo>
                    <a:pt x="263862" y="14683"/>
                  </a:lnTo>
                  <a:lnTo>
                    <a:pt x="261503" y="10952"/>
                  </a:lnTo>
                  <a:lnTo>
                    <a:pt x="258575" y="7647"/>
                  </a:lnTo>
                  <a:lnTo>
                    <a:pt x="255155" y="4855"/>
                  </a:lnTo>
                  <a:lnTo>
                    <a:pt x="251332" y="2648"/>
                  </a:lnTo>
                  <a:lnTo>
                    <a:pt x="247204" y="1083"/>
                  </a:lnTo>
                  <a:lnTo>
                    <a:pt x="242879" y="200"/>
                  </a:lnTo>
                  <a:lnTo>
                    <a:pt x="239572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6" name="tx9136"/>
            <p:cNvSpPr/>
            <p:nvPr/>
          </p:nvSpPr>
          <p:spPr>
            <a:xfrm>
              <a:off x="4710727" y="1827216"/>
              <a:ext cx="175564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BJO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697078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2748238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71888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4" name="tx10104"/>
            <p:cNvSpPr/>
            <p:nvPr/>
          </p:nvSpPr>
          <p:spPr>
            <a:xfrm>
              <a:off x="4523003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5" name="rc10105"/>
            <p:cNvSpPr/>
            <p:nvPr/>
          </p:nvSpPr>
          <p:spPr>
            <a:xfrm>
              <a:off x="2485887" y="1464512"/>
              <a:ext cx="2492223" cy="2705747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6" name="tx10106"/>
            <p:cNvSpPr/>
            <p:nvPr/>
          </p:nvSpPr>
          <p:spPr>
            <a:xfrm>
              <a:off x="2173534" y="400658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297892" y="398810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342607" y="400658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173534" y="365518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297892" y="363671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342607" y="365518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173534" y="330397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297892" y="3285501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342607" y="330397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173534" y="295239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297892" y="293392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342607" y="295239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173534" y="260118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297892" y="258270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342607" y="260118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173534" y="224978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297892" y="223131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342607" y="224978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173534" y="189838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297892" y="187991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342607" y="1898388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173534" y="154699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297892" y="152852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9" name="tx10129"/>
            <p:cNvSpPr/>
            <p:nvPr/>
          </p:nvSpPr>
          <p:spPr>
            <a:xfrm>
              <a:off x="2342607" y="154699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30" name="pl10130"/>
            <p:cNvSpPr/>
            <p:nvPr/>
          </p:nvSpPr>
          <p:spPr>
            <a:xfrm>
              <a:off x="2451092" y="404727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1" name="pl10131"/>
            <p:cNvSpPr/>
            <p:nvPr/>
          </p:nvSpPr>
          <p:spPr>
            <a:xfrm>
              <a:off x="2451092" y="369587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2" name="pl10132"/>
            <p:cNvSpPr/>
            <p:nvPr/>
          </p:nvSpPr>
          <p:spPr>
            <a:xfrm>
              <a:off x="2451092" y="334447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3" name="pl10133"/>
            <p:cNvSpPr/>
            <p:nvPr/>
          </p:nvSpPr>
          <p:spPr>
            <a:xfrm>
              <a:off x="2451092" y="299308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4" name="pl10134"/>
            <p:cNvSpPr/>
            <p:nvPr/>
          </p:nvSpPr>
          <p:spPr>
            <a:xfrm>
              <a:off x="2451092" y="2641688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5" name="pl10135"/>
            <p:cNvSpPr/>
            <p:nvPr/>
          </p:nvSpPr>
          <p:spPr>
            <a:xfrm>
              <a:off x="2451092" y="2290292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6" name="pl10136"/>
            <p:cNvSpPr/>
            <p:nvPr/>
          </p:nvSpPr>
          <p:spPr>
            <a:xfrm>
              <a:off x="2451092" y="193889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7" name="pl10137"/>
            <p:cNvSpPr/>
            <p:nvPr/>
          </p:nvSpPr>
          <p:spPr>
            <a:xfrm>
              <a:off x="2451092" y="158750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8" name="pl10138"/>
            <p:cNvSpPr/>
            <p:nvPr/>
          </p:nvSpPr>
          <p:spPr>
            <a:xfrm>
              <a:off x="2599170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9" name="pl10139"/>
            <p:cNvSpPr/>
            <p:nvPr/>
          </p:nvSpPr>
          <p:spPr>
            <a:xfrm>
              <a:off x="2976779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0" name="pl10140"/>
            <p:cNvSpPr/>
            <p:nvPr/>
          </p:nvSpPr>
          <p:spPr>
            <a:xfrm>
              <a:off x="3354389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1" name="pl10141"/>
            <p:cNvSpPr/>
            <p:nvPr/>
          </p:nvSpPr>
          <p:spPr>
            <a:xfrm>
              <a:off x="3731998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2" name="pl10142"/>
            <p:cNvSpPr/>
            <p:nvPr/>
          </p:nvSpPr>
          <p:spPr>
            <a:xfrm>
              <a:off x="4109608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3" name="pl10143"/>
            <p:cNvSpPr/>
            <p:nvPr/>
          </p:nvSpPr>
          <p:spPr>
            <a:xfrm>
              <a:off x="4487218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4" name="pl10144"/>
            <p:cNvSpPr/>
            <p:nvPr/>
          </p:nvSpPr>
          <p:spPr>
            <a:xfrm>
              <a:off x="4864827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5" name="tx10145"/>
            <p:cNvSpPr/>
            <p:nvPr/>
          </p:nvSpPr>
          <p:spPr>
            <a:xfrm>
              <a:off x="2492916" y="4233255"/>
              <a:ext cx="9326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58618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63089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854981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79340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024054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232591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56949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401663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10200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4559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779273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3987810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12168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156883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365420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89778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534492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743029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67388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4912102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6" name="tx10166"/>
            <p:cNvSpPr/>
            <p:nvPr/>
          </p:nvSpPr>
          <p:spPr>
            <a:xfrm>
              <a:off x="3425034" y="4372931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7" name="tx10167"/>
            <p:cNvSpPr/>
            <p:nvPr/>
          </p:nvSpPr>
          <p:spPr>
            <a:xfrm rot="-5400000">
              <a:off x="1810607" y="2767368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8" name="rc10168"/>
            <p:cNvSpPr/>
            <p:nvPr/>
          </p:nvSpPr>
          <p:spPr>
            <a:xfrm>
              <a:off x="5117288" y="2099623"/>
              <a:ext cx="645850" cy="143552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69" name="tx10169"/>
            <p:cNvSpPr/>
            <p:nvPr/>
          </p:nvSpPr>
          <p:spPr>
            <a:xfrm>
              <a:off x="5186877" y="2183934"/>
              <a:ext cx="49688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Survival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86877" y="2368280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362442" y="346373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2" name="pl10172"/>
            <p:cNvSpPr/>
            <p:nvPr/>
          </p:nvSpPr>
          <p:spPr>
            <a:xfrm>
              <a:off x="5362442" y="319032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3" name="pl10173"/>
            <p:cNvSpPr/>
            <p:nvPr/>
          </p:nvSpPr>
          <p:spPr>
            <a:xfrm>
              <a:off x="5362442" y="291692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4" name="pl10174"/>
            <p:cNvSpPr/>
            <p:nvPr/>
          </p:nvSpPr>
          <p:spPr>
            <a:xfrm>
              <a:off x="5362442" y="26435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5" name="pl10175"/>
            <p:cNvSpPr/>
            <p:nvPr/>
          </p:nvSpPr>
          <p:spPr>
            <a:xfrm>
              <a:off x="5362442" y="237010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6" name="pl10176"/>
            <p:cNvSpPr/>
            <p:nvPr/>
          </p:nvSpPr>
          <p:spPr>
            <a:xfrm>
              <a:off x="5186877" y="346373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7" name="pl10177"/>
            <p:cNvSpPr/>
            <p:nvPr/>
          </p:nvSpPr>
          <p:spPr>
            <a:xfrm>
              <a:off x="5186877" y="319032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8" name="pl10178"/>
            <p:cNvSpPr/>
            <p:nvPr/>
          </p:nvSpPr>
          <p:spPr>
            <a:xfrm>
              <a:off x="5186877" y="291692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9" name="pl10179"/>
            <p:cNvSpPr/>
            <p:nvPr/>
          </p:nvSpPr>
          <p:spPr>
            <a:xfrm>
              <a:off x="5186877" y="26435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0" name="pl10180"/>
            <p:cNvSpPr/>
            <p:nvPr/>
          </p:nvSpPr>
          <p:spPr>
            <a:xfrm>
              <a:off x="5186877" y="237010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1" name="tx10181"/>
            <p:cNvSpPr/>
            <p:nvPr/>
          </p:nvSpPr>
          <p:spPr>
            <a:xfrm>
              <a:off x="5475922" y="3423726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75922" y="3150320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5475922" y="2876915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5475922" y="2603509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5475922" y="2330104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2485887" y="1265444"/>
              <a:ext cx="107185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Future Treatment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2485887" y="983989"/>
              <a:ext cx="212159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(B) Absolute Survival</a:t>
              </a:r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921063" y="914400"/>
              <a:ext cx="3930272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2467279" y="1464512"/>
              <a:ext cx="2492223" cy="2705747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580562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958171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335781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713390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091000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4468610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846219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467279" y="4047271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467279" y="3695875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467279" y="3344479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67279" y="2993084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467279" y="2641688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467279" y="2290292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467279" y="1938896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467279" y="1587501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2600766" y="2853013"/>
              <a:ext cx="914400" cy="914776"/>
            </a:xfrm>
            <a:custGeom>
              <a:avLst/>
              <a:pathLst>
                <a:path w="914400" h="914776">
                  <a:moveTo>
                    <a:pt x="914400" y="914400"/>
                  </a:moveTo>
                  <a:lnTo>
                    <a:pt x="914400" y="914776"/>
                  </a:lnTo>
                  <a:lnTo>
                    <a:pt x="913595" y="914554"/>
                  </a:lnTo>
                  <a:lnTo>
                    <a:pt x="913038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2600766" y="2853013"/>
              <a:ext cx="923840" cy="917386"/>
            </a:xfrm>
            <a:custGeom>
              <a:avLst/>
              <a:pathLst>
                <a:path w="923840" h="917386">
                  <a:moveTo>
                    <a:pt x="914400" y="914400"/>
                  </a:moveTo>
                  <a:lnTo>
                    <a:pt x="923840" y="914400"/>
                  </a:lnTo>
                  <a:lnTo>
                    <a:pt x="923822" y="917386"/>
                  </a:lnTo>
                  <a:lnTo>
                    <a:pt x="922544" y="917032"/>
                  </a:lnTo>
                  <a:lnTo>
                    <a:pt x="921266" y="916677"/>
                  </a:lnTo>
                  <a:lnTo>
                    <a:pt x="919987" y="916323"/>
                  </a:lnTo>
                  <a:lnTo>
                    <a:pt x="918709" y="915969"/>
                  </a:lnTo>
                  <a:lnTo>
                    <a:pt x="917431" y="915615"/>
                  </a:lnTo>
                  <a:lnTo>
                    <a:pt x="916152" y="915261"/>
                  </a:lnTo>
                  <a:lnTo>
                    <a:pt x="914873" y="914907"/>
                  </a:lnTo>
                  <a:lnTo>
                    <a:pt x="914400" y="914776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2610206" y="2853013"/>
              <a:ext cx="923840" cy="920015"/>
            </a:xfrm>
            <a:custGeom>
              <a:avLst/>
              <a:pathLst>
                <a:path w="923840" h="92001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0015"/>
                  </a:lnTo>
                  <a:lnTo>
                    <a:pt x="923327" y="919872"/>
                  </a:lnTo>
                  <a:lnTo>
                    <a:pt x="922049" y="919516"/>
                  </a:lnTo>
                  <a:lnTo>
                    <a:pt x="920771" y="919161"/>
                  </a:lnTo>
                  <a:lnTo>
                    <a:pt x="919494" y="918806"/>
                  </a:lnTo>
                  <a:lnTo>
                    <a:pt x="918216" y="918451"/>
                  </a:lnTo>
                  <a:lnTo>
                    <a:pt x="916938" y="918096"/>
                  </a:lnTo>
                  <a:lnTo>
                    <a:pt x="915660" y="917741"/>
                  </a:lnTo>
                  <a:lnTo>
                    <a:pt x="914399" y="917391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2619646" y="2853013"/>
              <a:ext cx="923840" cy="922646"/>
            </a:xfrm>
            <a:custGeom>
              <a:avLst/>
              <a:pathLst>
                <a:path w="923840" h="92264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646"/>
                  </a:lnTo>
                  <a:lnTo>
                    <a:pt x="922829" y="922364"/>
                  </a:lnTo>
                  <a:lnTo>
                    <a:pt x="921551" y="922007"/>
                  </a:lnTo>
                  <a:lnTo>
                    <a:pt x="920274" y="921651"/>
                  </a:lnTo>
                  <a:lnTo>
                    <a:pt x="918997" y="921295"/>
                  </a:lnTo>
                  <a:lnTo>
                    <a:pt x="917719" y="920939"/>
                  </a:lnTo>
                  <a:lnTo>
                    <a:pt x="916442" y="920583"/>
                  </a:lnTo>
                  <a:lnTo>
                    <a:pt x="915164" y="920227"/>
                  </a:lnTo>
                  <a:lnTo>
                    <a:pt x="914400" y="920015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2629086" y="2853013"/>
              <a:ext cx="923840" cy="925286"/>
            </a:xfrm>
            <a:custGeom>
              <a:avLst/>
              <a:pathLst>
                <a:path w="923840" h="92528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5286"/>
                  </a:lnTo>
                  <a:lnTo>
                    <a:pt x="923604" y="925220"/>
                  </a:lnTo>
                  <a:lnTo>
                    <a:pt x="922327" y="924862"/>
                  </a:lnTo>
                  <a:lnTo>
                    <a:pt x="921050" y="924505"/>
                  </a:lnTo>
                  <a:lnTo>
                    <a:pt x="919774" y="924148"/>
                  </a:lnTo>
                  <a:lnTo>
                    <a:pt x="918497" y="923791"/>
                  </a:lnTo>
                  <a:lnTo>
                    <a:pt x="917220" y="923434"/>
                  </a:lnTo>
                  <a:lnTo>
                    <a:pt x="915943" y="923077"/>
                  </a:lnTo>
                  <a:lnTo>
                    <a:pt x="914666" y="922720"/>
                  </a:lnTo>
                  <a:lnTo>
                    <a:pt x="914400" y="922646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2638527" y="2853013"/>
              <a:ext cx="923840" cy="927934"/>
            </a:xfrm>
            <a:custGeom>
              <a:avLst/>
              <a:pathLst>
                <a:path w="923840" h="9279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934"/>
                  </a:lnTo>
                  <a:lnTo>
                    <a:pt x="923099" y="927726"/>
                  </a:lnTo>
                  <a:lnTo>
                    <a:pt x="921822" y="927367"/>
                  </a:lnTo>
                  <a:lnTo>
                    <a:pt x="920546" y="927009"/>
                  </a:lnTo>
                  <a:lnTo>
                    <a:pt x="919270" y="926651"/>
                  </a:lnTo>
                  <a:lnTo>
                    <a:pt x="917993" y="926293"/>
                  </a:lnTo>
                  <a:lnTo>
                    <a:pt x="916717" y="925935"/>
                  </a:lnTo>
                  <a:lnTo>
                    <a:pt x="915440" y="925577"/>
                  </a:lnTo>
                  <a:lnTo>
                    <a:pt x="914400" y="925286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2647967" y="2853013"/>
              <a:ext cx="923840" cy="930413"/>
            </a:xfrm>
            <a:custGeom>
              <a:avLst/>
              <a:pathLst>
                <a:path w="923840" h="93041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413"/>
                  </a:lnTo>
                  <a:lnTo>
                    <a:pt x="920358" y="929609"/>
                  </a:lnTo>
                  <a:lnTo>
                    <a:pt x="920040" y="929520"/>
                  </a:lnTo>
                  <a:lnTo>
                    <a:pt x="918763" y="929160"/>
                  </a:lnTo>
                  <a:lnTo>
                    <a:pt x="917487" y="928801"/>
                  </a:lnTo>
                  <a:lnTo>
                    <a:pt x="916211" y="928443"/>
                  </a:lnTo>
                  <a:lnTo>
                    <a:pt x="914935" y="928084"/>
                  </a:lnTo>
                  <a:lnTo>
                    <a:pt x="914400" y="927934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2657407" y="2853013"/>
              <a:ext cx="923840" cy="931809"/>
            </a:xfrm>
            <a:custGeom>
              <a:avLst/>
              <a:pathLst>
                <a:path w="923840" h="93180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809"/>
                  </a:lnTo>
                  <a:lnTo>
                    <a:pt x="922946" y="931782"/>
                  </a:lnTo>
                  <a:lnTo>
                    <a:pt x="916917" y="930994"/>
                  </a:lnTo>
                  <a:lnTo>
                    <a:pt x="914400" y="930413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2666847" y="28530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676"/>
                  </a:lnTo>
                  <a:lnTo>
                    <a:pt x="919550" y="931969"/>
                  </a:lnTo>
                  <a:lnTo>
                    <a:pt x="914400" y="93180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2676287" y="2853013"/>
              <a:ext cx="923840" cy="931676"/>
            </a:xfrm>
            <a:custGeom>
              <a:avLst/>
              <a:pathLst>
                <a:path w="923840" h="93167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096"/>
                  </a:lnTo>
                  <a:lnTo>
                    <a:pt x="922170" y="930545"/>
                  </a:lnTo>
                  <a:lnTo>
                    <a:pt x="916150" y="931557"/>
                  </a:lnTo>
                  <a:lnTo>
                    <a:pt x="914399" y="931676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2685728" y="2853013"/>
              <a:ext cx="923840" cy="930096"/>
            </a:xfrm>
            <a:custGeom>
              <a:avLst/>
              <a:pathLst>
                <a:path w="923840" h="93009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299"/>
                  </a:lnTo>
                  <a:lnTo>
                    <a:pt x="922976" y="927575"/>
                  </a:lnTo>
                  <a:lnTo>
                    <a:pt x="921556" y="928029"/>
                  </a:lnTo>
                  <a:lnTo>
                    <a:pt x="920136" y="928482"/>
                  </a:lnTo>
                  <a:lnTo>
                    <a:pt x="918712" y="928937"/>
                  </a:lnTo>
                  <a:lnTo>
                    <a:pt x="914399" y="930096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2695168" y="2853013"/>
              <a:ext cx="923840" cy="927299"/>
            </a:xfrm>
            <a:custGeom>
              <a:avLst/>
              <a:pathLst>
                <a:path w="923840" h="92729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290"/>
                  </a:lnTo>
                  <a:lnTo>
                    <a:pt x="923478" y="924405"/>
                  </a:lnTo>
                  <a:lnTo>
                    <a:pt x="922058" y="924857"/>
                  </a:lnTo>
                  <a:lnTo>
                    <a:pt x="920637" y="925310"/>
                  </a:lnTo>
                  <a:lnTo>
                    <a:pt x="919217" y="925763"/>
                  </a:lnTo>
                  <a:lnTo>
                    <a:pt x="917796" y="926215"/>
                  </a:lnTo>
                  <a:lnTo>
                    <a:pt x="916376" y="926668"/>
                  </a:lnTo>
                  <a:lnTo>
                    <a:pt x="914956" y="927122"/>
                  </a:lnTo>
                  <a:lnTo>
                    <a:pt x="914400" y="92729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2704608" y="2853013"/>
              <a:ext cx="923840" cy="924290"/>
            </a:xfrm>
            <a:custGeom>
              <a:avLst/>
              <a:pathLst>
                <a:path w="923840" h="92429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1289"/>
                  </a:lnTo>
                  <a:lnTo>
                    <a:pt x="922564" y="921694"/>
                  </a:lnTo>
                  <a:lnTo>
                    <a:pt x="921143" y="922145"/>
                  </a:lnTo>
                  <a:lnTo>
                    <a:pt x="919722" y="922597"/>
                  </a:lnTo>
                  <a:lnTo>
                    <a:pt x="918301" y="923049"/>
                  </a:lnTo>
                  <a:lnTo>
                    <a:pt x="916880" y="923501"/>
                  </a:lnTo>
                  <a:lnTo>
                    <a:pt x="915459" y="923953"/>
                  </a:lnTo>
                  <a:lnTo>
                    <a:pt x="914399" y="92429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2714048" y="2853013"/>
              <a:ext cx="923840" cy="921289"/>
            </a:xfrm>
            <a:custGeom>
              <a:avLst/>
              <a:pathLst>
                <a:path w="923840" h="92128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8297"/>
                  </a:lnTo>
                  <a:lnTo>
                    <a:pt x="923075" y="918539"/>
                  </a:lnTo>
                  <a:lnTo>
                    <a:pt x="921653" y="918989"/>
                  </a:lnTo>
                  <a:lnTo>
                    <a:pt x="920231" y="919439"/>
                  </a:lnTo>
                  <a:lnTo>
                    <a:pt x="918810" y="919890"/>
                  </a:lnTo>
                  <a:lnTo>
                    <a:pt x="917388" y="920341"/>
                  </a:lnTo>
                  <a:lnTo>
                    <a:pt x="915967" y="920792"/>
                  </a:lnTo>
                  <a:lnTo>
                    <a:pt x="914545" y="921243"/>
                  </a:lnTo>
                  <a:lnTo>
                    <a:pt x="914400" y="92128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2723489" y="2853013"/>
              <a:ext cx="923840" cy="918297"/>
            </a:xfrm>
            <a:custGeom>
              <a:avLst/>
              <a:pathLst>
                <a:path w="923840" h="9182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313"/>
                  </a:lnTo>
                  <a:lnTo>
                    <a:pt x="923591" y="915391"/>
                  </a:lnTo>
                  <a:lnTo>
                    <a:pt x="922168" y="915841"/>
                  </a:lnTo>
                  <a:lnTo>
                    <a:pt x="920746" y="916290"/>
                  </a:lnTo>
                  <a:lnTo>
                    <a:pt x="919323" y="916739"/>
                  </a:lnTo>
                  <a:lnTo>
                    <a:pt x="917901" y="917189"/>
                  </a:lnTo>
                  <a:lnTo>
                    <a:pt x="916479" y="917639"/>
                  </a:lnTo>
                  <a:lnTo>
                    <a:pt x="915057" y="918089"/>
                  </a:lnTo>
                  <a:lnTo>
                    <a:pt x="914400" y="918297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2732929" y="2853013"/>
              <a:ext cx="917295" cy="915313"/>
            </a:xfrm>
            <a:custGeom>
              <a:avLst/>
              <a:pathLst>
                <a:path w="917295" h="915313">
                  <a:moveTo>
                    <a:pt x="914400" y="914400"/>
                  </a:moveTo>
                  <a:lnTo>
                    <a:pt x="917295" y="914400"/>
                  </a:lnTo>
                  <a:lnTo>
                    <a:pt x="916996" y="914494"/>
                  </a:lnTo>
                  <a:lnTo>
                    <a:pt x="915573" y="914943"/>
                  </a:lnTo>
                  <a:lnTo>
                    <a:pt x="914400" y="915313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2808451" y="2853013"/>
              <a:ext cx="914400" cy="915533"/>
            </a:xfrm>
            <a:custGeom>
              <a:avLst/>
              <a:pathLst>
                <a:path w="914400" h="915533">
                  <a:moveTo>
                    <a:pt x="914400" y="914400"/>
                  </a:moveTo>
                  <a:lnTo>
                    <a:pt x="914400" y="915533"/>
                  </a:lnTo>
                  <a:lnTo>
                    <a:pt x="911778" y="915324"/>
                  </a:lnTo>
                  <a:lnTo>
                    <a:pt x="906980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2808451" y="2853013"/>
              <a:ext cx="923840" cy="915869"/>
            </a:xfrm>
            <a:custGeom>
              <a:avLst/>
              <a:pathLst>
                <a:path w="923840" h="9158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8"/>
                  </a:lnTo>
                  <a:lnTo>
                    <a:pt x="918607" y="915869"/>
                  </a:lnTo>
                  <a:lnTo>
                    <a:pt x="914400" y="915533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2817891" y="2853013"/>
              <a:ext cx="923840" cy="915698"/>
            </a:xfrm>
            <a:custGeom>
              <a:avLst/>
              <a:pathLst>
                <a:path w="923840" h="91569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51"/>
                  </a:lnTo>
                  <a:lnTo>
                    <a:pt x="922611" y="915060"/>
                  </a:lnTo>
                  <a:lnTo>
                    <a:pt x="920409" y="915255"/>
                  </a:lnTo>
                  <a:lnTo>
                    <a:pt x="918208" y="915450"/>
                  </a:lnTo>
                  <a:lnTo>
                    <a:pt x="916001" y="915646"/>
                  </a:lnTo>
                  <a:lnTo>
                    <a:pt x="914400" y="91569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2827331" y="2853013"/>
              <a:ext cx="920667" cy="914951"/>
            </a:xfrm>
            <a:custGeom>
              <a:avLst/>
              <a:pathLst>
                <a:path w="920667" h="914951">
                  <a:moveTo>
                    <a:pt x="914400" y="914400"/>
                  </a:moveTo>
                  <a:lnTo>
                    <a:pt x="920667" y="914400"/>
                  </a:lnTo>
                  <a:lnTo>
                    <a:pt x="919776" y="914478"/>
                  </a:lnTo>
                  <a:lnTo>
                    <a:pt x="917574" y="914671"/>
                  </a:lnTo>
                  <a:lnTo>
                    <a:pt x="915372" y="914865"/>
                  </a:lnTo>
                  <a:lnTo>
                    <a:pt x="914400" y="914951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2553564" y="2835444"/>
              <a:ext cx="914399" cy="916302"/>
            </a:xfrm>
            <a:custGeom>
              <a:avLst/>
              <a:pathLst>
                <a:path w="914399" h="916302">
                  <a:moveTo>
                    <a:pt x="914399" y="914400"/>
                  </a:moveTo>
                  <a:lnTo>
                    <a:pt x="914399" y="916302"/>
                  </a:lnTo>
                  <a:lnTo>
                    <a:pt x="911402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2553564" y="2835444"/>
              <a:ext cx="923840" cy="921175"/>
            </a:xfrm>
            <a:custGeom>
              <a:avLst/>
              <a:pathLst>
                <a:path w="923840" h="92117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1175"/>
                  </a:lnTo>
                  <a:lnTo>
                    <a:pt x="921386" y="920132"/>
                  </a:lnTo>
                  <a:lnTo>
                    <a:pt x="915703" y="917130"/>
                  </a:lnTo>
                  <a:lnTo>
                    <a:pt x="914399" y="916302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2563005" y="2835444"/>
              <a:ext cx="923840" cy="924550"/>
            </a:xfrm>
            <a:custGeom>
              <a:avLst/>
              <a:pathLst>
                <a:path w="923840" h="92455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550"/>
                  </a:lnTo>
                  <a:lnTo>
                    <a:pt x="923526" y="924464"/>
                  </a:lnTo>
                  <a:lnTo>
                    <a:pt x="917706" y="922579"/>
                  </a:lnTo>
                  <a:lnTo>
                    <a:pt x="914400" y="921175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2572445" y="2835444"/>
              <a:ext cx="923840" cy="927140"/>
            </a:xfrm>
            <a:custGeom>
              <a:avLst/>
              <a:pathLst>
                <a:path w="923840" h="92714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140"/>
                  </a:lnTo>
                  <a:lnTo>
                    <a:pt x="923048" y="926923"/>
                  </a:lnTo>
                  <a:lnTo>
                    <a:pt x="921769" y="926571"/>
                  </a:lnTo>
                  <a:lnTo>
                    <a:pt x="920489" y="926220"/>
                  </a:lnTo>
                  <a:lnTo>
                    <a:pt x="919209" y="925869"/>
                  </a:lnTo>
                  <a:lnTo>
                    <a:pt x="917929" y="925517"/>
                  </a:lnTo>
                  <a:lnTo>
                    <a:pt x="916649" y="925166"/>
                  </a:lnTo>
                  <a:lnTo>
                    <a:pt x="915369" y="924815"/>
                  </a:lnTo>
                  <a:lnTo>
                    <a:pt x="914399" y="92455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2581885" y="2835444"/>
              <a:ext cx="923840" cy="929739"/>
            </a:xfrm>
            <a:custGeom>
              <a:avLst/>
              <a:pathLst>
                <a:path w="923840" h="92973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9739"/>
                  </a:lnTo>
                  <a:lnTo>
                    <a:pt x="923522" y="929651"/>
                  </a:lnTo>
                  <a:lnTo>
                    <a:pt x="923203" y="929563"/>
                  </a:lnTo>
                  <a:lnTo>
                    <a:pt x="923044" y="929512"/>
                  </a:lnTo>
                  <a:lnTo>
                    <a:pt x="922884" y="929476"/>
                  </a:lnTo>
                  <a:lnTo>
                    <a:pt x="922565" y="929388"/>
                  </a:lnTo>
                  <a:lnTo>
                    <a:pt x="921285" y="929035"/>
                  </a:lnTo>
                  <a:lnTo>
                    <a:pt x="920005" y="928682"/>
                  </a:lnTo>
                  <a:lnTo>
                    <a:pt x="918726" y="928330"/>
                  </a:lnTo>
                  <a:lnTo>
                    <a:pt x="917447" y="927978"/>
                  </a:lnTo>
                  <a:lnTo>
                    <a:pt x="916167" y="927626"/>
                  </a:lnTo>
                  <a:lnTo>
                    <a:pt x="914888" y="927274"/>
                  </a:lnTo>
                  <a:lnTo>
                    <a:pt x="914400" y="92714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2591325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78" y="931969"/>
                  </a:lnTo>
                  <a:lnTo>
                    <a:pt x="921756" y="931770"/>
                  </a:lnTo>
                  <a:lnTo>
                    <a:pt x="920478" y="931417"/>
                  </a:lnTo>
                  <a:lnTo>
                    <a:pt x="919199" y="931063"/>
                  </a:lnTo>
                  <a:lnTo>
                    <a:pt x="917920" y="930710"/>
                  </a:lnTo>
                  <a:lnTo>
                    <a:pt x="916641" y="930357"/>
                  </a:lnTo>
                  <a:lnTo>
                    <a:pt x="915362" y="930004"/>
                  </a:lnTo>
                  <a:lnTo>
                    <a:pt x="914399" y="92973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2600766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2610206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2619646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2629086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2638527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2647967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2657407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2666847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2676287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2685728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2695168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2704608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2714048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2723489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2732929" y="285301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338"/>
                  </a:lnTo>
                  <a:lnTo>
                    <a:pt x="922688" y="912700"/>
                  </a:lnTo>
                  <a:lnTo>
                    <a:pt x="921265" y="913148"/>
                  </a:lnTo>
                  <a:lnTo>
                    <a:pt x="919842" y="913597"/>
                  </a:lnTo>
                  <a:lnTo>
                    <a:pt x="918419" y="914045"/>
                  </a:lnTo>
                  <a:lnTo>
                    <a:pt x="917295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2742369" y="2835444"/>
              <a:ext cx="923840" cy="929907"/>
            </a:xfrm>
            <a:custGeom>
              <a:avLst/>
              <a:pathLst>
                <a:path w="923840" h="92990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940"/>
                  </a:lnTo>
                  <a:lnTo>
                    <a:pt x="923212" y="927138"/>
                  </a:lnTo>
                  <a:lnTo>
                    <a:pt x="921788" y="927585"/>
                  </a:lnTo>
                  <a:lnTo>
                    <a:pt x="920364" y="928032"/>
                  </a:lnTo>
                  <a:lnTo>
                    <a:pt x="918941" y="928479"/>
                  </a:lnTo>
                  <a:lnTo>
                    <a:pt x="917517" y="928927"/>
                  </a:lnTo>
                  <a:lnTo>
                    <a:pt x="916094" y="929374"/>
                  </a:lnTo>
                  <a:lnTo>
                    <a:pt x="914671" y="929822"/>
                  </a:lnTo>
                  <a:lnTo>
                    <a:pt x="914400" y="929907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2751809" y="2835444"/>
              <a:ext cx="923840" cy="926940"/>
            </a:xfrm>
            <a:custGeom>
              <a:avLst/>
              <a:pathLst>
                <a:path w="923840" h="926940">
                  <a:moveTo>
                    <a:pt x="914400" y="914400"/>
                  </a:moveTo>
                  <a:lnTo>
                    <a:pt x="923840" y="914400"/>
                  </a:lnTo>
                  <a:lnTo>
                    <a:pt x="923740" y="924013"/>
                  </a:lnTo>
                  <a:lnTo>
                    <a:pt x="922316" y="924459"/>
                  </a:lnTo>
                  <a:lnTo>
                    <a:pt x="920892" y="924905"/>
                  </a:lnTo>
                  <a:lnTo>
                    <a:pt x="919467" y="925351"/>
                  </a:lnTo>
                  <a:lnTo>
                    <a:pt x="918043" y="925798"/>
                  </a:lnTo>
                  <a:lnTo>
                    <a:pt x="916619" y="926244"/>
                  </a:lnTo>
                  <a:lnTo>
                    <a:pt x="915195" y="926691"/>
                  </a:lnTo>
                  <a:lnTo>
                    <a:pt x="914400" y="92694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2761250" y="2835444"/>
              <a:ext cx="923840" cy="924542"/>
            </a:xfrm>
            <a:custGeom>
              <a:avLst/>
              <a:pathLst>
                <a:path w="923840" h="92454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542"/>
                  </a:lnTo>
                  <a:lnTo>
                    <a:pt x="923281" y="924404"/>
                  </a:lnTo>
                  <a:lnTo>
                    <a:pt x="921674" y="924007"/>
                  </a:lnTo>
                  <a:lnTo>
                    <a:pt x="920068" y="923611"/>
                  </a:lnTo>
                  <a:lnTo>
                    <a:pt x="918462" y="923214"/>
                  </a:lnTo>
                  <a:lnTo>
                    <a:pt x="917563" y="922993"/>
                  </a:lnTo>
                  <a:lnTo>
                    <a:pt x="917149" y="923122"/>
                  </a:lnTo>
                  <a:lnTo>
                    <a:pt x="915724" y="923568"/>
                  </a:lnTo>
                  <a:lnTo>
                    <a:pt x="914400" y="923982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2770690" y="2835444"/>
              <a:ext cx="923840" cy="926880"/>
            </a:xfrm>
            <a:custGeom>
              <a:avLst/>
              <a:pathLst>
                <a:path w="923840" h="92688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880"/>
                  </a:lnTo>
                  <a:lnTo>
                    <a:pt x="923475" y="926790"/>
                  </a:lnTo>
                  <a:lnTo>
                    <a:pt x="921870" y="926391"/>
                  </a:lnTo>
                  <a:lnTo>
                    <a:pt x="920264" y="925994"/>
                  </a:lnTo>
                  <a:lnTo>
                    <a:pt x="918658" y="925596"/>
                  </a:lnTo>
                  <a:lnTo>
                    <a:pt x="917052" y="925198"/>
                  </a:lnTo>
                  <a:lnTo>
                    <a:pt x="915446" y="924801"/>
                  </a:lnTo>
                  <a:lnTo>
                    <a:pt x="914400" y="924542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2780130" y="2835444"/>
              <a:ext cx="923840" cy="929225"/>
            </a:xfrm>
            <a:custGeom>
              <a:avLst/>
              <a:pathLst>
                <a:path w="923840" h="92922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9225"/>
                  </a:lnTo>
                  <a:lnTo>
                    <a:pt x="923667" y="929182"/>
                  </a:lnTo>
                  <a:lnTo>
                    <a:pt x="922062" y="928783"/>
                  </a:lnTo>
                  <a:lnTo>
                    <a:pt x="920457" y="928384"/>
                  </a:lnTo>
                  <a:lnTo>
                    <a:pt x="918851" y="927985"/>
                  </a:lnTo>
                  <a:lnTo>
                    <a:pt x="917246" y="927586"/>
                  </a:lnTo>
                  <a:lnTo>
                    <a:pt x="915641" y="927188"/>
                  </a:lnTo>
                  <a:lnTo>
                    <a:pt x="914400" y="926880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2789570" y="2835444"/>
              <a:ext cx="923840" cy="931579"/>
            </a:xfrm>
            <a:custGeom>
              <a:avLst/>
              <a:pathLst>
                <a:path w="923840" h="931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579"/>
                  </a:lnTo>
                  <a:lnTo>
                    <a:pt x="922251" y="931182"/>
                  </a:lnTo>
                  <a:lnTo>
                    <a:pt x="920646" y="930782"/>
                  </a:lnTo>
                  <a:lnTo>
                    <a:pt x="919041" y="930382"/>
                  </a:lnTo>
                  <a:lnTo>
                    <a:pt x="917436" y="929982"/>
                  </a:lnTo>
                  <a:lnTo>
                    <a:pt x="915832" y="929582"/>
                  </a:lnTo>
                  <a:lnTo>
                    <a:pt x="914400" y="929225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2799011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420" y="931969"/>
                  </a:lnTo>
                  <a:lnTo>
                    <a:pt x="914399" y="93157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2808451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2817891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2827331" y="285301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121"/>
                  </a:lnTo>
                  <a:lnTo>
                    <a:pt x="921977" y="914285"/>
                  </a:lnTo>
                  <a:lnTo>
                    <a:pt x="920667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2836772" y="2835444"/>
              <a:ext cx="923840" cy="931691"/>
            </a:xfrm>
            <a:custGeom>
              <a:avLst/>
              <a:pathLst>
                <a:path w="923840" h="931691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110"/>
                  </a:lnTo>
                  <a:lnTo>
                    <a:pt x="920560" y="930872"/>
                  </a:lnTo>
                  <a:lnTo>
                    <a:pt x="914744" y="931661"/>
                  </a:lnTo>
                  <a:lnTo>
                    <a:pt x="914399" y="931691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2846212" y="2835444"/>
              <a:ext cx="923840" cy="930110"/>
            </a:xfrm>
            <a:custGeom>
              <a:avLst/>
              <a:pathLst>
                <a:path w="923840" h="93011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117"/>
                  </a:lnTo>
                  <a:lnTo>
                    <a:pt x="922646" y="927630"/>
                  </a:lnTo>
                  <a:lnTo>
                    <a:pt x="916905" y="929527"/>
                  </a:lnTo>
                  <a:lnTo>
                    <a:pt x="914400" y="93011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2855652" y="2835444"/>
              <a:ext cx="923840" cy="927117"/>
            </a:xfrm>
            <a:custGeom>
              <a:avLst/>
              <a:pathLst>
                <a:path w="923840" h="92711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549"/>
                  </a:lnTo>
                  <a:lnTo>
                    <a:pt x="918886" y="925186"/>
                  </a:lnTo>
                  <a:lnTo>
                    <a:pt x="914400" y="927117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2865092" y="2835444"/>
              <a:ext cx="923840" cy="922549"/>
            </a:xfrm>
            <a:custGeom>
              <a:avLst/>
              <a:pathLst>
                <a:path w="923840" h="92254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6240"/>
                  </a:lnTo>
                  <a:lnTo>
                    <a:pt x="920568" y="918683"/>
                  </a:lnTo>
                  <a:lnTo>
                    <a:pt x="915052" y="922201"/>
                  </a:lnTo>
                  <a:lnTo>
                    <a:pt x="914400" y="92254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2874533" y="2835444"/>
              <a:ext cx="916821" cy="916240"/>
            </a:xfrm>
            <a:custGeom>
              <a:avLst/>
              <a:pathLst>
                <a:path w="916821" h="916240">
                  <a:moveTo>
                    <a:pt x="914400" y="914400"/>
                  </a:moveTo>
                  <a:lnTo>
                    <a:pt x="916821" y="914400"/>
                  </a:lnTo>
                  <a:lnTo>
                    <a:pt x="916539" y="914642"/>
                  </a:lnTo>
                  <a:lnTo>
                    <a:pt x="914400" y="91624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2534684" y="2817874"/>
              <a:ext cx="914400" cy="918773"/>
            </a:xfrm>
            <a:custGeom>
              <a:avLst/>
              <a:pathLst>
                <a:path w="914400" h="918773">
                  <a:moveTo>
                    <a:pt x="914400" y="914400"/>
                  </a:moveTo>
                  <a:lnTo>
                    <a:pt x="914400" y="918773"/>
                  </a:lnTo>
                  <a:lnTo>
                    <a:pt x="912919" y="917321"/>
                  </a:lnTo>
                  <a:lnTo>
                    <a:pt x="910285" y="914400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2534684" y="2817874"/>
              <a:ext cx="923840" cy="927310"/>
            </a:xfrm>
            <a:custGeom>
              <a:avLst/>
              <a:pathLst>
                <a:path w="923840" h="92731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310"/>
                  </a:lnTo>
                  <a:lnTo>
                    <a:pt x="923508" y="927063"/>
                  </a:lnTo>
                  <a:lnTo>
                    <a:pt x="918145" y="922449"/>
                  </a:lnTo>
                  <a:lnTo>
                    <a:pt x="914400" y="918773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2544124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42" y="931969"/>
                  </a:lnTo>
                  <a:lnTo>
                    <a:pt x="919552" y="931150"/>
                  </a:lnTo>
                  <a:lnTo>
                    <a:pt x="914400" y="92731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2553564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2563005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2572445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2581885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2591325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2600766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2610206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2619646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2629086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263852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264796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265740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266684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2676287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2685728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2695168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2704608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2714048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2723489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2732929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2742369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2751809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2761250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2770690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2780130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2789570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2799011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2808451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2817891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2827331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2836772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2846212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2855652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2865092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2874533" y="283544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120"/>
                  </a:lnTo>
                  <a:lnTo>
                    <a:pt x="921831" y="910088"/>
                  </a:lnTo>
                  <a:lnTo>
                    <a:pt x="916821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2883973" y="2817874"/>
              <a:ext cx="923840" cy="925690"/>
            </a:xfrm>
            <a:custGeom>
              <a:avLst/>
              <a:pathLst>
                <a:path w="923840" h="92569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478"/>
                  </a:lnTo>
                  <a:lnTo>
                    <a:pt x="922563" y="917060"/>
                  </a:lnTo>
                  <a:lnTo>
                    <a:pt x="917550" y="922603"/>
                  </a:lnTo>
                  <a:lnTo>
                    <a:pt x="914400" y="92569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2893413" y="2817874"/>
              <a:ext cx="915269" cy="915478"/>
            </a:xfrm>
            <a:custGeom>
              <a:avLst/>
              <a:pathLst>
                <a:path w="915269" h="915478">
                  <a:moveTo>
                    <a:pt x="914399" y="914400"/>
                  </a:moveTo>
                  <a:lnTo>
                    <a:pt x="915269" y="914400"/>
                  </a:lnTo>
                  <a:lnTo>
                    <a:pt x="914399" y="91547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2525244" y="2800304"/>
              <a:ext cx="914400" cy="925671"/>
            </a:xfrm>
            <a:custGeom>
              <a:avLst/>
              <a:pathLst>
                <a:path w="914400" h="925671">
                  <a:moveTo>
                    <a:pt x="914400" y="914400"/>
                  </a:moveTo>
                  <a:lnTo>
                    <a:pt x="914400" y="925671"/>
                  </a:lnTo>
                  <a:lnTo>
                    <a:pt x="912374" y="923149"/>
                  </a:lnTo>
                  <a:lnTo>
                    <a:pt x="907641" y="916568"/>
                  </a:lnTo>
                  <a:lnTo>
                    <a:pt x="906240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2525244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25" y="931969"/>
                  </a:lnTo>
                  <a:lnTo>
                    <a:pt x="917284" y="929262"/>
                  </a:lnTo>
                  <a:lnTo>
                    <a:pt x="914400" y="925671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2534684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2544124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2553564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2563005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2572445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2581885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2591325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2600766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2610206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2619646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2629086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263852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264796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265740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266684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2676287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2685728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2695168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2704608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2714048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2723489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2732929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2742369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2751809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2761250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2770690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2780130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2789570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2799011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2808451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2817891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2827331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2836772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2846212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2855652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2865092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2874533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2883973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2893413" y="2817874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2847"/>
                  </a:lnTo>
                  <a:lnTo>
                    <a:pt x="923638" y="903141"/>
                  </a:lnTo>
                  <a:lnTo>
                    <a:pt x="922656" y="904574"/>
                  </a:lnTo>
                  <a:lnTo>
                    <a:pt x="917976" y="911045"/>
                  </a:lnTo>
                  <a:lnTo>
                    <a:pt x="915269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2902853" y="2800304"/>
              <a:ext cx="918528" cy="920417"/>
            </a:xfrm>
            <a:custGeom>
              <a:avLst/>
              <a:pathLst>
                <a:path w="918528" h="920417">
                  <a:moveTo>
                    <a:pt x="914400" y="914400"/>
                  </a:moveTo>
                  <a:lnTo>
                    <a:pt x="918528" y="914400"/>
                  </a:lnTo>
                  <a:lnTo>
                    <a:pt x="918106" y="915014"/>
                  </a:lnTo>
                  <a:lnTo>
                    <a:pt x="917129" y="916438"/>
                  </a:lnTo>
                  <a:lnTo>
                    <a:pt x="916151" y="917862"/>
                  </a:lnTo>
                  <a:lnTo>
                    <a:pt x="915175" y="919286"/>
                  </a:lnTo>
                  <a:lnTo>
                    <a:pt x="914400" y="920417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2515803" y="2782734"/>
              <a:ext cx="914399" cy="929987"/>
            </a:xfrm>
            <a:custGeom>
              <a:avLst/>
              <a:pathLst>
                <a:path w="914399" h="929987">
                  <a:moveTo>
                    <a:pt x="914399" y="914399"/>
                  </a:moveTo>
                  <a:lnTo>
                    <a:pt x="914399" y="929987"/>
                  </a:lnTo>
                  <a:lnTo>
                    <a:pt x="912539" y="927107"/>
                  </a:lnTo>
                  <a:lnTo>
                    <a:pt x="908200" y="919644"/>
                  </a:lnTo>
                  <a:lnTo>
                    <a:pt x="905453" y="91439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2515803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5680" y="931969"/>
                  </a:lnTo>
                  <a:lnTo>
                    <a:pt x="914399" y="929987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2525244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2534684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2544124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2553564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2563005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2572445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2581885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2591325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2600766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2610206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2619646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2629086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263852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264796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265740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266684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2676287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2685728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2695168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2704608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2714048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2723489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2732929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2742369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2751809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2761250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2770690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2780130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2789570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2799011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2808451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2817891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2827331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2836772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2846212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2855652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2865092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2874533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2883973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2893413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2902853" y="280030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667"/>
                  </a:lnTo>
                  <a:lnTo>
                    <a:pt x="922996" y="907895"/>
                  </a:lnTo>
                  <a:lnTo>
                    <a:pt x="922017" y="909319"/>
                  </a:lnTo>
                  <a:lnTo>
                    <a:pt x="921039" y="910742"/>
                  </a:lnTo>
                  <a:lnTo>
                    <a:pt x="920061" y="912166"/>
                  </a:lnTo>
                  <a:lnTo>
                    <a:pt x="919083" y="913590"/>
                  </a:lnTo>
                  <a:lnTo>
                    <a:pt x="918528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2912293" y="2782734"/>
              <a:ext cx="921168" cy="924237"/>
            </a:xfrm>
            <a:custGeom>
              <a:avLst/>
              <a:pathLst>
                <a:path w="921168" h="924237">
                  <a:moveTo>
                    <a:pt x="914400" y="914399"/>
                  </a:moveTo>
                  <a:lnTo>
                    <a:pt x="921168" y="914399"/>
                  </a:lnTo>
                  <a:lnTo>
                    <a:pt x="920409" y="915502"/>
                  </a:lnTo>
                  <a:lnTo>
                    <a:pt x="919430" y="916925"/>
                  </a:lnTo>
                  <a:lnTo>
                    <a:pt x="918450" y="918348"/>
                  </a:lnTo>
                  <a:lnTo>
                    <a:pt x="917471" y="919771"/>
                  </a:lnTo>
                  <a:lnTo>
                    <a:pt x="916492" y="921194"/>
                  </a:lnTo>
                  <a:lnTo>
                    <a:pt x="915513" y="922618"/>
                  </a:lnTo>
                  <a:lnTo>
                    <a:pt x="914534" y="924041"/>
                  </a:lnTo>
                  <a:lnTo>
                    <a:pt x="914400" y="924237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2506363" y="2765164"/>
              <a:ext cx="914400" cy="931026"/>
            </a:xfrm>
            <a:custGeom>
              <a:avLst/>
              <a:pathLst>
                <a:path w="914400" h="931026">
                  <a:moveTo>
                    <a:pt x="914400" y="914400"/>
                  </a:moveTo>
                  <a:lnTo>
                    <a:pt x="914400" y="931026"/>
                  </a:lnTo>
                  <a:lnTo>
                    <a:pt x="913517" y="929341"/>
                  </a:lnTo>
                  <a:lnTo>
                    <a:pt x="909619" y="921078"/>
                  </a:lnTo>
                  <a:lnTo>
                    <a:pt x="906786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2506363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893" y="931969"/>
                  </a:lnTo>
                  <a:lnTo>
                    <a:pt x="914400" y="931026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2515803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2525244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2534684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2544124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2553564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2563005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2572445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2581885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2591325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2600766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2610206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2619646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2629086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263852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264796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265740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266684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2676287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2685728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2695168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2704608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2714048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272348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273292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274236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275180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2761250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2770690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2780130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2789570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2799011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280845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281789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282733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2836772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2846212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2855652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2865092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2874533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2883973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2893413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2902853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2912293" y="2782734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0522"/>
                  </a:lnTo>
                  <a:lnTo>
                    <a:pt x="923350" y="911233"/>
                  </a:lnTo>
                  <a:lnTo>
                    <a:pt x="922370" y="912656"/>
                  </a:lnTo>
                  <a:lnTo>
                    <a:pt x="921389" y="914079"/>
                  </a:lnTo>
                  <a:lnTo>
                    <a:pt x="921168" y="91439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2921734" y="2765164"/>
              <a:ext cx="923840" cy="928092"/>
            </a:xfrm>
            <a:custGeom>
              <a:avLst/>
              <a:pathLst>
                <a:path w="923840" h="928092">
                  <a:moveTo>
                    <a:pt x="914400" y="914400"/>
                  </a:moveTo>
                  <a:lnTo>
                    <a:pt x="923840" y="914412"/>
                  </a:lnTo>
                  <a:lnTo>
                    <a:pt x="923725" y="914578"/>
                  </a:lnTo>
                  <a:lnTo>
                    <a:pt x="922742" y="916000"/>
                  </a:lnTo>
                  <a:lnTo>
                    <a:pt x="921760" y="917422"/>
                  </a:lnTo>
                  <a:lnTo>
                    <a:pt x="920778" y="918845"/>
                  </a:lnTo>
                  <a:lnTo>
                    <a:pt x="919796" y="920267"/>
                  </a:lnTo>
                  <a:lnTo>
                    <a:pt x="918815" y="921689"/>
                  </a:lnTo>
                  <a:lnTo>
                    <a:pt x="917833" y="923112"/>
                  </a:lnTo>
                  <a:lnTo>
                    <a:pt x="916852" y="924534"/>
                  </a:lnTo>
                  <a:lnTo>
                    <a:pt x="915871" y="925957"/>
                  </a:lnTo>
                  <a:lnTo>
                    <a:pt x="914890" y="927380"/>
                  </a:lnTo>
                  <a:lnTo>
                    <a:pt x="914400" y="928092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2496923" y="2747595"/>
              <a:ext cx="914399" cy="927394"/>
            </a:xfrm>
            <a:custGeom>
              <a:avLst/>
              <a:pathLst>
                <a:path w="914399" h="927394">
                  <a:moveTo>
                    <a:pt x="914399" y="914400"/>
                  </a:moveTo>
                  <a:lnTo>
                    <a:pt x="914399" y="927394"/>
                  </a:lnTo>
                  <a:lnTo>
                    <a:pt x="911984" y="921045"/>
                  </a:lnTo>
                  <a:lnTo>
                    <a:pt x="909725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2496923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226" y="931969"/>
                  </a:lnTo>
                  <a:lnTo>
                    <a:pt x="915398" y="930018"/>
                  </a:lnTo>
                  <a:lnTo>
                    <a:pt x="914399" y="927394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2506363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2515803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252524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253468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254412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2553564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2563005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2572445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2581885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2591325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2600766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2610206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2619646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2629086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263852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264796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265740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266684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2676287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2685728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2695168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2704608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2714048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272348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273292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274236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275180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2761250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2770690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2780130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2789570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2799011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280845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281789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282733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2836772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2846212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2855652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2865092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2874533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2883973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2893413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2902853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2912293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292173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2931174" y="276516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642"/>
                  </a:lnTo>
                  <a:lnTo>
                    <a:pt x="920790" y="904807"/>
                  </a:lnTo>
                  <a:lnTo>
                    <a:pt x="916256" y="911726"/>
                  </a:lnTo>
                  <a:lnTo>
                    <a:pt x="915267" y="913156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2940614" y="2747595"/>
              <a:ext cx="916023" cy="917211"/>
            </a:xfrm>
            <a:custGeom>
              <a:avLst/>
              <a:pathLst>
                <a:path w="916023" h="917211">
                  <a:moveTo>
                    <a:pt x="914400" y="914400"/>
                  </a:moveTo>
                  <a:lnTo>
                    <a:pt x="916023" y="914400"/>
                  </a:lnTo>
                  <a:lnTo>
                    <a:pt x="915687" y="915031"/>
                  </a:lnTo>
                  <a:lnTo>
                    <a:pt x="914400" y="917211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2487483" y="2730025"/>
              <a:ext cx="914400" cy="916080"/>
            </a:xfrm>
            <a:custGeom>
              <a:avLst/>
              <a:pathLst>
                <a:path w="914400" h="916080">
                  <a:moveTo>
                    <a:pt x="914400" y="914400"/>
                  </a:moveTo>
                  <a:lnTo>
                    <a:pt x="914400" y="916080"/>
                  </a:lnTo>
                  <a:lnTo>
                    <a:pt x="913952" y="91440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248748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165" y="931969"/>
                  </a:lnTo>
                  <a:lnTo>
                    <a:pt x="918266" y="929323"/>
                  </a:lnTo>
                  <a:lnTo>
                    <a:pt x="915372" y="919737"/>
                  </a:lnTo>
                  <a:lnTo>
                    <a:pt x="914400" y="91608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2496923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250636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2515803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252524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253468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254412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2553564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2563005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2572445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2581885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2591325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2600766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2610206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2619646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2629086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263852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264796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265740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266684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2676287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2685728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2695168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2704608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2714048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272348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273292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274236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275180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2761250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2770690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2780130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2789570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2799011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280845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281789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282733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2836772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284621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285565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286509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287453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288397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2893413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290285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291229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292173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293117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2940614" y="2747595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855"/>
                  </a:lnTo>
                  <a:lnTo>
                    <a:pt x="923718" y="899136"/>
                  </a:lnTo>
                  <a:lnTo>
                    <a:pt x="919813" y="907277"/>
                  </a:lnTo>
                  <a:lnTo>
                    <a:pt x="916023" y="914400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2950054" y="2730025"/>
              <a:ext cx="915274" cy="916425"/>
            </a:xfrm>
            <a:custGeom>
              <a:avLst/>
              <a:pathLst>
                <a:path w="915274" h="916425">
                  <a:moveTo>
                    <a:pt x="914400" y="914400"/>
                  </a:moveTo>
                  <a:lnTo>
                    <a:pt x="915274" y="914400"/>
                  </a:lnTo>
                  <a:lnTo>
                    <a:pt x="914400" y="916425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2487483" y="271245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952" y="931969"/>
                  </a:lnTo>
                  <a:lnTo>
                    <a:pt x="912751" y="927453"/>
                  </a:lnTo>
                  <a:lnTo>
                    <a:pt x="910409" y="917358"/>
                  </a:lnTo>
                  <a:lnTo>
                    <a:pt x="909819" y="91440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248748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2496923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250636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2515803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252524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253468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254412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2553564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2563005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2572445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2581885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2591325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2600766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2610206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2619646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2629086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263852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264796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265740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266684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2676287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2685728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2695168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2704608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2714048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272348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273292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274236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275180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276125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277069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278013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278957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2799011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280845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281789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282733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2836772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284621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285565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286509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287453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288397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2893413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290285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291229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292173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293117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294061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2950054" y="2730025"/>
              <a:ext cx="922259" cy="914400"/>
            </a:xfrm>
            <a:custGeom>
              <a:avLst/>
              <a:pathLst>
                <a:path w="92225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259" y="896830"/>
                  </a:lnTo>
                  <a:lnTo>
                    <a:pt x="921384" y="899352"/>
                  </a:lnTo>
                  <a:lnTo>
                    <a:pt x="917952" y="908200"/>
                  </a:lnTo>
                  <a:lnTo>
                    <a:pt x="915274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2487483" y="269488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819" y="931969"/>
                  </a:lnTo>
                  <a:lnTo>
                    <a:pt x="908353" y="924620"/>
                  </a:lnTo>
                  <a:lnTo>
                    <a:pt x="906635" y="91440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248748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2496923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250636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2515803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252524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253468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254412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2553564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2563005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2572445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2581885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2591325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2600766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2610206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2619646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2629086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263852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264796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265740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266684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2676287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2685728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2695168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2704608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2714048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272348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273292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274236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275180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276125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277069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278013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278957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2799011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280845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281789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282733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2836772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284621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285565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286509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287453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288397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2893413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290285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291229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292173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293117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294061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2950054" y="2712455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846"/>
                  </a:lnTo>
                  <a:lnTo>
                    <a:pt x="922259" y="914400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2959495" y="2694885"/>
              <a:ext cx="918447" cy="927415"/>
            </a:xfrm>
            <a:custGeom>
              <a:avLst/>
              <a:pathLst>
                <a:path w="918447" h="927415">
                  <a:moveTo>
                    <a:pt x="914399" y="914400"/>
                  </a:moveTo>
                  <a:lnTo>
                    <a:pt x="918447" y="914400"/>
                  </a:lnTo>
                  <a:lnTo>
                    <a:pt x="918048" y="915863"/>
                  </a:lnTo>
                  <a:lnTo>
                    <a:pt x="915125" y="925324"/>
                  </a:lnTo>
                  <a:lnTo>
                    <a:pt x="914399" y="927415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2478042" y="2677316"/>
              <a:ext cx="914399" cy="919549"/>
            </a:xfrm>
            <a:custGeom>
              <a:avLst/>
              <a:pathLst>
                <a:path w="914399" h="919549">
                  <a:moveTo>
                    <a:pt x="914399" y="914400"/>
                  </a:moveTo>
                  <a:lnTo>
                    <a:pt x="914399" y="919549"/>
                  </a:lnTo>
                  <a:lnTo>
                    <a:pt x="913842" y="91440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2478042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75" y="931969"/>
                  </a:lnTo>
                  <a:lnTo>
                    <a:pt x="916029" y="931696"/>
                  </a:lnTo>
                  <a:lnTo>
                    <a:pt x="914562" y="921045"/>
                  </a:lnTo>
                  <a:lnTo>
                    <a:pt x="914399" y="91954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248748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2496923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250636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2515803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252524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253468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254412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2553564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2563005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2572445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2581885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2591325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2600766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2610206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2619646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2629086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263852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264796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265740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266684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2676287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2685728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2695168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2704608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2714048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272348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273292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274236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275180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276125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277069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278013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278957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2799011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280845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281789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282733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2836772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284621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285565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286509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287453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288397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2893413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290285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291229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292173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293117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294061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295005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2959495" y="2694885"/>
              <a:ext cx="922925" cy="914400"/>
            </a:xfrm>
            <a:custGeom>
              <a:avLst/>
              <a:pathLst>
                <a:path w="922925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2925" y="896830"/>
                  </a:lnTo>
                  <a:lnTo>
                    <a:pt x="920703" y="906133"/>
                  </a:lnTo>
                  <a:lnTo>
                    <a:pt x="918447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2478042" y="2659746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3842" y="931969"/>
                  </a:lnTo>
                  <a:lnTo>
                    <a:pt x="913394" y="927836"/>
                  </a:lnTo>
                  <a:lnTo>
                    <a:pt x="912530" y="916959"/>
                  </a:lnTo>
                  <a:lnTo>
                    <a:pt x="912399" y="91439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2478042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248748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2496923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250636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2515803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252524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253468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254412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2553564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2563005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2572445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2581885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2591325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2600766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2610206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2619646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2629086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263852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264796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265740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266684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2676287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2685728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2695168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2704608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2714048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272348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273292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274236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275180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276125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277069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278013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278957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2799011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280845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281789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282733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2836772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284621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285565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286509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287453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288397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2893413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290285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291229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292173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293117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294061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295005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2959495" y="2677316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10069"/>
                  </a:lnTo>
                  <a:lnTo>
                    <a:pt x="923085" y="913730"/>
                  </a:lnTo>
                  <a:lnTo>
                    <a:pt x="922925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2968935" y="2659746"/>
              <a:ext cx="916920" cy="927639"/>
            </a:xfrm>
            <a:custGeom>
              <a:avLst/>
              <a:pathLst>
                <a:path w="916920" h="927639">
                  <a:moveTo>
                    <a:pt x="914400" y="914399"/>
                  </a:moveTo>
                  <a:lnTo>
                    <a:pt x="916920" y="914399"/>
                  </a:lnTo>
                  <a:lnTo>
                    <a:pt x="915746" y="921111"/>
                  </a:lnTo>
                  <a:lnTo>
                    <a:pt x="914400" y="92763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2478042" y="264217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399" y="931969"/>
                  </a:lnTo>
                  <a:lnTo>
                    <a:pt x="911972" y="923583"/>
                  </a:lnTo>
                  <a:lnTo>
                    <a:pt x="911762" y="91440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2478042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248748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2496923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250636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2515803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252524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253468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254412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2553564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2563005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2572445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2581885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2591325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2600766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2610206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2619646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2629086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263852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264796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265740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266684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2676287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2685728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2695168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2704608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2714048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272348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273292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274236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275180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276125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277069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278013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278957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2799011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280845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281789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282733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2836772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284621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285565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286509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287453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288397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2893413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290285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291229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292173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293117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294061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295005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2959495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2968935" y="2659746"/>
              <a:ext cx="919472" cy="914399"/>
            </a:xfrm>
            <a:custGeom>
              <a:avLst/>
              <a:pathLst>
                <a:path w="919472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472" y="896830"/>
                  </a:lnTo>
                  <a:lnTo>
                    <a:pt x="919085" y="900195"/>
                  </a:lnTo>
                  <a:lnTo>
                    <a:pt x="917561" y="910733"/>
                  </a:lnTo>
                  <a:lnTo>
                    <a:pt x="916920" y="91439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2478042" y="262460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1762" y="931969"/>
                  </a:lnTo>
                  <a:lnTo>
                    <a:pt x="911721" y="930167"/>
                  </a:lnTo>
                  <a:lnTo>
                    <a:pt x="911778" y="919173"/>
                  </a:lnTo>
                  <a:lnTo>
                    <a:pt x="911937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2478042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248748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2496923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250636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2515803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252524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253468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254412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2553564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2563005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2572445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2581885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2591325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2600766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2610206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2619646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2629086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263852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264796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265740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266684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2676287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2685728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2695168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2704608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2714048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272348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273292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274236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275180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276125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277069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278013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278957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2799011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280845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281789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282733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2836772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284621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285565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286509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287453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288397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2893413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290285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291229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292173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293117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294061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295005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2959495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2968935" y="2642176"/>
              <a:ext cx="921200" cy="914400"/>
            </a:xfrm>
            <a:custGeom>
              <a:avLst/>
              <a:pathLst>
                <a:path w="92120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200" y="896830"/>
                  </a:lnTo>
                  <a:lnTo>
                    <a:pt x="920314" y="907094"/>
                  </a:lnTo>
                  <a:lnTo>
                    <a:pt x="919472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478042" y="260703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1937" y="931969"/>
                  </a:lnTo>
                  <a:lnTo>
                    <a:pt x="912143" y="925768"/>
                  </a:lnTo>
                  <a:lnTo>
                    <a:pt x="912815" y="914844"/>
                  </a:lnTo>
                  <a:lnTo>
                    <a:pt x="912856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78042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248748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2496923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250636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2515803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252524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253468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254412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2553564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2563005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2572445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2581885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2591325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2600766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2610206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2619646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2629086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263852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264796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265740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266684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2676287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2685728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2695168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2704608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2714048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272348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273292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274236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275180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276125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277069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278013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278957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2799011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280845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281789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282733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2836772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284621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285565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286509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287453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288397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2893413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290285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291229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292173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293117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294061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295005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2959495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2968935" y="2624606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519"/>
                  </a:lnTo>
                  <a:lnTo>
                    <a:pt x="921532" y="908931"/>
                  </a:lnTo>
                  <a:lnTo>
                    <a:pt x="921244" y="913888"/>
                  </a:lnTo>
                  <a:lnTo>
                    <a:pt x="921200" y="914400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2978375" y="2607036"/>
              <a:ext cx="923840" cy="925089"/>
            </a:xfrm>
            <a:custGeom>
              <a:avLst/>
              <a:pathLst>
                <a:path w="923840" h="92508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8120"/>
                  </a:lnTo>
                  <a:lnTo>
                    <a:pt x="921337" y="920221"/>
                  </a:lnTo>
                  <a:lnTo>
                    <a:pt x="915742" y="924267"/>
                  </a:lnTo>
                  <a:lnTo>
                    <a:pt x="914400" y="92508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2987815" y="2607036"/>
              <a:ext cx="918648" cy="918120"/>
            </a:xfrm>
            <a:custGeom>
              <a:avLst/>
              <a:pathLst>
                <a:path w="918648" h="918120">
                  <a:moveTo>
                    <a:pt x="914400" y="914400"/>
                  </a:moveTo>
                  <a:lnTo>
                    <a:pt x="918648" y="914400"/>
                  </a:lnTo>
                  <a:lnTo>
                    <a:pt x="917368" y="915629"/>
                  </a:lnTo>
                  <a:lnTo>
                    <a:pt x="914400" y="91812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2478042" y="2607036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2856" y="914400"/>
                  </a:lnTo>
                  <a:lnTo>
                    <a:pt x="913793" y="904000"/>
                  </a:lnTo>
                  <a:lnTo>
                    <a:pt x="914399" y="89890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2487483" y="2589467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479"/>
                  </a:lnTo>
                  <a:lnTo>
                    <a:pt x="905207" y="91439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248748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2496923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250636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2515803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252524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253468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254412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2553564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256300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2572445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258188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2591325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2600766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2610206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2619646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2629086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263852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264796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265740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266684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2676287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2685728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2695168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2704608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2714048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272348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273292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274236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275180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276125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277069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278013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278957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2799011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280845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281789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282733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2836772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284621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285565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286509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287453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288397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2893413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290285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291229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292173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293117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294061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295005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2959495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296893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297837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2987815" y="2607036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264"/>
                  </a:lnTo>
                  <a:lnTo>
                    <a:pt x="922702" y="910504"/>
                  </a:lnTo>
                  <a:lnTo>
                    <a:pt x="918648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2997256" y="2589467"/>
              <a:ext cx="923840" cy="926834"/>
            </a:xfrm>
            <a:custGeom>
              <a:avLst/>
              <a:pathLst>
                <a:path w="923840" h="92683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753"/>
                  </a:lnTo>
                  <a:lnTo>
                    <a:pt x="923454" y="916283"/>
                  </a:lnTo>
                  <a:lnTo>
                    <a:pt x="918441" y="922430"/>
                  </a:lnTo>
                  <a:lnTo>
                    <a:pt x="914400" y="926834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3006696" y="2589467"/>
              <a:ext cx="915385" cy="915753"/>
            </a:xfrm>
            <a:custGeom>
              <a:avLst/>
              <a:pathLst>
                <a:path w="915385" h="915753">
                  <a:moveTo>
                    <a:pt x="914400" y="914399"/>
                  </a:moveTo>
                  <a:lnTo>
                    <a:pt x="915385" y="914399"/>
                  </a:lnTo>
                  <a:lnTo>
                    <a:pt x="914400" y="915753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119979" y="2589467"/>
              <a:ext cx="914400" cy="917155"/>
            </a:xfrm>
            <a:custGeom>
              <a:avLst/>
              <a:pathLst>
                <a:path w="914400" h="917155">
                  <a:moveTo>
                    <a:pt x="914400" y="914399"/>
                  </a:moveTo>
                  <a:lnTo>
                    <a:pt x="914400" y="917155"/>
                  </a:lnTo>
                  <a:lnTo>
                    <a:pt x="909664" y="915098"/>
                  </a:lnTo>
                  <a:lnTo>
                    <a:pt x="908367" y="91439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119979" y="2589467"/>
              <a:ext cx="923840" cy="920148"/>
            </a:xfrm>
            <a:custGeom>
              <a:avLst/>
              <a:pathLst>
                <a:path w="923840" h="92014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148"/>
                  </a:lnTo>
                  <a:lnTo>
                    <a:pt x="921293" y="919555"/>
                  </a:lnTo>
                  <a:lnTo>
                    <a:pt x="915447" y="917610"/>
                  </a:lnTo>
                  <a:lnTo>
                    <a:pt x="914400" y="917155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129419" y="2589467"/>
              <a:ext cx="923840" cy="921728"/>
            </a:xfrm>
            <a:custGeom>
              <a:avLst/>
              <a:pathLst>
                <a:path w="923840" h="92172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1728"/>
                  </a:lnTo>
                  <a:lnTo>
                    <a:pt x="923669" y="921722"/>
                  </a:lnTo>
                  <a:lnTo>
                    <a:pt x="917746" y="920927"/>
                  </a:lnTo>
                  <a:lnTo>
                    <a:pt x="914400" y="92014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138859" y="2589467"/>
              <a:ext cx="923840" cy="921938"/>
            </a:xfrm>
            <a:custGeom>
              <a:avLst/>
              <a:pathLst>
                <a:path w="923840" h="92193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1713"/>
                  </a:lnTo>
                  <a:lnTo>
                    <a:pt x="920167" y="921938"/>
                  </a:lnTo>
                  <a:lnTo>
                    <a:pt x="914400" y="92172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148299" y="2589467"/>
              <a:ext cx="923840" cy="921713"/>
            </a:xfrm>
            <a:custGeom>
              <a:avLst/>
              <a:pathLst>
                <a:path w="923840" h="921713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20308"/>
                  </a:lnTo>
                  <a:lnTo>
                    <a:pt x="922579" y="920633"/>
                  </a:lnTo>
                  <a:lnTo>
                    <a:pt x="916662" y="921574"/>
                  </a:lnTo>
                  <a:lnTo>
                    <a:pt x="914399" y="921713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157740" y="2589467"/>
              <a:ext cx="923840" cy="920308"/>
            </a:xfrm>
            <a:custGeom>
              <a:avLst/>
              <a:pathLst>
                <a:path w="923840" h="92030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389"/>
                  </a:lnTo>
                  <a:lnTo>
                    <a:pt x="919021" y="919115"/>
                  </a:lnTo>
                  <a:lnTo>
                    <a:pt x="914400" y="92030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167180" y="2589467"/>
              <a:ext cx="921116" cy="917389"/>
            </a:xfrm>
            <a:custGeom>
              <a:avLst/>
              <a:pathLst>
                <a:path w="921116" h="917389">
                  <a:moveTo>
                    <a:pt x="914399" y="914399"/>
                  </a:moveTo>
                  <a:lnTo>
                    <a:pt x="921116" y="914399"/>
                  </a:lnTo>
                  <a:lnTo>
                    <a:pt x="915413" y="917026"/>
                  </a:lnTo>
                  <a:lnTo>
                    <a:pt x="914399" y="91738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2478042" y="2571897"/>
              <a:ext cx="914399" cy="922216"/>
            </a:xfrm>
            <a:custGeom>
              <a:avLst/>
              <a:pathLst>
                <a:path w="914399" h="922216">
                  <a:moveTo>
                    <a:pt x="914399" y="914400"/>
                  </a:moveTo>
                  <a:lnTo>
                    <a:pt x="914399" y="922216"/>
                  </a:lnTo>
                  <a:lnTo>
                    <a:pt x="913069" y="919596"/>
                  </a:lnTo>
                  <a:lnTo>
                    <a:pt x="911661" y="916823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2478042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7" y="931969"/>
                  </a:lnTo>
                  <a:lnTo>
                    <a:pt x="915072" y="928405"/>
                  </a:lnTo>
                  <a:lnTo>
                    <a:pt x="915632" y="924645"/>
                  </a:lnTo>
                  <a:lnTo>
                    <a:pt x="914477" y="922369"/>
                  </a:lnTo>
                  <a:lnTo>
                    <a:pt x="914399" y="922216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248748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2496923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250636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2515803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252524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253468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254412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2553564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256300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2572445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258188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2591325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2600766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2610206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2619646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2629086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263852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264796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265740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266684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2676287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2685728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269516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2704608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271404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272348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273292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274236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275180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276125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277069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278013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278957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2799011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280845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281789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282733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2836772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284621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285565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286509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287453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288397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2893413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290285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291229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292173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293117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294061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295005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2959495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296893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297837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298781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2997256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3006696" y="2589467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640"/>
                  </a:lnTo>
                  <a:lnTo>
                    <a:pt x="922798" y="908490"/>
                  </a:lnTo>
                  <a:lnTo>
                    <a:pt x="921181" y="908256"/>
                  </a:lnTo>
                  <a:lnTo>
                    <a:pt x="919878" y="908068"/>
                  </a:lnTo>
                  <a:lnTo>
                    <a:pt x="918844" y="909652"/>
                  </a:lnTo>
                  <a:lnTo>
                    <a:pt x="915385" y="91439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3016136" y="2571897"/>
              <a:ext cx="923840" cy="927579"/>
            </a:xfrm>
            <a:custGeom>
              <a:avLst/>
              <a:pathLst>
                <a:path w="923840" h="92757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579"/>
                  </a:lnTo>
                  <a:lnTo>
                    <a:pt x="923057" y="927466"/>
                  </a:lnTo>
                  <a:lnTo>
                    <a:pt x="921441" y="927231"/>
                  </a:lnTo>
                  <a:lnTo>
                    <a:pt x="919824" y="926996"/>
                  </a:lnTo>
                  <a:lnTo>
                    <a:pt x="918208" y="926762"/>
                  </a:lnTo>
                  <a:lnTo>
                    <a:pt x="916591" y="926527"/>
                  </a:lnTo>
                  <a:lnTo>
                    <a:pt x="914975" y="926293"/>
                  </a:lnTo>
                  <a:lnTo>
                    <a:pt x="914399" y="92621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3025576" y="2571897"/>
              <a:ext cx="923840" cy="928956"/>
            </a:xfrm>
            <a:custGeom>
              <a:avLst/>
              <a:pathLst>
                <a:path w="923840" h="92895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956"/>
                  </a:lnTo>
                  <a:lnTo>
                    <a:pt x="923314" y="928879"/>
                  </a:lnTo>
                  <a:lnTo>
                    <a:pt x="921698" y="928643"/>
                  </a:lnTo>
                  <a:lnTo>
                    <a:pt x="920082" y="928407"/>
                  </a:lnTo>
                  <a:lnTo>
                    <a:pt x="918466" y="928172"/>
                  </a:lnTo>
                  <a:lnTo>
                    <a:pt x="916850" y="927936"/>
                  </a:lnTo>
                  <a:lnTo>
                    <a:pt x="915233" y="927701"/>
                  </a:lnTo>
                  <a:lnTo>
                    <a:pt x="914400" y="92757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035017" y="2571897"/>
              <a:ext cx="923840" cy="930155"/>
            </a:xfrm>
            <a:custGeom>
              <a:avLst/>
              <a:pathLst>
                <a:path w="923840" h="93015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55"/>
                  </a:lnTo>
                  <a:lnTo>
                    <a:pt x="919937" y="929767"/>
                  </a:lnTo>
                  <a:lnTo>
                    <a:pt x="918723" y="929589"/>
                  </a:lnTo>
                  <a:lnTo>
                    <a:pt x="917106" y="929352"/>
                  </a:lnTo>
                  <a:lnTo>
                    <a:pt x="915490" y="929116"/>
                  </a:lnTo>
                  <a:lnTo>
                    <a:pt x="914400" y="928956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044457" y="2571897"/>
              <a:ext cx="923840" cy="930364"/>
            </a:xfrm>
            <a:custGeom>
              <a:avLst/>
              <a:pathLst>
                <a:path w="923840" h="93036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97"/>
                  </a:lnTo>
                  <a:lnTo>
                    <a:pt x="921969" y="930364"/>
                  </a:lnTo>
                  <a:lnTo>
                    <a:pt x="916229" y="930336"/>
                  </a:lnTo>
                  <a:lnTo>
                    <a:pt x="914400" y="930155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053897" y="2571897"/>
              <a:ext cx="923840" cy="930197"/>
            </a:xfrm>
            <a:custGeom>
              <a:avLst/>
              <a:pathLst>
                <a:path w="923840" h="9301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822"/>
                  </a:lnTo>
                  <a:lnTo>
                    <a:pt x="918263" y="929851"/>
                  </a:lnTo>
                  <a:lnTo>
                    <a:pt x="914400" y="930197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063337" y="2571897"/>
              <a:ext cx="923840" cy="928822"/>
            </a:xfrm>
            <a:custGeom>
              <a:avLst/>
              <a:pathLst>
                <a:path w="923840" h="92882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015"/>
                  </a:lnTo>
                  <a:lnTo>
                    <a:pt x="922364" y="926499"/>
                  </a:lnTo>
                  <a:lnTo>
                    <a:pt x="920211" y="927207"/>
                  </a:lnTo>
                  <a:lnTo>
                    <a:pt x="914535" y="928797"/>
                  </a:lnTo>
                  <a:lnTo>
                    <a:pt x="914400" y="928822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072778" y="2571897"/>
              <a:ext cx="923840" cy="926015"/>
            </a:xfrm>
            <a:custGeom>
              <a:avLst/>
              <a:pathLst>
                <a:path w="923840" h="9260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919"/>
                  </a:lnTo>
                  <a:lnTo>
                    <a:pt x="923662" y="922977"/>
                  </a:lnTo>
                  <a:lnTo>
                    <a:pt x="921514" y="923681"/>
                  </a:lnTo>
                  <a:lnTo>
                    <a:pt x="919366" y="924385"/>
                  </a:lnTo>
                  <a:lnTo>
                    <a:pt x="917219" y="925089"/>
                  </a:lnTo>
                  <a:lnTo>
                    <a:pt x="915071" y="925794"/>
                  </a:lnTo>
                  <a:lnTo>
                    <a:pt x="914400" y="926015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082218" y="2571897"/>
              <a:ext cx="923840" cy="922919"/>
            </a:xfrm>
            <a:custGeom>
              <a:avLst/>
              <a:pathLst>
                <a:path w="923840" h="92291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9832"/>
                  </a:lnTo>
                  <a:lnTo>
                    <a:pt x="922817" y="920166"/>
                  </a:lnTo>
                  <a:lnTo>
                    <a:pt x="920668" y="920868"/>
                  </a:lnTo>
                  <a:lnTo>
                    <a:pt x="918519" y="921571"/>
                  </a:lnTo>
                  <a:lnTo>
                    <a:pt x="916370" y="922274"/>
                  </a:lnTo>
                  <a:lnTo>
                    <a:pt x="914399" y="92291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091658" y="2571897"/>
              <a:ext cx="923840" cy="923986"/>
            </a:xfrm>
            <a:custGeom>
              <a:avLst/>
              <a:pathLst>
                <a:path w="923840" h="92398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986"/>
                  </a:lnTo>
                  <a:lnTo>
                    <a:pt x="923001" y="923398"/>
                  </a:lnTo>
                  <a:lnTo>
                    <a:pt x="921779" y="922542"/>
                  </a:lnTo>
                  <a:lnTo>
                    <a:pt x="920557" y="921686"/>
                  </a:lnTo>
                  <a:lnTo>
                    <a:pt x="919335" y="920830"/>
                  </a:lnTo>
                  <a:lnTo>
                    <a:pt x="918112" y="919974"/>
                  </a:lnTo>
                  <a:lnTo>
                    <a:pt x="916793" y="919051"/>
                  </a:lnTo>
                  <a:lnTo>
                    <a:pt x="915526" y="919464"/>
                  </a:lnTo>
                  <a:lnTo>
                    <a:pt x="914400" y="919832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101098" y="2571897"/>
              <a:ext cx="923840" cy="930134"/>
            </a:xfrm>
            <a:custGeom>
              <a:avLst/>
              <a:pathLst>
                <a:path w="923840" h="9301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34"/>
                  </a:lnTo>
                  <a:lnTo>
                    <a:pt x="922840" y="929595"/>
                  </a:lnTo>
                  <a:lnTo>
                    <a:pt x="917230" y="925970"/>
                  </a:lnTo>
                  <a:lnTo>
                    <a:pt x="916004" y="925111"/>
                  </a:lnTo>
                  <a:lnTo>
                    <a:pt x="914782" y="924254"/>
                  </a:lnTo>
                  <a:lnTo>
                    <a:pt x="914400" y="923986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11053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07" y="931969"/>
                  </a:lnTo>
                  <a:lnTo>
                    <a:pt x="914400" y="930134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11997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12941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13885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148299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15774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167180" y="2589467"/>
              <a:ext cx="923840" cy="914399"/>
            </a:xfrm>
            <a:custGeom>
              <a:avLst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12865"/>
                  </a:lnTo>
                  <a:lnTo>
                    <a:pt x="921116" y="91439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176620" y="2571897"/>
              <a:ext cx="923840" cy="930435"/>
            </a:xfrm>
            <a:custGeom>
              <a:avLst/>
              <a:pathLst>
                <a:path w="923840" h="93043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306"/>
                  </a:lnTo>
                  <a:lnTo>
                    <a:pt x="923003" y="924964"/>
                  </a:lnTo>
                  <a:lnTo>
                    <a:pt x="917419" y="928727"/>
                  </a:lnTo>
                  <a:lnTo>
                    <a:pt x="914400" y="930435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186060" y="2571897"/>
              <a:ext cx="923840" cy="924306"/>
            </a:xfrm>
            <a:custGeom>
              <a:avLst/>
              <a:pathLst>
                <a:path w="923840" h="92430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6602"/>
                  </a:lnTo>
                  <a:lnTo>
                    <a:pt x="923417" y="916959"/>
                  </a:lnTo>
                  <a:lnTo>
                    <a:pt x="922322" y="917883"/>
                  </a:lnTo>
                  <a:lnTo>
                    <a:pt x="921227" y="918807"/>
                  </a:lnTo>
                  <a:lnTo>
                    <a:pt x="920133" y="919732"/>
                  </a:lnTo>
                  <a:lnTo>
                    <a:pt x="919033" y="920661"/>
                  </a:lnTo>
                  <a:lnTo>
                    <a:pt x="914400" y="924306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195501" y="2571897"/>
              <a:ext cx="917010" cy="916602"/>
            </a:xfrm>
            <a:custGeom>
              <a:avLst/>
              <a:pathLst>
                <a:path w="917010" h="916602">
                  <a:moveTo>
                    <a:pt x="914400" y="914400"/>
                  </a:moveTo>
                  <a:lnTo>
                    <a:pt x="917010" y="914400"/>
                  </a:lnTo>
                  <a:lnTo>
                    <a:pt x="916168" y="915110"/>
                  </a:lnTo>
                  <a:lnTo>
                    <a:pt x="915072" y="916034"/>
                  </a:lnTo>
                  <a:lnTo>
                    <a:pt x="914400" y="916602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2468602" y="2554327"/>
              <a:ext cx="914400" cy="921219"/>
            </a:xfrm>
            <a:custGeom>
              <a:avLst/>
              <a:pathLst>
                <a:path w="914400" h="921219">
                  <a:moveTo>
                    <a:pt x="914400" y="914400"/>
                  </a:moveTo>
                  <a:lnTo>
                    <a:pt x="914400" y="921219"/>
                  </a:lnTo>
                  <a:lnTo>
                    <a:pt x="914050" y="920532"/>
                  </a:lnTo>
                  <a:lnTo>
                    <a:pt x="912637" y="917760"/>
                  </a:lnTo>
                  <a:lnTo>
                    <a:pt x="911225" y="914989"/>
                  </a:lnTo>
                  <a:lnTo>
                    <a:pt x="910924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246860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69" y="931969"/>
                  </a:lnTo>
                  <a:lnTo>
                    <a:pt x="919692" y="931621"/>
                  </a:lnTo>
                  <a:lnTo>
                    <a:pt x="918282" y="928848"/>
                  </a:lnTo>
                  <a:lnTo>
                    <a:pt x="916872" y="926076"/>
                  </a:lnTo>
                  <a:lnTo>
                    <a:pt x="915461" y="923304"/>
                  </a:lnTo>
                  <a:lnTo>
                    <a:pt x="914400" y="92121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2478042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248748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2496923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250636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2515803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252524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253468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254412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2553564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256300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257244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258188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259132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260076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261020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261964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262908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263852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264796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265740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266684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2676287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2685728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269516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2704608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271404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272348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273292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274236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275180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276125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277069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278013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278957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2799011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280845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281789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282733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2836772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284621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285565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286509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287453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288397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2893413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290285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291229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292173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293117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294061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295005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295949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296893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297837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298781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299725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300669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301613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302557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03501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04445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05389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06333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07277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082218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09165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10109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11053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11997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12941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13885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148299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15774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167180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17662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18606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195501" y="257189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39" y="908643"/>
                  </a:lnTo>
                  <a:lnTo>
                    <a:pt x="922743" y="909567"/>
                  </a:lnTo>
                  <a:lnTo>
                    <a:pt x="921647" y="910490"/>
                  </a:lnTo>
                  <a:lnTo>
                    <a:pt x="920550" y="911414"/>
                  </a:lnTo>
                  <a:lnTo>
                    <a:pt x="919455" y="912338"/>
                  </a:lnTo>
                  <a:lnTo>
                    <a:pt x="918359" y="913262"/>
                  </a:lnTo>
                  <a:lnTo>
                    <a:pt x="917263" y="914186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204941" y="2554327"/>
              <a:ext cx="923840" cy="926213"/>
            </a:xfrm>
            <a:custGeom>
              <a:avLst/>
              <a:pathLst>
                <a:path w="923840" h="926213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7796"/>
                  </a:lnTo>
                  <a:lnTo>
                    <a:pt x="922848" y="918805"/>
                  </a:lnTo>
                  <a:lnTo>
                    <a:pt x="917694" y="923439"/>
                  </a:lnTo>
                  <a:lnTo>
                    <a:pt x="916592" y="924366"/>
                  </a:lnTo>
                  <a:lnTo>
                    <a:pt x="915496" y="925290"/>
                  </a:lnTo>
                  <a:lnTo>
                    <a:pt x="914399" y="926213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214381" y="2554327"/>
              <a:ext cx="917736" cy="917796"/>
            </a:xfrm>
            <a:custGeom>
              <a:avLst/>
              <a:pathLst>
                <a:path w="917736" h="917796">
                  <a:moveTo>
                    <a:pt x="914399" y="914400"/>
                  </a:moveTo>
                  <a:lnTo>
                    <a:pt x="917736" y="914400"/>
                  </a:lnTo>
                  <a:lnTo>
                    <a:pt x="914399" y="917796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2459162" y="2536757"/>
              <a:ext cx="914400" cy="920281"/>
            </a:xfrm>
            <a:custGeom>
              <a:avLst/>
              <a:pathLst>
                <a:path w="914400" h="920281">
                  <a:moveTo>
                    <a:pt x="914400" y="914399"/>
                  </a:moveTo>
                  <a:lnTo>
                    <a:pt x="914400" y="920281"/>
                  </a:lnTo>
                  <a:lnTo>
                    <a:pt x="913593" y="918703"/>
                  </a:lnTo>
                  <a:lnTo>
                    <a:pt x="912177" y="915932"/>
                  </a:lnTo>
                  <a:lnTo>
                    <a:pt x="911393" y="91439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245916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0365" y="931969"/>
                  </a:lnTo>
                  <a:lnTo>
                    <a:pt x="919252" y="929787"/>
                  </a:lnTo>
                  <a:lnTo>
                    <a:pt x="917838" y="927016"/>
                  </a:lnTo>
                  <a:lnTo>
                    <a:pt x="916424" y="924245"/>
                  </a:lnTo>
                  <a:lnTo>
                    <a:pt x="915009" y="921474"/>
                  </a:lnTo>
                  <a:lnTo>
                    <a:pt x="914400" y="920281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246860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2478042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248748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2496923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250636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2515803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252524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253468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254412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2553564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256300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257244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258188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259132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260076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261020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261964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262908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263852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264796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265740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266684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2676287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2685728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269516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2704608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271404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272348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273292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274236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275180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276125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277069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278013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278957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2799011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280845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281789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282733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2836772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284621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285565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286509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287453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288397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2893413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290285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291229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292173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293117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294061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295005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295949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296893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297837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298781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299725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300669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301613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302557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03501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04445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05389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06333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07277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082218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09165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10109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11053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11997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12941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13885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148299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15774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167180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17662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18606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19550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204941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214381" y="2554327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7434"/>
                  </a:lnTo>
                  <a:lnTo>
                    <a:pt x="923307" y="908115"/>
                  </a:lnTo>
                  <a:lnTo>
                    <a:pt x="918430" y="913693"/>
                  </a:lnTo>
                  <a:lnTo>
                    <a:pt x="917736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223821" y="2536757"/>
              <a:ext cx="922485" cy="925003"/>
            </a:xfrm>
            <a:custGeom>
              <a:avLst/>
              <a:pathLst>
                <a:path w="922485" h="925003">
                  <a:moveTo>
                    <a:pt x="914400" y="914399"/>
                  </a:moveTo>
                  <a:lnTo>
                    <a:pt x="922485" y="914399"/>
                  </a:lnTo>
                  <a:lnTo>
                    <a:pt x="922156" y="914843"/>
                  </a:lnTo>
                  <a:lnTo>
                    <a:pt x="920376" y="917242"/>
                  </a:lnTo>
                  <a:lnTo>
                    <a:pt x="918586" y="919655"/>
                  </a:lnTo>
                  <a:lnTo>
                    <a:pt x="914400" y="925003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2449722" y="2519187"/>
              <a:ext cx="914400" cy="919217"/>
            </a:xfrm>
            <a:custGeom>
              <a:avLst/>
              <a:pathLst>
                <a:path w="914400" h="919217">
                  <a:moveTo>
                    <a:pt x="914400" y="914400"/>
                  </a:moveTo>
                  <a:lnTo>
                    <a:pt x="914400" y="919217"/>
                  </a:lnTo>
                  <a:lnTo>
                    <a:pt x="912074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244972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33" y="931969"/>
                  </a:lnTo>
                  <a:lnTo>
                    <a:pt x="920201" y="930732"/>
                  </a:lnTo>
                  <a:lnTo>
                    <a:pt x="918783" y="927962"/>
                  </a:lnTo>
                  <a:lnTo>
                    <a:pt x="917365" y="925192"/>
                  </a:lnTo>
                  <a:lnTo>
                    <a:pt x="915938" y="922404"/>
                  </a:lnTo>
                  <a:lnTo>
                    <a:pt x="914400" y="919217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245916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246860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2478042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248748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2496923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250636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2515803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252524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253468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254412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2553564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256300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257244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258188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259132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260076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261020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261964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262908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263852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264796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265740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266684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2676287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2685728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269516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2704608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271404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272348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273292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274236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275180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276125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277069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278013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278957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2799011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280845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281789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282733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2836772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284621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285565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286509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287453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288397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2893413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290285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291229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292173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293117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294061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295005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295949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296893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297837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298781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299725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300669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301613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302557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03501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04445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05389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06333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07277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082218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09165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10109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11053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11997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12941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13885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148299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15774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167180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17662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18606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19550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204941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214381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223821" y="2536757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575"/>
                  </a:lnTo>
                  <a:lnTo>
                    <a:pt x="922485" y="91439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233262" y="2519187"/>
              <a:ext cx="923840" cy="930145"/>
            </a:xfrm>
            <a:custGeom>
              <a:avLst/>
              <a:pathLst>
                <a:path w="923840" h="93014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415"/>
                  </a:lnTo>
                  <a:lnTo>
                    <a:pt x="923422" y="918010"/>
                  </a:lnTo>
                  <a:lnTo>
                    <a:pt x="921627" y="920422"/>
                  </a:lnTo>
                  <a:lnTo>
                    <a:pt x="919844" y="922819"/>
                  </a:lnTo>
                  <a:lnTo>
                    <a:pt x="918061" y="925217"/>
                  </a:lnTo>
                  <a:lnTo>
                    <a:pt x="916278" y="927615"/>
                  </a:lnTo>
                  <a:lnTo>
                    <a:pt x="914497" y="930014"/>
                  </a:lnTo>
                  <a:lnTo>
                    <a:pt x="914400" y="930145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242702" y="2519187"/>
              <a:ext cx="916518" cy="917415"/>
            </a:xfrm>
            <a:custGeom>
              <a:avLst/>
              <a:pathLst>
                <a:path w="916518" h="917415">
                  <a:moveTo>
                    <a:pt x="914400" y="914400"/>
                  </a:moveTo>
                  <a:lnTo>
                    <a:pt x="916518" y="914400"/>
                  </a:lnTo>
                  <a:lnTo>
                    <a:pt x="914400" y="917415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2440281" y="2501618"/>
              <a:ext cx="914400" cy="914794"/>
            </a:xfrm>
            <a:custGeom>
              <a:avLst/>
              <a:pathLst>
                <a:path w="914400" h="914794">
                  <a:moveTo>
                    <a:pt x="914400" y="914400"/>
                  </a:moveTo>
                  <a:lnTo>
                    <a:pt x="914400" y="914794"/>
                  </a:lnTo>
                  <a:lnTo>
                    <a:pt x="914250" y="914400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244028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515" y="931969"/>
                  </a:lnTo>
                  <a:lnTo>
                    <a:pt x="920907" y="930710"/>
                  </a:lnTo>
                  <a:lnTo>
                    <a:pt x="916738" y="920972"/>
                  </a:lnTo>
                  <a:lnTo>
                    <a:pt x="914400" y="914794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244972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245916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246860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2478042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248748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2496923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250636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2515803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252524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253468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254412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2553564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256300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257244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258188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259132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260076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261020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261964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262908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263852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264796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265740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266684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2676287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2685728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269516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2704608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271404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272348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273292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274236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275180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276125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277069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278013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278957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2799011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280845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281789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282733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2836772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284621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285565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286509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287453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288397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2893413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290285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291229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292173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293117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294061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295005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295949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296893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297837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298781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299725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300669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301613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302557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03501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04445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05389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06333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07277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082218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09165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10109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11053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11997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12941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13885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148299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15774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167180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17662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18606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19550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204941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214381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22382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23326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242702" y="251918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121"/>
                  </a:lnTo>
                  <a:lnTo>
                    <a:pt x="923728" y="903321"/>
                  </a:lnTo>
                  <a:lnTo>
                    <a:pt x="918964" y="910917"/>
                  </a:lnTo>
                  <a:lnTo>
                    <a:pt x="916518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252142" y="2501618"/>
              <a:ext cx="917929" cy="920691"/>
            </a:xfrm>
            <a:custGeom>
              <a:avLst/>
              <a:pathLst>
                <a:path w="917929" h="920691">
                  <a:moveTo>
                    <a:pt x="914400" y="914400"/>
                  </a:moveTo>
                  <a:lnTo>
                    <a:pt x="917929" y="914400"/>
                  </a:lnTo>
                  <a:lnTo>
                    <a:pt x="914400" y="920691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2440281" y="248404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250" y="931969"/>
                  </a:lnTo>
                  <a:lnTo>
                    <a:pt x="912885" y="928363"/>
                  </a:lnTo>
                  <a:lnTo>
                    <a:pt x="912048" y="926007"/>
                  </a:lnTo>
                  <a:lnTo>
                    <a:pt x="911216" y="923666"/>
                  </a:lnTo>
                  <a:lnTo>
                    <a:pt x="910384" y="921325"/>
                  </a:lnTo>
                  <a:lnTo>
                    <a:pt x="909551" y="918984"/>
                  </a:lnTo>
                  <a:lnTo>
                    <a:pt x="908718" y="916643"/>
                  </a:lnTo>
                  <a:lnTo>
                    <a:pt x="907920" y="91440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244028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244972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245916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246860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2478042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248748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2496923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250636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2515803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252524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253468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254412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2553564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256300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257244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258188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259132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260076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261020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261964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262908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263852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264796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265740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266684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2676287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2685728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269516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2704608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271404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272348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273292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274236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275180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276125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277069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278013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278957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2799011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280845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281789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282733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2836772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284621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285565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286509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287453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288397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2893413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290285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291229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292173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293117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294061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295005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295949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296893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297837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298781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299725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300669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301613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302557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03501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04445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05389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06333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07277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082218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09165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10109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11053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11997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12941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13885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148299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15774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167180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17662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18606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19550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204941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214381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22382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23326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24270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252142" y="250161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42"/>
                  </a:lnTo>
                  <a:lnTo>
                    <a:pt x="923102" y="904286"/>
                  </a:lnTo>
                  <a:lnTo>
                    <a:pt x="918818" y="912815"/>
                  </a:lnTo>
                  <a:lnTo>
                    <a:pt x="917929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261582" y="2484048"/>
              <a:ext cx="917010" cy="920212"/>
            </a:xfrm>
            <a:custGeom>
              <a:avLst/>
              <a:pathLst>
                <a:path w="917010" h="920212">
                  <a:moveTo>
                    <a:pt x="914400" y="914400"/>
                  </a:moveTo>
                  <a:lnTo>
                    <a:pt x="917010" y="914400"/>
                  </a:lnTo>
                  <a:lnTo>
                    <a:pt x="914400" y="920212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2430841" y="2466478"/>
              <a:ext cx="914400" cy="926054"/>
            </a:xfrm>
            <a:custGeom>
              <a:avLst/>
              <a:pathLst>
                <a:path w="914400" h="926054">
                  <a:moveTo>
                    <a:pt x="914400" y="914399"/>
                  </a:moveTo>
                  <a:lnTo>
                    <a:pt x="914400" y="926054"/>
                  </a:lnTo>
                  <a:lnTo>
                    <a:pt x="913765" y="924932"/>
                  </a:lnTo>
                  <a:lnTo>
                    <a:pt x="909713" y="916980"/>
                  </a:lnTo>
                  <a:lnTo>
                    <a:pt x="908528" y="91439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243084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325" y="931872"/>
                  </a:lnTo>
                  <a:lnTo>
                    <a:pt x="916706" y="930132"/>
                  </a:lnTo>
                  <a:lnTo>
                    <a:pt x="914400" y="926054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244028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244972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245916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246860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2478042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248748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2496923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250636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2515803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252524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253468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254412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2553564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256300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257244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258188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259132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260076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261020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261964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262908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263852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264796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265740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266684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2676287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2685728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269516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2704608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271404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272348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273292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274236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275180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276125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277069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278013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278957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2799011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280845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281789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282733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2836772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284621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285565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286509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287453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288397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2893413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290285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291229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292173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293117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294061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295005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295949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296893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297837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298781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299725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300669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301613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302557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03501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04445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05389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06333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07277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082218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09165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10109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11053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11997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12941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13885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148299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15774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167180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17662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18606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19550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204941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214381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22382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23326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24270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25214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261582" y="2484048"/>
              <a:ext cx="923826" cy="914400"/>
            </a:xfrm>
            <a:custGeom>
              <a:avLst/>
              <a:pathLst>
                <a:path w="92382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26" y="896830"/>
                  </a:lnTo>
                  <a:lnTo>
                    <a:pt x="921435" y="903539"/>
                  </a:lnTo>
                  <a:lnTo>
                    <a:pt x="917685" y="912898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2421401" y="2448908"/>
              <a:ext cx="914399" cy="923967"/>
            </a:xfrm>
            <a:custGeom>
              <a:avLst/>
              <a:pathLst>
                <a:path w="914399" h="923967">
                  <a:moveTo>
                    <a:pt x="914399" y="914400"/>
                  </a:moveTo>
                  <a:lnTo>
                    <a:pt x="914399" y="923967"/>
                  </a:lnTo>
                  <a:lnTo>
                    <a:pt x="911740" y="917524"/>
                  </a:lnTo>
                  <a:lnTo>
                    <a:pt x="910584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242140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968" y="931969"/>
                  </a:lnTo>
                  <a:lnTo>
                    <a:pt x="915328" y="926216"/>
                  </a:lnTo>
                  <a:lnTo>
                    <a:pt x="914399" y="923967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243084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244028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244972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245916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246860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2478042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248748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2496923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250636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2515803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252524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253468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254412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2553564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256300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257244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258188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259132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260076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261020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261964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262908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263852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264796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265740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266684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2676287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2685728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269516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2704608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271404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272348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273292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274236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275180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276125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277069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278013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278957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279901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280845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281789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282733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2836772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284621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285565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286509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287453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288397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2893413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290285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291229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292173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293117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294061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295005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295949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296893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297837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298781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299725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300669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301613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302557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03501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04445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05389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06333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07277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082218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09165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10109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11053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11997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12941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13885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148299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15774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167180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17662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18606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19550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20494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21438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22382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23326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24270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25214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261582" y="2466478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26" y="91439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271023" y="2448908"/>
              <a:ext cx="919955" cy="931930"/>
            </a:xfrm>
            <a:custGeom>
              <a:avLst/>
              <a:pathLst>
                <a:path w="919955" h="931930">
                  <a:moveTo>
                    <a:pt x="914400" y="914400"/>
                  </a:moveTo>
                  <a:lnTo>
                    <a:pt x="919955" y="914400"/>
                  </a:lnTo>
                  <a:lnTo>
                    <a:pt x="919530" y="915838"/>
                  </a:lnTo>
                  <a:lnTo>
                    <a:pt x="918633" y="918875"/>
                  </a:lnTo>
                  <a:lnTo>
                    <a:pt x="915462" y="928948"/>
                  </a:lnTo>
                  <a:lnTo>
                    <a:pt x="914400" y="931930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2411961" y="2431338"/>
              <a:ext cx="914400" cy="915506"/>
            </a:xfrm>
            <a:custGeom>
              <a:avLst/>
              <a:pathLst>
                <a:path w="914400" h="915506">
                  <a:moveTo>
                    <a:pt x="914400" y="914400"/>
                  </a:moveTo>
                  <a:lnTo>
                    <a:pt x="914400" y="915506"/>
                  </a:lnTo>
                  <a:lnTo>
                    <a:pt x="914076" y="914400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241196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25" y="931969"/>
                  </a:lnTo>
                  <a:lnTo>
                    <a:pt x="917841" y="926066"/>
                  </a:lnTo>
                  <a:lnTo>
                    <a:pt x="914757" y="916728"/>
                  </a:lnTo>
                  <a:lnTo>
                    <a:pt x="914400" y="915506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242140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243084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244028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244972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245916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246860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2478042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248748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2496923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250636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2515803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252524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253468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254412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2553564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256300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257244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258188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259132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260076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261020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261964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262908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263852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264796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265740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266684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2676287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2685728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269516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2714048" y="244890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00" y="896830"/>
                  </a:lnTo>
                  <a:lnTo>
                    <a:pt x="909298" y="899301"/>
                  </a:lnTo>
                  <a:lnTo>
                    <a:pt x="909534" y="899227"/>
                  </a:lnTo>
                  <a:lnTo>
                    <a:pt x="909894" y="899114"/>
                  </a:lnTo>
                  <a:lnTo>
                    <a:pt x="910254" y="899001"/>
                  </a:lnTo>
                  <a:lnTo>
                    <a:pt x="910614" y="898887"/>
                  </a:lnTo>
                  <a:lnTo>
                    <a:pt x="910974" y="898774"/>
                  </a:lnTo>
                  <a:lnTo>
                    <a:pt x="911334" y="898661"/>
                  </a:lnTo>
                  <a:lnTo>
                    <a:pt x="911693" y="898548"/>
                  </a:lnTo>
                  <a:lnTo>
                    <a:pt x="912053" y="898435"/>
                  </a:lnTo>
                  <a:lnTo>
                    <a:pt x="912413" y="898322"/>
                  </a:lnTo>
                  <a:lnTo>
                    <a:pt x="912773" y="898209"/>
                  </a:lnTo>
                  <a:lnTo>
                    <a:pt x="913133" y="898096"/>
                  </a:lnTo>
                  <a:lnTo>
                    <a:pt x="913493" y="897983"/>
                  </a:lnTo>
                  <a:lnTo>
                    <a:pt x="913853" y="897870"/>
                  </a:lnTo>
                  <a:lnTo>
                    <a:pt x="914213" y="897757"/>
                  </a:lnTo>
                  <a:lnTo>
                    <a:pt x="914400" y="89769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2723489" y="243133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268"/>
                  </a:lnTo>
                  <a:lnTo>
                    <a:pt x="905132" y="915214"/>
                  </a:lnTo>
                  <a:lnTo>
                    <a:pt x="905492" y="915101"/>
                  </a:lnTo>
                  <a:lnTo>
                    <a:pt x="905852" y="914988"/>
                  </a:lnTo>
                  <a:lnTo>
                    <a:pt x="906212" y="914875"/>
                  </a:lnTo>
                  <a:lnTo>
                    <a:pt x="906572" y="914762"/>
                  </a:lnTo>
                  <a:lnTo>
                    <a:pt x="906932" y="914650"/>
                  </a:lnTo>
                  <a:lnTo>
                    <a:pt x="907292" y="914537"/>
                  </a:lnTo>
                  <a:lnTo>
                    <a:pt x="907729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272348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273292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274236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275180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276125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277069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278013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278957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279901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280845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281789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282733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2836772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284621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285565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286509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287453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288397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2893413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290285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291229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292173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293117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294061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295005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295949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296893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297837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298781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299725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300669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301613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302557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03501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04445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05389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06333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07277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082218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09165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10109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11053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11997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12941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13885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148299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15774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167180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17662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18606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19550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20494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21438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22382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23326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24270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25214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26158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271023" y="244890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60"/>
                  </a:lnTo>
                  <a:lnTo>
                    <a:pt x="923099" y="903762"/>
                  </a:lnTo>
                  <a:lnTo>
                    <a:pt x="922207" y="906781"/>
                  </a:lnTo>
                  <a:lnTo>
                    <a:pt x="921314" y="909800"/>
                  </a:lnTo>
                  <a:lnTo>
                    <a:pt x="920422" y="912819"/>
                  </a:lnTo>
                  <a:lnTo>
                    <a:pt x="919955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280463" y="2431338"/>
              <a:ext cx="915711" cy="918830"/>
            </a:xfrm>
            <a:custGeom>
              <a:avLst/>
              <a:pathLst>
                <a:path w="915711" h="918830">
                  <a:moveTo>
                    <a:pt x="914400" y="914400"/>
                  </a:moveTo>
                  <a:lnTo>
                    <a:pt x="915711" y="914400"/>
                  </a:lnTo>
                  <a:lnTo>
                    <a:pt x="915446" y="915294"/>
                  </a:lnTo>
                  <a:lnTo>
                    <a:pt x="914553" y="918313"/>
                  </a:lnTo>
                  <a:lnTo>
                    <a:pt x="914400" y="91883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2411961" y="241376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076" y="931969"/>
                  </a:lnTo>
                  <a:lnTo>
                    <a:pt x="911939" y="924674"/>
                  </a:lnTo>
                  <a:lnTo>
                    <a:pt x="909393" y="914791"/>
                  </a:lnTo>
                  <a:lnTo>
                    <a:pt x="909306" y="914400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241196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242140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243084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244028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244972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245916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246860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2478042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248748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2496923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250636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2515803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252524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253468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254412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2553564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256300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257244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258188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259132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260076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261020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261964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262908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263852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264796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265740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266684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2676287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2685728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2704608" y="2431338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66" y="896830"/>
                  </a:lnTo>
                  <a:lnTo>
                    <a:pt x="913433" y="897055"/>
                  </a:lnTo>
                  <a:lnTo>
                    <a:pt x="913528" y="897377"/>
                  </a:lnTo>
                  <a:lnTo>
                    <a:pt x="913623" y="897699"/>
                  </a:lnTo>
                  <a:lnTo>
                    <a:pt x="913718" y="898021"/>
                  </a:lnTo>
                  <a:lnTo>
                    <a:pt x="913814" y="898342"/>
                  </a:lnTo>
                  <a:lnTo>
                    <a:pt x="913909" y="898664"/>
                  </a:lnTo>
                  <a:lnTo>
                    <a:pt x="914004" y="898986"/>
                  </a:lnTo>
                  <a:lnTo>
                    <a:pt x="914099" y="899308"/>
                  </a:lnTo>
                  <a:lnTo>
                    <a:pt x="914194" y="899630"/>
                  </a:lnTo>
                  <a:lnTo>
                    <a:pt x="914290" y="899951"/>
                  </a:lnTo>
                  <a:lnTo>
                    <a:pt x="914399" y="90034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2704608" y="2431338"/>
              <a:ext cx="918140" cy="914400"/>
            </a:xfrm>
            <a:custGeom>
              <a:avLst/>
              <a:pathLst>
                <a:path w="918140" h="914400">
                  <a:moveTo>
                    <a:pt x="914399" y="914400"/>
                  </a:moveTo>
                  <a:lnTo>
                    <a:pt x="914399" y="900348"/>
                  </a:lnTo>
                  <a:lnTo>
                    <a:pt x="917069" y="909970"/>
                  </a:lnTo>
                  <a:lnTo>
                    <a:pt x="918140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2723489" y="243133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729" y="914400"/>
                  </a:lnTo>
                  <a:lnTo>
                    <a:pt x="908012" y="914311"/>
                  </a:lnTo>
                  <a:lnTo>
                    <a:pt x="908372" y="914198"/>
                  </a:lnTo>
                  <a:lnTo>
                    <a:pt x="908732" y="914085"/>
                  </a:lnTo>
                  <a:lnTo>
                    <a:pt x="909092" y="913972"/>
                  </a:lnTo>
                  <a:lnTo>
                    <a:pt x="909452" y="913860"/>
                  </a:lnTo>
                  <a:lnTo>
                    <a:pt x="909812" y="913747"/>
                  </a:lnTo>
                  <a:lnTo>
                    <a:pt x="910172" y="913634"/>
                  </a:lnTo>
                  <a:lnTo>
                    <a:pt x="910532" y="913521"/>
                  </a:lnTo>
                  <a:lnTo>
                    <a:pt x="910892" y="913408"/>
                  </a:lnTo>
                  <a:lnTo>
                    <a:pt x="911252" y="913296"/>
                  </a:lnTo>
                  <a:lnTo>
                    <a:pt x="911612" y="913183"/>
                  </a:lnTo>
                  <a:lnTo>
                    <a:pt x="911972" y="913070"/>
                  </a:lnTo>
                  <a:lnTo>
                    <a:pt x="912332" y="912957"/>
                  </a:lnTo>
                  <a:lnTo>
                    <a:pt x="912692" y="912845"/>
                  </a:lnTo>
                  <a:lnTo>
                    <a:pt x="913052" y="912732"/>
                  </a:lnTo>
                  <a:lnTo>
                    <a:pt x="913412" y="912619"/>
                  </a:lnTo>
                  <a:lnTo>
                    <a:pt x="913772" y="912506"/>
                  </a:lnTo>
                  <a:lnTo>
                    <a:pt x="914132" y="912394"/>
                  </a:lnTo>
                  <a:lnTo>
                    <a:pt x="914400" y="91231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2732929" y="243133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52" y="912281"/>
                  </a:lnTo>
                  <a:lnTo>
                    <a:pt x="905412" y="912168"/>
                  </a:lnTo>
                  <a:lnTo>
                    <a:pt x="905772" y="912056"/>
                  </a:lnTo>
                  <a:lnTo>
                    <a:pt x="906132" y="911943"/>
                  </a:lnTo>
                  <a:lnTo>
                    <a:pt x="906492" y="911830"/>
                  </a:lnTo>
                  <a:lnTo>
                    <a:pt x="906852" y="911718"/>
                  </a:lnTo>
                  <a:lnTo>
                    <a:pt x="907212" y="911605"/>
                  </a:lnTo>
                  <a:lnTo>
                    <a:pt x="907572" y="911493"/>
                  </a:lnTo>
                  <a:lnTo>
                    <a:pt x="907932" y="911380"/>
                  </a:lnTo>
                  <a:lnTo>
                    <a:pt x="908292" y="911267"/>
                  </a:lnTo>
                  <a:lnTo>
                    <a:pt x="908653" y="911155"/>
                  </a:lnTo>
                  <a:lnTo>
                    <a:pt x="909013" y="911042"/>
                  </a:lnTo>
                  <a:lnTo>
                    <a:pt x="909373" y="910930"/>
                  </a:lnTo>
                  <a:lnTo>
                    <a:pt x="909733" y="910817"/>
                  </a:lnTo>
                  <a:lnTo>
                    <a:pt x="910093" y="910705"/>
                  </a:lnTo>
                  <a:lnTo>
                    <a:pt x="910453" y="910592"/>
                  </a:lnTo>
                  <a:lnTo>
                    <a:pt x="910813" y="910480"/>
                  </a:lnTo>
                  <a:lnTo>
                    <a:pt x="911174" y="910367"/>
                  </a:lnTo>
                  <a:lnTo>
                    <a:pt x="911534" y="910255"/>
                  </a:lnTo>
                  <a:lnTo>
                    <a:pt x="911894" y="910142"/>
                  </a:lnTo>
                  <a:lnTo>
                    <a:pt x="912254" y="910030"/>
                  </a:lnTo>
                  <a:lnTo>
                    <a:pt x="912614" y="909917"/>
                  </a:lnTo>
                  <a:lnTo>
                    <a:pt x="912847" y="909844"/>
                  </a:lnTo>
                  <a:lnTo>
                    <a:pt x="913925" y="903451"/>
                  </a:lnTo>
                  <a:lnTo>
                    <a:pt x="914400" y="90109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2742369" y="241376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660"/>
                  </a:lnTo>
                  <a:lnTo>
                    <a:pt x="905815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274236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275180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276125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277069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278013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278957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279901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280845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281789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282733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2836772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284621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285565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286509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287453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288397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2893413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290285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291229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292173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293117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294061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295005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295949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296893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297837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298781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299725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300669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301613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302557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03501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04445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05389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06333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07277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082218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09165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10109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11053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11997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12941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13885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148299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15774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167180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17662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18606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19550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20494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21438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22382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23326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24270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25214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26158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27102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280463" y="2431338"/>
              <a:ext cx="920922" cy="914400"/>
            </a:xfrm>
            <a:custGeom>
              <a:avLst/>
              <a:pathLst>
                <a:path w="92092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22" y="896830"/>
                  </a:lnTo>
                  <a:lnTo>
                    <a:pt x="920817" y="897184"/>
                  </a:lnTo>
                  <a:lnTo>
                    <a:pt x="919921" y="900202"/>
                  </a:lnTo>
                  <a:lnTo>
                    <a:pt x="919025" y="903220"/>
                  </a:lnTo>
                  <a:lnTo>
                    <a:pt x="918130" y="906239"/>
                  </a:lnTo>
                  <a:lnTo>
                    <a:pt x="917235" y="909257"/>
                  </a:lnTo>
                  <a:lnTo>
                    <a:pt x="916340" y="912276"/>
                  </a:lnTo>
                  <a:lnTo>
                    <a:pt x="915711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2411961" y="239619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306" y="931969"/>
                  </a:lnTo>
                  <a:lnTo>
                    <a:pt x="907127" y="922244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241196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242140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243084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244028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244972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245916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246860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2478042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248748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2496923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250636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2515803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252524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253468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254412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2553564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256300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257244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258188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259132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260076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261020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261964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262908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263852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264796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265740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266684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2676287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2685728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2695168" y="2413769"/>
              <a:ext cx="922806" cy="914400"/>
            </a:xfrm>
            <a:custGeom>
              <a:avLst/>
              <a:pathLst>
                <a:path w="92280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30" y="896932"/>
                  </a:lnTo>
                  <a:lnTo>
                    <a:pt x="917724" y="897250"/>
                  </a:lnTo>
                  <a:lnTo>
                    <a:pt x="917819" y="897572"/>
                  </a:lnTo>
                  <a:lnTo>
                    <a:pt x="917915" y="897894"/>
                  </a:lnTo>
                  <a:lnTo>
                    <a:pt x="918010" y="898215"/>
                  </a:lnTo>
                  <a:lnTo>
                    <a:pt x="918106" y="898537"/>
                  </a:lnTo>
                  <a:lnTo>
                    <a:pt x="918201" y="898859"/>
                  </a:lnTo>
                  <a:lnTo>
                    <a:pt x="918297" y="899181"/>
                  </a:lnTo>
                  <a:lnTo>
                    <a:pt x="918392" y="899502"/>
                  </a:lnTo>
                  <a:lnTo>
                    <a:pt x="918488" y="899824"/>
                  </a:lnTo>
                  <a:lnTo>
                    <a:pt x="918583" y="900146"/>
                  </a:lnTo>
                  <a:lnTo>
                    <a:pt x="918679" y="900468"/>
                  </a:lnTo>
                  <a:lnTo>
                    <a:pt x="918774" y="900789"/>
                  </a:lnTo>
                  <a:lnTo>
                    <a:pt x="918869" y="901111"/>
                  </a:lnTo>
                  <a:lnTo>
                    <a:pt x="918965" y="901433"/>
                  </a:lnTo>
                  <a:lnTo>
                    <a:pt x="919060" y="901755"/>
                  </a:lnTo>
                  <a:lnTo>
                    <a:pt x="919156" y="902076"/>
                  </a:lnTo>
                  <a:lnTo>
                    <a:pt x="919251" y="902398"/>
                  </a:lnTo>
                  <a:lnTo>
                    <a:pt x="919346" y="902720"/>
                  </a:lnTo>
                  <a:lnTo>
                    <a:pt x="919442" y="903042"/>
                  </a:lnTo>
                  <a:lnTo>
                    <a:pt x="919537" y="903363"/>
                  </a:lnTo>
                  <a:lnTo>
                    <a:pt x="919633" y="903685"/>
                  </a:lnTo>
                  <a:lnTo>
                    <a:pt x="919728" y="904007"/>
                  </a:lnTo>
                  <a:lnTo>
                    <a:pt x="919823" y="904329"/>
                  </a:lnTo>
                  <a:lnTo>
                    <a:pt x="919919" y="904650"/>
                  </a:lnTo>
                  <a:lnTo>
                    <a:pt x="920014" y="904972"/>
                  </a:lnTo>
                  <a:lnTo>
                    <a:pt x="920109" y="905294"/>
                  </a:lnTo>
                  <a:lnTo>
                    <a:pt x="920205" y="905616"/>
                  </a:lnTo>
                  <a:lnTo>
                    <a:pt x="920300" y="905938"/>
                  </a:lnTo>
                  <a:lnTo>
                    <a:pt x="920395" y="906259"/>
                  </a:lnTo>
                  <a:lnTo>
                    <a:pt x="920491" y="906581"/>
                  </a:lnTo>
                  <a:lnTo>
                    <a:pt x="920586" y="906903"/>
                  </a:lnTo>
                  <a:lnTo>
                    <a:pt x="920681" y="907225"/>
                  </a:lnTo>
                  <a:lnTo>
                    <a:pt x="920777" y="907546"/>
                  </a:lnTo>
                  <a:lnTo>
                    <a:pt x="920872" y="907868"/>
                  </a:lnTo>
                  <a:lnTo>
                    <a:pt x="920967" y="908190"/>
                  </a:lnTo>
                  <a:lnTo>
                    <a:pt x="921063" y="908512"/>
                  </a:lnTo>
                  <a:lnTo>
                    <a:pt x="921158" y="908833"/>
                  </a:lnTo>
                  <a:lnTo>
                    <a:pt x="921253" y="909155"/>
                  </a:lnTo>
                  <a:lnTo>
                    <a:pt x="921349" y="909477"/>
                  </a:lnTo>
                  <a:lnTo>
                    <a:pt x="921444" y="909799"/>
                  </a:lnTo>
                  <a:lnTo>
                    <a:pt x="921539" y="910120"/>
                  </a:lnTo>
                  <a:lnTo>
                    <a:pt x="921635" y="910442"/>
                  </a:lnTo>
                  <a:lnTo>
                    <a:pt x="921730" y="910764"/>
                  </a:lnTo>
                  <a:lnTo>
                    <a:pt x="921825" y="911086"/>
                  </a:lnTo>
                  <a:lnTo>
                    <a:pt x="921920" y="911407"/>
                  </a:lnTo>
                  <a:lnTo>
                    <a:pt x="922016" y="911729"/>
                  </a:lnTo>
                  <a:lnTo>
                    <a:pt x="922111" y="912051"/>
                  </a:lnTo>
                  <a:lnTo>
                    <a:pt x="922206" y="912373"/>
                  </a:lnTo>
                  <a:lnTo>
                    <a:pt x="922301" y="912695"/>
                  </a:lnTo>
                  <a:lnTo>
                    <a:pt x="922397" y="913016"/>
                  </a:lnTo>
                  <a:lnTo>
                    <a:pt x="922492" y="913338"/>
                  </a:lnTo>
                  <a:lnTo>
                    <a:pt x="922587" y="913660"/>
                  </a:lnTo>
                  <a:lnTo>
                    <a:pt x="922682" y="913982"/>
                  </a:lnTo>
                  <a:lnTo>
                    <a:pt x="922806" y="91440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2742369" y="239619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815" y="931969"/>
                  </a:lnTo>
                  <a:lnTo>
                    <a:pt x="906608" y="928019"/>
                  </a:lnTo>
                  <a:lnTo>
                    <a:pt x="909032" y="917675"/>
                  </a:lnTo>
                  <a:lnTo>
                    <a:pt x="909914" y="914400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274236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275180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276125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277069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278013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278957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279901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280845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281789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282733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2836772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284621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285565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286509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287453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288397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2893413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290285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291229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292173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293117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294061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295005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295949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296893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297837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298781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299725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300669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301613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302557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03501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04445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05389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06333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07277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082218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09165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10109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11053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11997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12941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13885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148299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15774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167180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17662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18606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19550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20494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21438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22382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23326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24270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25214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26158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27102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280463" y="241376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584"/>
                  </a:lnTo>
                  <a:lnTo>
                    <a:pt x="923508" y="905700"/>
                  </a:lnTo>
                  <a:lnTo>
                    <a:pt x="922610" y="908718"/>
                  </a:lnTo>
                  <a:lnTo>
                    <a:pt x="921713" y="911736"/>
                  </a:lnTo>
                  <a:lnTo>
                    <a:pt x="920922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289903" y="2396199"/>
              <a:ext cx="916707" cy="922154"/>
            </a:xfrm>
            <a:custGeom>
              <a:avLst/>
              <a:pathLst>
                <a:path w="916707" h="922154">
                  <a:moveTo>
                    <a:pt x="914400" y="914400"/>
                  </a:moveTo>
                  <a:lnTo>
                    <a:pt x="916707" y="914400"/>
                  </a:lnTo>
                  <a:lnTo>
                    <a:pt x="915863" y="917234"/>
                  </a:lnTo>
                  <a:lnTo>
                    <a:pt x="914965" y="920252"/>
                  </a:lnTo>
                  <a:lnTo>
                    <a:pt x="914400" y="922154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2402521" y="2378629"/>
              <a:ext cx="914399" cy="928331"/>
            </a:xfrm>
            <a:custGeom>
              <a:avLst/>
              <a:pathLst>
                <a:path w="914399" h="928331">
                  <a:moveTo>
                    <a:pt x="914399" y="914400"/>
                  </a:moveTo>
                  <a:lnTo>
                    <a:pt x="914399" y="928331"/>
                  </a:lnTo>
                  <a:lnTo>
                    <a:pt x="912896" y="918993"/>
                  </a:lnTo>
                  <a:lnTo>
                    <a:pt x="912295" y="914400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240252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62" y="931969"/>
                  </a:lnTo>
                  <a:lnTo>
                    <a:pt x="914586" y="929492"/>
                  </a:lnTo>
                  <a:lnTo>
                    <a:pt x="914399" y="928331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241196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242140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243084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244028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244972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245916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246860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2478042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248748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2496923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250636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2515803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252524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253468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254412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2553564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256300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2572445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258188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2591325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260076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261020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261964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262908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263852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264796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265740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266684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2676287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2695168" y="23961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752" y="896830"/>
                  </a:lnTo>
                  <a:lnTo>
                    <a:pt x="914400" y="904355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2695168" y="2396199"/>
              <a:ext cx="917597" cy="914400"/>
            </a:xfrm>
            <a:custGeom>
              <a:avLst/>
              <a:pathLst>
                <a:path w="917597" h="914400">
                  <a:moveTo>
                    <a:pt x="914400" y="914400"/>
                  </a:moveTo>
                  <a:lnTo>
                    <a:pt x="914400" y="904355"/>
                  </a:lnTo>
                  <a:lnTo>
                    <a:pt x="914764" y="905393"/>
                  </a:lnTo>
                  <a:lnTo>
                    <a:pt x="917597" y="91440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2742369" y="23961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914" y="914400"/>
                  </a:lnTo>
                  <a:lnTo>
                    <a:pt x="911750" y="907587"/>
                  </a:lnTo>
                  <a:lnTo>
                    <a:pt x="914400" y="89894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2751809" y="237862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10"/>
                  </a:lnTo>
                  <a:lnTo>
                    <a:pt x="905313" y="915354"/>
                  </a:lnTo>
                  <a:lnTo>
                    <a:pt x="905643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275180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276125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277069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278013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278957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279901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280845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281789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282733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2836772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284621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285565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286509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287453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288397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2893413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290285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291229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292173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293117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294061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295005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2959495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296893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297837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298781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299725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300669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301613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302557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03501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04445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05389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06333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07277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082218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09165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10109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11053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11997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12941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13885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148299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15774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167180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17662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18606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19550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20494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21438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22382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23326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24270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25214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26158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27102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28046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289903" y="2396199"/>
              <a:ext cx="921947" cy="914400"/>
            </a:xfrm>
            <a:custGeom>
              <a:avLst/>
              <a:pathLst>
                <a:path w="9219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947" y="896830"/>
                  </a:lnTo>
                  <a:lnTo>
                    <a:pt x="921261" y="899129"/>
                  </a:lnTo>
                  <a:lnTo>
                    <a:pt x="920360" y="902147"/>
                  </a:lnTo>
                  <a:lnTo>
                    <a:pt x="919460" y="905164"/>
                  </a:lnTo>
                  <a:lnTo>
                    <a:pt x="918560" y="908181"/>
                  </a:lnTo>
                  <a:lnTo>
                    <a:pt x="917661" y="911199"/>
                  </a:lnTo>
                  <a:lnTo>
                    <a:pt x="916762" y="914216"/>
                  </a:lnTo>
                  <a:lnTo>
                    <a:pt x="916707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2402521" y="2361059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2295" y="931969"/>
                  </a:lnTo>
                  <a:lnTo>
                    <a:pt x="911502" y="925914"/>
                  </a:lnTo>
                  <a:lnTo>
                    <a:pt x="910407" y="915144"/>
                  </a:lnTo>
                  <a:lnTo>
                    <a:pt x="910352" y="91439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240252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241196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242140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243084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244028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244972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8">
                <a:alpha val="100000"/>
              </a:srgbClr>
            </a:solidFill>
            <a:ln w="5420" cap="flat">
              <a:solidFill>
                <a:srgbClr val="BB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245916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246860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2478042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248748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2496923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250636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2515803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252524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253468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254412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2553564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256300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2572445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258188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2591325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260076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261020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261964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262908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263852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264796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265740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266684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2676287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2685728" y="2378629"/>
              <a:ext cx="921192" cy="914400"/>
            </a:xfrm>
            <a:custGeom>
              <a:avLst/>
              <a:pathLst>
                <a:path w="92119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9576" y="896830"/>
                  </a:lnTo>
                  <a:lnTo>
                    <a:pt x="919316" y="897639"/>
                  </a:lnTo>
                  <a:lnTo>
                    <a:pt x="917038" y="903945"/>
                  </a:lnTo>
                  <a:lnTo>
                    <a:pt x="917758" y="905600"/>
                  </a:lnTo>
                  <a:lnTo>
                    <a:pt x="921098" y="914131"/>
                  </a:lnTo>
                  <a:lnTo>
                    <a:pt x="921192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2751809" y="236105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643" y="931969"/>
                  </a:lnTo>
                  <a:lnTo>
                    <a:pt x="908595" y="923434"/>
                  </a:lnTo>
                  <a:lnTo>
                    <a:pt x="912100" y="91439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275180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276125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277069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278013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278957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279901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280845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281789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282733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2836772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284621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285565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286509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287453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288397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2893413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290285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291229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292173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293117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294061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295005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2959495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296893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297837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298781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299725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300669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301613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302557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03501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04445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05389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06333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07277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082218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09165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10109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11053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11997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12941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13885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148299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15774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167180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17662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18606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19550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20494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21438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22382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23326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24270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25214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26158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27102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28046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289903" y="237862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66"/>
                  </a:lnTo>
                  <a:lnTo>
                    <a:pt x="923063" y="910665"/>
                  </a:lnTo>
                  <a:lnTo>
                    <a:pt x="922162" y="913682"/>
                  </a:lnTo>
                  <a:lnTo>
                    <a:pt x="921947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299343" y="2361059"/>
              <a:ext cx="919260" cy="925636"/>
            </a:xfrm>
            <a:custGeom>
              <a:avLst/>
              <a:pathLst>
                <a:path w="919260" h="925636">
                  <a:moveTo>
                    <a:pt x="914400" y="914399"/>
                  </a:moveTo>
                  <a:lnTo>
                    <a:pt x="919260" y="914399"/>
                  </a:lnTo>
                  <a:lnTo>
                    <a:pt x="917798" y="916856"/>
                  </a:lnTo>
                  <a:lnTo>
                    <a:pt x="916910" y="918349"/>
                  </a:lnTo>
                  <a:lnTo>
                    <a:pt x="916685" y="918916"/>
                  </a:lnTo>
                  <a:lnTo>
                    <a:pt x="915919" y="920848"/>
                  </a:lnTo>
                  <a:lnTo>
                    <a:pt x="915563" y="921747"/>
                  </a:lnTo>
                  <a:lnTo>
                    <a:pt x="915427" y="922201"/>
                  </a:lnTo>
                  <a:lnTo>
                    <a:pt x="914525" y="925218"/>
                  </a:lnTo>
                  <a:lnTo>
                    <a:pt x="914400" y="925636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2402521" y="2343490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0352" y="931969"/>
                  </a:lnTo>
                  <a:lnTo>
                    <a:pt x="909614" y="921854"/>
                  </a:lnTo>
                  <a:lnTo>
                    <a:pt x="909280" y="91439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240252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241196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242140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243084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244028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244972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245916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246860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2478042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248748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2496923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250636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2515803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252524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253468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254412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2553564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256300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2572445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258188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2591325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260076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261020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261964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262908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263852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264796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265740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266684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2676287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2685728" y="2361059"/>
              <a:ext cx="923840" cy="914399"/>
            </a:xfrm>
            <a:custGeom>
              <a:avLst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0536"/>
                  </a:lnTo>
                  <a:lnTo>
                    <a:pt x="922401" y="905608"/>
                  </a:lnTo>
                  <a:lnTo>
                    <a:pt x="919576" y="91439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2695168" y="2343490"/>
              <a:ext cx="915451" cy="918106"/>
            </a:xfrm>
            <a:custGeom>
              <a:avLst/>
              <a:pathLst>
                <a:path w="915451" h="918106">
                  <a:moveTo>
                    <a:pt x="914400" y="914399"/>
                  </a:moveTo>
                  <a:lnTo>
                    <a:pt x="915451" y="914399"/>
                  </a:lnTo>
                  <a:lnTo>
                    <a:pt x="914400" y="918106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2751809" y="236105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44" y="914284"/>
                  </a:lnTo>
                  <a:lnTo>
                    <a:pt x="914400" y="909082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2761250" y="2343490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652"/>
                  </a:lnTo>
                  <a:lnTo>
                    <a:pt x="906512" y="923071"/>
                  </a:lnTo>
                  <a:lnTo>
                    <a:pt x="906650" y="922769"/>
                  </a:lnTo>
                  <a:lnTo>
                    <a:pt x="906790" y="922464"/>
                  </a:lnTo>
                  <a:lnTo>
                    <a:pt x="906930" y="922158"/>
                  </a:lnTo>
                  <a:lnTo>
                    <a:pt x="907069" y="921853"/>
                  </a:lnTo>
                  <a:lnTo>
                    <a:pt x="907209" y="921547"/>
                  </a:lnTo>
                  <a:lnTo>
                    <a:pt x="907349" y="921242"/>
                  </a:lnTo>
                  <a:lnTo>
                    <a:pt x="907489" y="920936"/>
                  </a:lnTo>
                  <a:lnTo>
                    <a:pt x="907629" y="920631"/>
                  </a:lnTo>
                  <a:lnTo>
                    <a:pt x="907769" y="920325"/>
                  </a:lnTo>
                  <a:lnTo>
                    <a:pt x="907909" y="920020"/>
                  </a:lnTo>
                  <a:lnTo>
                    <a:pt x="908049" y="919714"/>
                  </a:lnTo>
                  <a:lnTo>
                    <a:pt x="908189" y="919408"/>
                  </a:lnTo>
                  <a:lnTo>
                    <a:pt x="908329" y="919103"/>
                  </a:lnTo>
                  <a:lnTo>
                    <a:pt x="908469" y="918797"/>
                  </a:lnTo>
                  <a:lnTo>
                    <a:pt x="908609" y="918492"/>
                  </a:lnTo>
                  <a:lnTo>
                    <a:pt x="908749" y="918186"/>
                  </a:lnTo>
                  <a:lnTo>
                    <a:pt x="908889" y="917881"/>
                  </a:lnTo>
                  <a:lnTo>
                    <a:pt x="909029" y="917575"/>
                  </a:lnTo>
                  <a:lnTo>
                    <a:pt x="909169" y="917270"/>
                  </a:lnTo>
                  <a:lnTo>
                    <a:pt x="909309" y="916964"/>
                  </a:lnTo>
                  <a:lnTo>
                    <a:pt x="909449" y="916659"/>
                  </a:lnTo>
                  <a:lnTo>
                    <a:pt x="909589" y="916353"/>
                  </a:lnTo>
                  <a:lnTo>
                    <a:pt x="909729" y="916048"/>
                  </a:lnTo>
                  <a:lnTo>
                    <a:pt x="909869" y="915742"/>
                  </a:lnTo>
                  <a:lnTo>
                    <a:pt x="910009" y="915437"/>
                  </a:lnTo>
                  <a:lnTo>
                    <a:pt x="910149" y="915131"/>
                  </a:lnTo>
                  <a:lnTo>
                    <a:pt x="910289" y="914826"/>
                  </a:lnTo>
                  <a:lnTo>
                    <a:pt x="910484" y="91439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276125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277069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278013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278957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279901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280845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281789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282733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836772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284621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285565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286509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287453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288397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2893413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290285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291229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92173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93117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94061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95005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2959495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296893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297837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298781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299725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300669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301613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302557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03501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04445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05389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06333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07277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082218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09165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10109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11053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11997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12941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3885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48299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5774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67180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7662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18606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19550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20494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21438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22382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23326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4270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5214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26158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27102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28046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28990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299343" y="236105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711"/>
                  </a:lnTo>
                  <a:lnTo>
                    <a:pt x="922419" y="909095"/>
                  </a:lnTo>
                  <a:lnTo>
                    <a:pt x="920878" y="911682"/>
                  </a:lnTo>
                  <a:lnTo>
                    <a:pt x="919337" y="914269"/>
                  </a:lnTo>
                  <a:lnTo>
                    <a:pt x="919260" y="9143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308784" y="2343490"/>
              <a:ext cx="920295" cy="924281"/>
            </a:xfrm>
            <a:custGeom>
              <a:avLst/>
              <a:pathLst>
                <a:path w="920295" h="924281">
                  <a:moveTo>
                    <a:pt x="914400" y="914399"/>
                  </a:moveTo>
                  <a:lnTo>
                    <a:pt x="920295" y="914399"/>
                  </a:lnTo>
                  <a:lnTo>
                    <a:pt x="919149" y="916320"/>
                  </a:lnTo>
                  <a:lnTo>
                    <a:pt x="917605" y="918906"/>
                  </a:lnTo>
                  <a:lnTo>
                    <a:pt x="916062" y="921492"/>
                  </a:lnTo>
                  <a:lnTo>
                    <a:pt x="914520" y="924078"/>
                  </a:lnTo>
                  <a:lnTo>
                    <a:pt x="914400" y="924281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402521" y="232592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280" y="931969"/>
                  </a:lnTo>
                  <a:lnTo>
                    <a:pt x="909125" y="928501"/>
                  </a:lnTo>
                  <a:lnTo>
                    <a:pt x="908942" y="917545"/>
                  </a:lnTo>
                  <a:lnTo>
                    <a:pt x="908977" y="914400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40252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241196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242140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243084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244028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244972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245916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246860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2478042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248748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2496923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250636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2515803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252524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253468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254412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2553564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256300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2572445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258188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2591325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260076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261020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261964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262908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263852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264796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265740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266684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2676287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2685728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2695168" y="2343490"/>
              <a:ext cx="919639" cy="914399"/>
            </a:xfrm>
            <a:custGeom>
              <a:avLst/>
              <a:pathLst>
                <a:path w="91963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639" y="896830"/>
                  </a:lnTo>
                  <a:lnTo>
                    <a:pt x="918287" y="903132"/>
                  </a:lnTo>
                  <a:lnTo>
                    <a:pt x="915767" y="913287"/>
                  </a:lnTo>
                  <a:lnTo>
                    <a:pt x="915451" y="91439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2761250" y="234349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484" y="914399"/>
                  </a:lnTo>
                  <a:lnTo>
                    <a:pt x="910569" y="914215"/>
                  </a:lnTo>
                  <a:lnTo>
                    <a:pt x="910709" y="913909"/>
                  </a:lnTo>
                  <a:lnTo>
                    <a:pt x="910849" y="913604"/>
                  </a:lnTo>
                  <a:lnTo>
                    <a:pt x="910989" y="913298"/>
                  </a:lnTo>
                  <a:lnTo>
                    <a:pt x="911129" y="912993"/>
                  </a:lnTo>
                  <a:lnTo>
                    <a:pt x="911269" y="912687"/>
                  </a:lnTo>
                  <a:lnTo>
                    <a:pt x="911409" y="912382"/>
                  </a:lnTo>
                  <a:lnTo>
                    <a:pt x="911549" y="912076"/>
                  </a:lnTo>
                  <a:lnTo>
                    <a:pt x="911689" y="911771"/>
                  </a:lnTo>
                  <a:lnTo>
                    <a:pt x="911830" y="911465"/>
                  </a:lnTo>
                  <a:lnTo>
                    <a:pt x="911970" y="911160"/>
                  </a:lnTo>
                  <a:lnTo>
                    <a:pt x="912110" y="910854"/>
                  </a:lnTo>
                  <a:lnTo>
                    <a:pt x="912250" y="910549"/>
                  </a:lnTo>
                  <a:lnTo>
                    <a:pt x="912390" y="910243"/>
                  </a:lnTo>
                  <a:lnTo>
                    <a:pt x="912530" y="909938"/>
                  </a:lnTo>
                  <a:lnTo>
                    <a:pt x="912670" y="909632"/>
                  </a:lnTo>
                  <a:lnTo>
                    <a:pt x="912810" y="909327"/>
                  </a:lnTo>
                  <a:lnTo>
                    <a:pt x="912951" y="909021"/>
                  </a:lnTo>
                  <a:lnTo>
                    <a:pt x="913091" y="908716"/>
                  </a:lnTo>
                  <a:lnTo>
                    <a:pt x="913231" y="908410"/>
                  </a:lnTo>
                  <a:lnTo>
                    <a:pt x="913371" y="908105"/>
                  </a:lnTo>
                  <a:lnTo>
                    <a:pt x="913511" y="907799"/>
                  </a:lnTo>
                  <a:lnTo>
                    <a:pt x="913652" y="907494"/>
                  </a:lnTo>
                  <a:lnTo>
                    <a:pt x="913792" y="907188"/>
                  </a:lnTo>
                  <a:lnTo>
                    <a:pt x="913932" y="906883"/>
                  </a:lnTo>
                  <a:lnTo>
                    <a:pt x="914072" y="906577"/>
                  </a:lnTo>
                  <a:lnTo>
                    <a:pt x="914212" y="906272"/>
                  </a:lnTo>
                  <a:lnTo>
                    <a:pt x="914400" y="905864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2770690" y="232592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434"/>
                  </a:lnTo>
                  <a:lnTo>
                    <a:pt x="905053" y="923231"/>
                  </a:lnTo>
                  <a:lnTo>
                    <a:pt x="905193" y="922925"/>
                  </a:lnTo>
                  <a:lnTo>
                    <a:pt x="905333" y="922620"/>
                  </a:lnTo>
                  <a:lnTo>
                    <a:pt x="905473" y="922314"/>
                  </a:lnTo>
                  <a:lnTo>
                    <a:pt x="905613" y="922009"/>
                  </a:lnTo>
                  <a:lnTo>
                    <a:pt x="905754" y="921703"/>
                  </a:lnTo>
                  <a:lnTo>
                    <a:pt x="905894" y="921398"/>
                  </a:lnTo>
                  <a:lnTo>
                    <a:pt x="906034" y="921092"/>
                  </a:lnTo>
                  <a:lnTo>
                    <a:pt x="909264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277069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278013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278957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279901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280845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281789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282733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2836772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284621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285565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286509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287453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288397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2893413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290285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291229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292173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293117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294061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295005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2959495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296893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297837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298781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299725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300669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301613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302557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3501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4445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05389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306333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7277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082218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09165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10109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11053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11997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12941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13885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148299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15774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167180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317662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318606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319550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20494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21438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22382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23326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24270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25214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26158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27102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28046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28990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329934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3308784" y="2343490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8546"/>
                  </a:lnTo>
                  <a:lnTo>
                    <a:pt x="922237" y="911148"/>
                  </a:lnTo>
                  <a:lnTo>
                    <a:pt x="920693" y="913734"/>
                  </a:lnTo>
                  <a:lnTo>
                    <a:pt x="920295" y="9143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3318224" y="2325920"/>
              <a:ext cx="920769" cy="926033"/>
            </a:xfrm>
            <a:custGeom>
              <a:avLst/>
              <a:pathLst>
                <a:path w="920769" h="926033">
                  <a:moveTo>
                    <a:pt x="914400" y="914400"/>
                  </a:moveTo>
                  <a:lnTo>
                    <a:pt x="920769" y="914400"/>
                  </a:lnTo>
                  <a:lnTo>
                    <a:pt x="918515" y="918789"/>
                  </a:lnTo>
                  <a:lnTo>
                    <a:pt x="914400" y="926033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402521" y="230835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977" y="931969"/>
                  </a:lnTo>
                  <a:lnTo>
                    <a:pt x="909065" y="924157"/>
                  </a:lnTo>
                  <a:lnTo>
                    <a:pt x="909447" y="914400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240252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241196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242140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43084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44028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44972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45916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46860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478042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48748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496923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50636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515803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52524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53468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54412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553564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56300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572445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58188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591325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60076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61020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61964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62908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63852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64796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65740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66684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676287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685728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695168" y="2325920"/>
              <a:ext cx="922879" cy="914400"/>
            </a:xfrm>
            <a:custGeom>
              <a:avLst/>
              <a:pathLst>
                <a:path w="92287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879" y="896830"/>
                  </a:lnTo>
                  <a:lnTo>
                    <a:pt x="922443" y="899719"/>
                  </a:lnTo>
                  <a:lnTo>
                    <a:pt x="920515" y="910313"/>
                  </a:lnTo>
                  <a:lnTo>
                    <a:pt x="919639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770690" y="232592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264" y="914400"/>
                  </a:lnTo>
                  <a:lnTo>
                    <a:pt x="909755" y="913382"/>
                  </a:lnTo>
                  <a:lnTo>
                    <a:pt x="913675" y="906021"/>
                  </a:lnTo>
                  <a:lnTo>
                    <a:pt x="914400" y="90478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780130" y="230835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358"/>
                  </a:lnTo>
                  <a:lnTo>
                    <a:pt x="908344" y="916597"/>
                  </a:lnTo>
                  <a:lnTo>
                    <a:pt x="909770" y="914400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78013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78957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79901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80845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81789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82733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836772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84621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85565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86509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87453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88397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893413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90285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91229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92173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3117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4061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5005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59495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6893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7837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98781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99725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300669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301613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302557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303501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304445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305389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306333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307277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3082218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309165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310109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311053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311997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312941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313885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3148299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315774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3167180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317662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318606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319550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320494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321438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322382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323326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324270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325214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326158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327102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328046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328990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329934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330878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3318224" y="232592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133"/>
                  </a:lnTo>
                  <a:lnTo>
                    <a:pt x="922473" y="911080"/>
                  </a:lnTo>
                  <a:lnTo>
                    <a:pt x="92076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3327664" y="2308350"/>
              <a:ext cx="919361" cy="925702"/>
            </a:xfrm>
            <a:custGeom>
              <a:avLst/>
              <a:pathLst>
                <a:path w="919361" h="925702">
                  <a:moveTo>
                    <a:pt x="914400" y="914400"/>
                  </a:moveTo>
                  <a:lnTo>
                    <a:pt x="919361" y="914400"/>
                  </a:lnTo>
                  <a:lnTo>
                    <a:pt x="916776" y="920578"/>
                  </a:lnTo>
                  <a:lnTo>
                    <a:pt x="914400" y="92570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402521" y="229078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447" y="931969"/>
                  </a:lnTo>
                  <a:lnTo>
                    <a:pt x="909493" y="930796"/>
                  </a:lnTo>
                  <a:lnTo>
                    <a:pt x="910227" y="919920"/>
                  </a:lnTo>
                  <a:lnTo>
                    <a:pt x="910757" y="914400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40252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41196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42140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43084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44028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44972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45916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46860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478042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48748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496923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50636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515803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52524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53468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54412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553564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56300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572445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58188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591325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60076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61020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61964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62908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63852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64796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65740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66684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676287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685728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695168" y="230835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29"/>
                  </a:lnTo>
                  <a:lnTo>
                    <a:pt x="922879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704608" y="2290780"/>
              <a:ext cx="915794" cy="925599"/>
            </a:xfrm>
            <a:custGeom>
              <a:avLst/>
              <a:pathLst>
                <a:path w="915794" h="925599">
                  <a:moveTo>
                    <a:pt x="914399" y="914400"/>
                  </a:moveTo>
                  <a:lnTo>
                    <a:pt x="915794" y="914400"/>
                  </a:lnTo>
                  <a:lnTo>
                    <a:pt x="914627" y="924089"/>
                  </a:lnTo>
                  <a:lnTo>
                    <a:pt x="914399" y="92559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780130" y="230835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770" y="914400"/>
                  </a:lnTo>
                  <a:lnTo>
                    <a:pt x="912634" y="909988"/>
                  </a:lnTo>
                  <a:lnTo>
                    <a:pt x="914400" y="90752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789570" y="229078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098"/>
                  </a:lnTo>
                  <a:lnTo>
                    <a:pt x="907652" y="921348"/>
                  </a:lnTo>
                  <a:lnTo>
                    <a:pt x="912269" y="915555"/>
                  </a:lnTo>
                  <a:lnTo>
                    <a:pt x="912475" y="915309"/>
                  </a:lnTo>
                  <a:lnTo>
                    <a:pt x="912683" y="915062"/>
                  </a:lnTo>
                  <a:lnTo>
                    <a:pt x="912892" y="914814"/>
                  </a:lnTo>
                  <a:lnTo>
                    <a:pt x="913100" y="914566"/>
                  </a:lnTo>
                  <a:lnTo>
                    <a:pt x="913240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78957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79901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80845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81789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82733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836772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84621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85565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86509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87453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88397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893413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90285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91229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92173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3117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4061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5005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59495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6893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97837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98781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99725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300669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301613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302557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303501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304445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305389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306333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307277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3082218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309165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310109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311053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311997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312941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313885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3148299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315774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3167180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317662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318606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319550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320494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321438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322382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323326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324270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325214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326158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327102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328046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328990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329934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330878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331822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3327664" y="230835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66"/>
                  </a:lnTo>
                  <a:lnTo>
                    <a:pt x="923582" y="903431"/>
                  </a:lnTo>
                  <a:lnTo>
                    <a:pt x="920296" y="912165"/>
                  </a:lnTo>
                  <a:lnTo>
                    <a:pt x="91936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3337104" y="2290780"/>
              <a:ext cx="916367" cy="920236"/>
            </a:xfrm>
            <a:custGeom>
              <a:avLst/>
              <a:pathLst>
                <a:path w="916367" h="920236">
                  <a:moveTo>
                    <a:pt x="914400" y="914400"/>
                  </a:moveTo>
                  <a:lnTo>
                    <a:pt x="916367" y="914400"/>
                  </a:lnTo>
                  <a:lnTo>
                    <a:pt x="914400" y="92023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402521" y="227321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0757" y="931969"/>
                  </a:lnTo>
                  <a:lnTo>
                    <a:pt x="911263" y="926701"/>
                  </a:lnTo>
                  <a:lnTo>
                    <a:pt x="912599" y="916026"/>
                  </a:lnTo>
                  <a:lnTo>
                    <a:pt x="912851" y="914400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40252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41196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42140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43084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44028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44972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45916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46860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478042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48748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496923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50636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515803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52524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53468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54412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553564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56300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572445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58188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591325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60076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61020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61964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62908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63852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64796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65740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66684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676287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685728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69516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704608" y="2290780"/>
              <a:ext cx="917272" cy="914400"/>
            </a:xfrm>
            <a:custGeom>
              <a:avLst/>
              <a:pathLst>
                <a:path w="91727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272" y="896830"/>
                  </a:lnTo>
                  <a:lnTo>
                    <a:pt x="916944" y="902145"/>
                  </a:lnTo>
                  <a:lnTo>
                    <a:pt x="915942" y="913174"/>
                  </a:lnTo>
                  <a:lnTo>
                    <a:pt x="915794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789570" y="229078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308" y="914319"/>
                  </a:lnTo>
                  <a:lnTo>
                    <a:pt x="913516" y="914071"/>
                  </a:lnTo>
                  <a:lnTo>
                    <a:pt x="913725" y="913823"/>
                  </a:lnTo>
                  <a:lnTo>
                    <a:pt x="913933" y="913576"/>
                  </a:lnTo>
                  <a:lnTo>
                    <a:pt x="914141" y="913328"/>
                  </a:lnTo>
                  <a:lnTo>
                    <a:pt x="914400" y="913021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799011" y="229078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3021"/>
                  </a:lnTo>
                  <a:lnTo>
                    <a:pt x="905118" y="912833"/>
                  </a:lnTo>
                  <a:lnTo>
                    <a:pt x="905326" y="912585"/>
                  </a:lnTo>
                  <a:lnTo>
                    <a:pt x="905534" y="912337"/>
                  </a:lnTo>
                  <a:lnTo>
                    <a:pt x="905743" y="912090"/>
                  </a:lnTo>
                  <a:lnTo>
                    <a:pt x="905951" y="911842"/>
                  </a:lnTo>
                  <a:lnTo>
                    <a:pt x="906159" y="911595"/>
                  </a:lnTo>
                  <a:lnTo>
                    <a:pt x="906368" y="911347"/>
                  </a:lnTo>
                  <a:lnTo>
                    <a:pt x="906576" y="911099"/>
                  </a:lnTo>
                  <a:lnTo>
                    <a:pt x="906785" y="910852"/>
                  </a:lnTo>
                  <a:lnTo>
                    <a:pt x="906993" y="910604"/>
                  </a:lnTo>
                  <a:lnTo>
                    <a:pt x="907201" y="910356"/>
                  </a:lnTo>
                  <a:lnTo>
                    <a:pt x="907410" y="910109"/>
                  </a:lnTo>
                  <a:lnTo>
                    <a:pt x="907618" y="909861"/>
                  </a:lnTo>
                  <a:lnTo>
                    <a:pt x="907827" y="909614"/>
                  </a:lnTo>
                  <a:lnTo>
                    <a:pt x="908035" y="909366"/>
                  </a:lnTo>
                  <a:lnTo>
                    <a:pt x="908244" y="909118"/>
                  </a:lnTo>
                  <a:lnTo>
                    <a:pt x="908452" y="908871"/>
                  </a:lnTo>
                  <a:lnTo>
                    <a:pt x="908660" y="908623"/>
                  </a:lnTo>
                  <a:lnTo>
                    <a:pt x="908869" y="908376"/>
                  </a:lnTo>
                  <a:lnTo>
                    <a:pt x="909077" y="908128"/>
                  </a:lnTo>
                  <a:lnTo>
                    <a:pt x="909286" y="907880"/>
                  </a:lnTo>
                  <a:lnTo>
                    <a:pt x="909494" y="907633"/>
                  </a:lnTo>
                  <a:lnTo>
                    <a:pt x="909703" y="907385"/>
                  </a:lnTo>
                  <a:lnTo>
                    <a:pt x="909911" y="907138"/>
                  </a:lnTo>
                  <a:lnTo>
                    <a:pt x="910120" y="906890"/>
                  </a:lnTo>
                  <a:lnTo>
                    <a:pt x="910328" y="906643"/>
                  </a:lnTo>
                  <a:lnTo>
                    <a:pt x="910537" y="906395"/>
                  </a:lnTo>
                  <a:lnTo>
                    <a:pt x="910745" y="906148"/>
                  </a:lnTo>
                  <a:lnTo>
                    <a:pt x="910954" y="905900"/>
                  </a:lnTo>
                  <a:lnTo>
                    <a:pt x="911162" y="905652"/>
                  </a:lnTo>
                  <a:lnTo>
                    <a:pt x="911371" y="905405"/>
                  </a:lnTo>
                  <a:lnTo>
                    <a:pt x="911579" y="905157"/>
                  </a:lnTo>
                  <a:lnTo>
                    <a:pt x="911788" y="904910"/>
                  </a:lnTo>
                  <a:lnTo>
                    <a:pt x="911997" y="904662"/>
                  </a:lnTo>
                  <a:lnTo>
                    <a:pt x="912205" y="904415"/>
                  </a:lnTo>
                  <a:lnTo>
                    <a:pt x="912414" y="904167"/>
                  </a:lnTo>
                  <a:lnTo>
                    <a:pt x="912622" y="903920"/>
                  </a:lnTo>
                  <a:lnTo>
                    <a:pt x="912831" y="903672"/>
                  </a:lnTo>
                  <a:lnTo>
                    <a:pt x="913040" y="903425"/>
                  </a:lnTo>
                  <a:lnTo>
                    <a:pt x="913248" y="903177"/>
                  </a:lnTo>
                  <a:lnTo>
                    <a:pt x="913457" y="902930"/>
                  </a:lnTo>
                  <a:lnTo>
                    <a:pt x="913665" y="902682"/>
                  </a:lnTo>
                  <a:lnTo>
                    <a:pt x="913874" y="902435"/>
                  </a:lnTo>
                  <a:lnTo>
                    <a:pt x="914083" y="902187"/>
                  </a:lnTo>
                  <a:lnTo>
                    <a:pt x="914291" y="901940"/>
                  </a:lnTo>
                  <a:lnTo>
                    <a:pt x="914399" y="901811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808451" y="227321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60" y="919262"/>
                  </a:lnTo>
                  <a:lnTo>
                    <a:pt x="905268" y="919014"/>
                  </a:lnTo>
                  <a:lnTo>
                    <a:pt x="905477" y="918767"/>
                  </a:lnTo>
                  <a:lnTo>
                    <a:pt x="905686" y="918519"/>
                  </a:lnTo>
                  <a:lnTo>
                    <a:pt x="905894" y="918272"/>
                  </a:lnTo>
                  <a:lnTo>
                    <a:pt x="906103" y="918024"/>
                  </a:lnTo>
                  <a:lnTo>
                    <a:pt x="906312" y="917777"/>
                  </a:lnTo>
                  <a:lnTo>
                    <a:pt x="906521" y="917530"/>
                  </a:lnTo>
                  <a:lnTo>
                    <a:pt x="906729" y="917282"/>
                  </a:lnTo>
                  <a:lnTo>
                    <a:pt x="906938" y="917035"/>
                  </a:lnTo>
                  <a:lnTo>
                    <a:pt x="907147" y="916787"/>
                  </a:lnTo>
                  <a:lnTo>
                    <a:pt x="907356" y="916540"/>
                  </a:lnTo>
                  <a:lnTo>
                    <a:pt x="907564" y="916292"/>
                  </a:lnTo>
                  <a:lnTo>
                    <a:pt x="907773" y="916045"/>
                  </a:lnTo>
                  <a:lnTo>
                    <a:pt x="907982" y="915797"/>
                  </a:lnTo>
                  <a:lnTo>
                    <a:pt x="908191" y="915550"/>
                  </a:lnTo>
                  <a:lnTo>
                    <a:pt x="908399" y="915302"/>
                  </a:lnTo>
                  <a:lnTo>
                    <a:pt x="908608" y="915055"/>
                  </a:lnTo>
                  <a:lnTo>
                    <a:pt x="908817" y="914808"/>
                  </a:lnTo>
                  <a:lnTo>
                    <a:pt x="909026" y="914560"/>
                  </a:lnTo>
                  <a:lnTo>
                    <a:pt x="909161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80845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81789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82733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836772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84621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85565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86509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87453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88397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893413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90285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91229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92173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93117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4061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5005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59495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6893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97837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98781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99725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300669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301613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302557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303501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304445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305389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306333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307277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3082218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309165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310109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311053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311997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312941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313885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3148299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315774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3167180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317662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318606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319550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320494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321438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322382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323326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324270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325214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326158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327102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328046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328990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329934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330878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331822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332766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3337104" y="2290780"/>
              <a:ext cx="922002" cy="914400"/>
            </a:xfrm>
            <a:custGeom>
              <a:avLst/>
              <a:pathLst>
                <a:path w="92200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02" y="896864"/>
                  </a:lnTo>
                  <a:lnTo>
                    <a:pt x="921314" y="899019"/>
                  </a:lnTo>
                  <a:lnTo>
                    <a:pt x="920627" y="901175"/>
                  </a:lnTo>
                  <a:lnTo>
                    <a:pt x="919939" y="903331"/>
                  </a:lnTo>
                  <a:lnTo>
                    <a:pt x="919252" y="905487"/>
                  </a:lnTo>
                  <a:lnTo>
                    <a:pt x="918565" y="907643"/>
                  </a:lnTo>
                  <a:lnTo>
                    <a:pt x="917878" y="909799"/>
                  </a:lnTo>
                  <a:lnTo>
                    <a:pt x="917187" y="911968"/>
                  </a:lnTo>
                  <a:lnTo>
                    <a:pt x="916367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402521" y="227321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2851" y="914400"/>
                  </a:lnTo>
                  <a:lnTo>
                    <a:pt x="914231" y="905495"/>
                  </a:lnTo>
                  <a:lnTo>
                    <a:pt x="914399" y="904590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411961" y="225564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159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41196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421401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43084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44028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44972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45916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46860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478042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48748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496923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50636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515803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52524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53468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54412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553564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256300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2572445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58188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591325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60076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61020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61964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62908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63852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64796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65740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66684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676287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685728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69516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704608" y="2273210"/>
              <a:ext cx="918001" cy="914400"/>
            </a:xfrm>
            <a:custGeom>
              <a:avLst/>
              <a:pathLst>
                <a:path w="91800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001" y="896830"/>
                  </a:lnTo>
                  <a:lnTo>
                    <a:pt x="917998" y="897438"/>
                  </a:lnTo>
                  <a:lnTo>
                    <a:pt x="917630" y="908602"/>
                  </a:lnTo>
                  <a:lnTo>
                    <a:pt x="917272" y="914400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808451" y="22732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235" y="914313"/>
                  </a:lnTo>
                  <a:lnTo>
                    <a:pt x="909443" y="914065"/>
                  </a:lnTo>
                  <a:lnTo>
                    <a:pt x="909652" y="913818"/>
                  </a:lnTo>
                  <a:lnTo>
                    <a:pt x="909861" y="913570"/>
                  </a:lnTo>
                  <a:lnTo>
                    <a:pt x="910070" y="913323"/>
                  </a:lnTo>
                  <a:lnTo>
                    <a:pt x="910279" y="913076"/>
                  </a:lnTo>
                  <a:lnTo>
                    <a:pt x="910488" y="912828"/>
                  </a:lnTo>
                  <a:lnTo>
                    <a:pt x="910696" y="912581"/>
                  </a:lnTo>
                  <a:lnTo>
                    <a:pt x="910905" y="912333"/>
                  </a:lnTo>
                  <a:lnTo>
                    <a:pt x="911114" y="912086"/>
                  </a:lnTo>
                  <a:lnTo>
                    <a:pt x="911323" y="911839"/>
                  </a:lnTo>
                  <a:lnTo>
                    <a:pt x="911532" y="911591"/>
                  </a:lnTo>
                  <a:lnTo>
                    <a:pt x="911741" y="911344"/>
                  </a:lnTo>
                  <a:lnTo>
                    <a:pt x="911950" y="911097"/>
                  </a:lnTo>
                  <a:lnTo>
                    <a:pt x="912159" y="910849"/>
                  </a:lnTo>
                  <a:lnTo>
                    <a:pt x="912368" y="910602"/>
                  </a:lnTo>
                  <a:lnTo>
                    <a:pt x="912576" y="910354"/>
                  </a:lnTo>
                  <a:lnTo>
                    <a:pt x="912785" y="910107"/>
                  </a:lnTo>
                  <a:lnTo>
                    <a:pt x="912994" y="909860"/>
                  </a:lnTo>
                  <a:lnTo>
                    <a:pt x="913203" y="909612"/>
                  </a:lnTo>
                  <a:lnTo>
                    <a:pt x="913412" y="909365"/>
                  </a:lnTo>
                  <a:lnTo>
                    <a:pt x="913621" y="909118"/>
                  </a:lnTo>
                  <a:lnTo>
                    <a:pt x="913830" y="908870"/>
                  </a:lnTo>
                  <a:lnTo>
                    <a:pt x="914039" y="908623"/>
                  </a:lnTo>
                  <a:lnTo>
                    <a:pt x="914248" y="908376"/>
                  </a:lnTo>
                  <a:lnTo>
                    <a:pt x="914400" y="908197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817891" y="22732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17" y="908128"/>
                  </a:lnTo>
                  <a:lnTo>
                    <a:pt x="905226" y="907881"/>
                  </a:lnTo>
                  <a:lnTo>
                    <a:pt x="905435" y="907634"/>
                  </a:lnTo>
                  <a:lnTo>
                    <a:pt x="905644" y="907386"/>
                  </a:lnTo>
                  <a:lnTo>
                    <a:pt x="905853" y="907139"/>
                  </a:lnTo>
                  <a:lnTo>
                    <a:pt x="906062" y="906892"/>
                  </a:lnTo>
                  <a:lnTo>
                    <a:pt x="906271" y="906644"/>
                  </a:lnTo>
                  <a:lnTo>
                    <a:pt x="906480" y="906397"/>
                  </a:lnTo>
                  <a:lnTo>
                    <a:pt x="906689" y="906150"/>
                  </a:lnTo>
                  <a:lnTo>
                    <a:pt x="906898" y="905902"/>
                  </a:lnTo>
                  <a:lnTo>
                    <a:pt x="907107" y="905655"/>
                  </a:lnTo>
                  <a:lnTo>
                    <a:pt x="907316" y="905408"/>
                  </a:lnTo>
                  <a:lnTo>
                    <a:pt x="907525" y="905160"/>
                  </a:lnTo>
                  <a:lnTo>
                    <a:pt x="907735" y="904913"/>
                  </a:lnTo>
                  <a:lnTo>
                    <a:pt x="907944" y="904666"/>
                  </a:lnTo>
                  <a:lnTo>
                    <a:pt x="908153" y="904419"/>
                  </a:lnTo>
                  <a:lnTo>
                    <a:pt x="908362" y="904171"/>
                  </a:lnTo>
                  <a:lnTo>
                    <a:pt x="908571" y="903924"/>
                  </a:lnTo>
                  <a:lnTo>
                    <a:pt x="908780" y="903677"/>
                  </a:lnTo>
                  <a:lnTo>
                    <a:pt x="908989" y="903430"/>
                  </a:lnTo>
                  <a:lnTo>
                    <a:pt x="909198" y="903182"/>
                  </a:lnTo>
                  <a:lnTo>
                    <a:pt x="909408" y="902935"/>
                  </a:lnTo>
                  <a:lnTo>
                    <a:pt x="909617" y="902688"/>
                  </a:lnTo>
                  <a:lnTo>
                    <a:pt x="909826" y="902440"/>
                  </a:lnTo>
                  <a:lnTo>
                    <a:pt x="910035" y="902193"/>
                  </a:lnTo>
                  <a:lnTo>
                    <a:pt x="910244" y="901946"/>
                  </a:lnTo>
                  <a:lnTo>
                    <a:pt x="910453" y="901699"/>
                  </a:lnTo>
                  <a:lnTo>
                    <a:pt x="910663" y="901451"/>
                  </a:lnTo>
                  <a:lnTo>
                    <a:pt x="914400" y="897227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827331" y="225564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97"/>
                  </a:lnTo>
                  <a:lnTo>
                    <a:pt x="905087" y="914653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82733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836772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84621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85565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86509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87453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88397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893413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90285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91229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92173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93117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94061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95005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959495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96893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97837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98781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99725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300669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301613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302557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303501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304445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305389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306333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307277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3082218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309165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310109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311053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311997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312941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313885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3148299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315774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3167180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317662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318606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319550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3204941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3214381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322382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323326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324270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325214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326158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327102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328046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328990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329934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330878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331822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332766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3337104" y="227321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680"/>
                  </a:lnTo>
                  <a:lnTo>
                    <a:pt x="923379" y="910122"/>
                  </a:lnTo>
                  <a:lnTo>
                    <a:pt x="922691" y="912278"/>
                  </a:lnTo>
                  <a:lnTo>
                    <a:pt x="92201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3346544" y="2255641"/>
              <a:ext cx="918189" cy="926250"/>
            </a:xfrm>
            <a:custGeom>
              <a:avLst/>
              <a:pathLst>
                <a:path w="918189" h="926250">
                  <a:moveTo>
                    <a:pt x="914400" y="914400"/>
                  </a:moveTo>
                  <a:lnTo>
                    <a:pt x="918189" y="914400"/>
                  </a:lnTo>
                  <a:lnTo>
                    <a:pt x="918074" y="914760"/>
                  </a:lnTo>
                  <a:lnTo>
                    <a:pt x="917384" y="916915"/>
                  </a:lnTo>
                  <a:lnTo>
                    <a:pt x="916695" y="919070"/>
                  </a:lnTo>
                  <a:lnTo>
                    <a:pt x="916005" y="921226"/>
                  </a:lnTo>
                  <a:lnTo>
                    <a:pt x="915316" y="923381"/>
                  </a:lnTo>
                  <a:lnTo>
                    <a:pt x="914627" y="925537"/>
                  </a:lnTo>
                  <a:lnTo>
                    <a:pt x="914400" y="92625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411961" y="223807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401" y="931969"/>
                  </a:lnTo>
                  <a:lnTo>
                    <a:pt x="906715" y="930276"/>
                  </a:lnTo>
                  <a:lnTo>
                    <a:pt x="908926" y="920117"/>
                  </a:lnTo>
                  <a:lnTo>
                    <a:pt x="910360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41196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421401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43084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44028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44972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45916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46860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478042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48748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496923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50636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515803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52524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53468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54412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53564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6300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72445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58188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591325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60076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61020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61964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62908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3852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4796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5740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6684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76287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685728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69516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704608" y="2255641"/>
              <a:ext cx="918048" cy="914400"/>
            </a:xfrm>
            <a:custGeom>
              <a:avLst/>
              <a:pathLst>
                <a:path w="91804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880" y="896830"/>
                  </a:lnTo>
                  <a:lnTo>
                    <a:pt x="918048" y="903822"/>
                  </a:lnTo>
                  <a:lnTo>
                    <a:pt x="918001" y="914400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827331" y="22556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333" y="914400"/>
                  </a:lnTo>
                  <a:lnTo>
                    <a:pt x="909042" y="910575"/>
                  </a:lnTo>
                  <a:lnTo>
                    <a:pt x="909463" y="910161"/>
                  </a:lnTo>
                  <a:lnTo>
                    <a:pt x="909887" y="909744"/>
                  </a:lnTo>
                  <a:lnTo>
                    <a:pt x="910311" y="909328"/>
                  </a:lnTo>
                  <a:lnTo>
                    <a:pt x="910735" y="908911"/>
                  </a:lnTo>
                  <a:lnTo>
                    <a:pt x="911160" y="908494"/>
                  </a:lnTo>
                  <a:lnTo>
                    <a:pt x="911584" y="908077"/>
                  </a:lnTo>
                  <a:lnTo>
                    <a:pt x="912008" y="907660"/>
                  </a:lnTo>
                  <a:lnTo>
                    <a:pt x="912432" y="907243"/>
                  </a:lnTo>
                  <a:lnTo>
                    <a:pt x="912857" y="906826"/>
                  </a:lnTo>
                  <a:lnTo>
                    <a:pt x="913281" y="906410"/>
                  </a:lnTo>
                  <a:lnTo>
                    <a:pt x="913706" y="905993"/>
                  </a:lnTo>
                  <a:lnTo>
                    <a:pt x="914130" y="905576"/>
                  </a:lnTo>
                  <a:lnTo>
                    <a:pt x="914400" y="905311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836772" y="2238071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2881"/>
                  </a:lnTo>
                  <a:lnTo>
                    <a:pt x="905114" y="922729"/>
                  </a:lnTo>
                  <a:lnTo>
                    <a:pt x="905539" y="922312"/>
                  </a:lnTo>
                  <a:lnTo>
                    <a:pt x="905963" y="921896"/>
                  </a:lnTo>
                  <a:lnTo>
                    <a:pt x="906388" y="921479"/>
                  </a:lnTo>
                  <a:lnTo>
                    <a:pt x="906812" y="921062"/>
                  </a:lnTo>
                  <a:lnTo>
                    <a:pt x="907237" y="920645"/>
                  </a:lnTo>
                  <a:lnTo>
                    <a:pt x="907661" y="920229"/>
                  </a:lnTo>
                  <a:lnTo>
                    <a:pt x="908086" y="919812"/>
                  </a:lnTo>
                  <a:lnTo>
                    <a:pt x="908511" y="919395"/>
                  </a:lnTo>
                  <a:lnTo>
                    <a:pt x="908935" y="918979"/>
                  </a:lnTo>
                  <a:lnTo>
                    <a:pt x="909360" y="918562"/>
                  </a:lnTo>
                  <a:lnTo>
                    <a:pt x="909785" y="918146"/>
                  </a:lnTo>
                  <a:lnTo>
                    <a:pt x="910210" y="917729"/>
                  </a:lnTo>
                  <a:lnTo>
                    <a:pt x="910634" y="917312"/>
                  </a:lnTo>
                  <a:lnTo>
                    <a:pt x="911059" y="916896"/>
                  </a:lnTo>
                  <a:lnTo>
                    <a:pt x="911484" y="916479"/>
                  </a:lnTo>
                  <a:lnTo>
                    <a:pt x="911909" y="916063"/>
                  </a:lnTo>
                  <a:lnTo>
                    <a:pt x="912334" y="915646"/>
                  </a:lnTo>
                  <a:lnTo>
                    <a:pt x="912759" y="915230"/>
                  </a:lnTo>
                  <a:lnTo>
                    <a:pt x="913184" y="914813"/>
                  </a:lnTo>
                  <a:lnTo>
                    <a:pt x="913633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836772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84621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85565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86509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87453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88397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2893413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290285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291229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292173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293117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294061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295005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2959495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296893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297837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298781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299725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300669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301613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302557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303501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304445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305389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306333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307277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3082218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309165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310109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311053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311997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312941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313885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3148299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315774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3167180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317662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318606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319550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3204941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3214381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322382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323326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324270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325214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326158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327102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328046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328990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329934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330878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331822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332766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333710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3346544" y="2255641"/>
              <a:ext cx="923318" cy="914400"/>
            </a:xfrm>
            <a:custGeom>
              <a:avLst/>
              <a:pathLst>
                <a:path w="92331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18" y="896830"/>
                  </a:lnTo>
                  <a:lnTo>
                    <a:pt x="921370" y="904016"/>
                  </a:lnTo>
                  <a:lnTo>
                    <a:pt x="918769" y="912590"/>
                  </a:lnTo>
                  <a:lnTo>
                    <a:pt x="91818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402521" y="2220501"/>
              <a:ext cx="914399" cy="915010"/>
            </a:xfrm>
            <a:custGeom>
              <a:avLst/>
              <a:pathLst>
                <a:path w="914399" h="915010">
                  <a:moveTo>
                    <a:pt x="914399" y="914400"/>
                  </a:moveTo>
                  <a:lnTo>
                    <a:pt x="914399" y="915010"/>
                  </a:lnTo>
                  <a:lnTo>
                    <a:pt x="914125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40252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0" y="931969"/>
                  </a:lnTo>
                  <a:lnTo>
                    <a:pt x="920594" y="928805"/>
                  </a:lnTo>
                  <a:lnTo>
                    <a:pt x="920353" y="928266"/>
                  </a:lnTo>
                  <a:lnTo>
                    <a:pt x="919573" y="926529"/>
                  </a:lnTo>
                  <a:lnTo>
                    <a:pt x="918793" y="924791"/>
                  </a:lnTo>
                  <a:lnTo>
                    <a:pt x="918013" y="923053"/>
                  </a:lnTo>
                  <a:lnTo>
                    <a:pt x="917233" y="921316"/>
                  </a:lnTo>
                  <a:lnTo>
                    <a:pt x="916453" y="919579"/>
                  </a:lnTo>
                  <a:lnTo>
                    <a:pt x="915672" y="917841"/>
                  </a:lnTo>
                  <a:lnTo>
                    <a:pt x="914891" y="916104"/>
                  </a:lnTo>
                  <a:lnTo>
                    <a:pt x="914399" y="91501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41196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42140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43084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44028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44972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45916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46860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478042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248748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2496923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250636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2515803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252524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253468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254412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2553564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256300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2572445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258188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2591325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260076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261020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261964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262908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263852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264796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265740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266684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676287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685728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69516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704608" y="2238071"/>
              <a:ext cx="917880" cy="914400"/>
            </a:xfrm>
            <a:custGeom>
              <a:avLst/>
              <a:pathLst>
                <a:path w="91788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08" y="896830"/>
                  </a:lnTo>
                  <a:lnTo>
                    <a:pt x="917192" y="899085"/>
                  </a:lnTo>
                  <a:lnTo>
                    <a:pt x="917779" y="910217"/>
                  </a:lnTo>
                  <a:lnTo>
                    <a:pt x="917880" y="914400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836772" y="223807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3633" y="914400"/>
                  </a:lnTo>
                  <a:lnTo>
                    <a:pt x="914399" y="913694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846212" y="2238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694"/>
                  </a:lnTo>
                  <a:lnTo>
                    <a:pt x="908934" y="910037"/>
                  </a:lnTo>
                  <a:lnTo>
                    <a:pt x="914249" y="905761"/>
                  </a:lnTo>
                  <a:lnTo>
                    <a:pt x="914400" y="90564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855652" y="2238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0" y="905573"/>
                  </a:lnTo>
                  <a:lnTo>
                    <a:pt x="905314" y="905383"/>
                  </a:lnTo>
                  <a:lnTo>
                    <a:pt x="905567" y="905193"/>
                  </a:lnTo>
                  <a:lnTo>
                    <a:pt x="905821" y="905003"/>
                  </a:lnTo>
                  <a:lnTo>
                    <a:pt x="906074" y="904813"/>
                  </a:lnTo>
                  <a:lnTo>
                    <a:pt x="906328" y="904623"/>
                  </a:lnTo>
                  <a:lnTo>
                    <a:pt x="906581" y="904434"/>
                  </a:lnTo>
                  <a:lnTo>
                    <a:pt x="906835" y="904244"/>
                  </a:lnTo>
                  <a:lnTo>
                    <a:pt x="907089" y="904054"/>
                  </a:lnTo>
                  <a:lnTo>
                    <a:pt x="907342" y="903864"/>
                  </a:lnTo>
                  <a:lnTo>
                    <a:pt x="907596" y="903674"/>
                  </a:lnTo>
                  <a:lnTo>
                    <a:pt x="907850" y="903485"/>
                  </a:lnTo>
                  <a:lnTo>
                    <a:pt x="908103" y="903295"/>
                  </a:lnTo>
                  <a:lnTo>
                    <a:pt x="908357" y="903105"/>
                  </a:lnTo>
                  <a:lnTo>
                    <a:pt x="908611" y="902915"/>
                  </a:lnTo>
                  <a:lnTo>
                    <a:pt x="908864" y="902725"/>
                  </a:lnTo>
                  <a:lnTo>
                    <a:pt x="909118" y="902536"/>
                  </a:lnTo>
                  <a:lnTo>
                    <a:pt x="909372" y="902346"/>
                  </a:lnTo>
                  <a:lnTo>
                    <a:pt x="909625" y="902156"/>
                  </a:lnTo>
                  <a:lnTo>
                    <a:pt x="909879" y="901966"/>
                  </a:lnTo>
                  <a:lnTo>
                    <a:pt x="910133" y="901777"/>
                  </a:lnTo>
                  <a:lnTo>
                    <a:pt x="910386" y="901587"/>
                  </a:lnTo>
                  <a:lnTo>
                    <a:pt x="910640" y="901397"/>
                  </a:lnTo>
                  <a:lnTo>
                    <a:pt x="910894" y="901208"/>
                  </a:lnTo>
                  <a:lnTo>
                    <a:pt x="911147" y="901018"/>
                  </a:lnTo>
                  <a:lnTo>
                    <a:pt x="911401" y="900828"/>
                  </a:lnTo>
                  <a:lnTo>
                    <a:pt x="911655" y="900638"/>
                  </a:lnTo>
                  <a:lnTo>
                    <a:pt x="911909" y="900449"/>
                  </a:lnTo>
                  <a:lnTo>
                    <a:pt x="912162" y="900259"/>
                  </a:lnTo>
                  <a:lnTo>
                    <a:pt x="912416" y="900069"/>
                  </a:lnTo>
                  <a:lnTo>
                    <a:pt x="912670" y="899880"/>
                  </a:lnTo>
                  <a:lnTo>
                    <a:pt x="912924" y="899690"/>
                  </a:lnTo>
                  <a:lnTo>
                    <a:pt x="913178" y="899500"/>
                  </a:lnTo>
                  <a:lnTo>
                    <a:pt x="913431" y="899310"/>
                  </a:lnTo>
                  <a:lnTo>
                    <a:pt x="913685" y="899121"/>
                  </a:lnTo>
                  <a:lnTo>
                    <a:pt x="913939" y="898931"/>
                  </a:lnTo>
                  <a:lnTo>
                    <a:pt x="914193" y="898741"/>
                  </a:lnTo>
                  <a:lnTo>
                    <a:pt x="914400" y="898587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865092" y="222050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06" y="916122"/>
                  </a:lnTo>
                  <a:lnTo>
                    <a:pt x="905260" y="915932"/>
                  </a:lnTo>
                  <a:lnTo>
                    <a:pt x="905514" y="915742"/>
                  </a:lnTo>
                  <a:lnTo>
                    <a:pt x="905768" y="915553"/>
                  </a:lnTo>
                  <a:lnTo>
                    <a:pt x="906022" y="915363"/>
                  </a:lnTo>
                  <a:lnTo>
                    <a:pt x="906276" y="915173"/>
                  </a:lnTo>
                  <a:lnTo>
                    <a:pt x="906529" y="914984"/>
                  </a:lnTo>
                  <a:lnTo>
                    <a:pt x="906783" y="914794"/>
                  </a:lnTo>
                  <a:lnTo>
                    <a:pt x="907037" y="914605"/>
                  </a:lnTo>
                  <a:lnTo>
                    <a:pt x="907312" y="914400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86509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87453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88397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893413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90285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91229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92173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93117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94061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95005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959495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96893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97837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98781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99725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300669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301613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302557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303501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304445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305389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306333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307277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3082218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309165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310109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311053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311997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312941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313885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3148299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315774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3167180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317662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318606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319550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320494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321438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322382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323326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324270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325214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326158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327102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328046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328990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329934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330878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331822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332766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333710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3346544" y="223807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35"/>
                  </a:lnTo>
                  <a:lnTo>
                    <a:pt x="923753" y="912796"/>
                  </a:lnTo>
                  <a:lnTo>
                    <a:pt x="923318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3355985" y="2220501"/>
              <a:ext cx="918047" cy="930005"/>
            </a:xfrm>
            <a:custGeom>
              <a:avLst/>
              <a:pathLst>
                <a:path w="918047" h="930005">
                  <a:moveTo>
                    <a:pt x="914400" y="914400"/>
                  </a:moveTo>
                  <a:lnTo>
                    <a:pt x="918047" y="914400"/>
                  </a:lnTo>
                  <a:lnTo>
                    <a:pt x="917633" y="916231"/>
                  </a:lnTo>
                  <a:lnTo>
                    <a:pt x="917055" y="918797"/>
                  </a:lnTo>
                  <a:lnTo>
                    <a:pt x="916473" y="921377"/>
                  </a:lnTo>
                  <a:lnTo>
                    <a:pt x="914400" y="93000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2402521" y="2202931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4110" y="931936"/>
                  </a:lnTo>
                  <a:lnTo>
                    <a:pt x="913329" y="930199"/>
                  </a:lnTo>
                  <a:lnTo>
                    <a:pt x="912547" y="928462"/>
                  </a:lnTo>
                  <a:lnTo>
                    <a:pt x="911766" y="926725"/>
                  </a:lnTo>
                  <a:lnTo>
                    <a:pt x="910984" y="924988"/>
                  </a:lnTo>
                  <a:lnTo>
                    <a:pt x="910202" y="923251"/>
                  </a:lnTo>
                  <a:lnTo>
                    <a:pt x="909420" y="921514"/>
                  </a:lnTo>
                  <a:lnTo>
                    <a:pt x="908637" y="919777"/>
                  </a:lnTo>
                  <a:lnTo>
                    <a:pt x="907854" y="918040"/>
                  </a:lnTo>
                  <a:lnTo>
                    <a:pt x="907071" y="916303"/>
                  </a:lnTo>
                  <a:lnTo>
                    <a:pt x="906288" y="914567"/>
                  </a:lnTo>
                  <a:lnTo>
                    <a:pt x="906213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240252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241196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242140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243084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244028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244972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245916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246860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2478042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248748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2496923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250636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2515803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52524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53468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54412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553564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56300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572445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58188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591325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60076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61020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61964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62908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63852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64796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65740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66684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676287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685728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69516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704608" y="2220501"/>
              <a:ext cx="917008" cy="914400"/>
            </a:xfrm>
            <a:custGeom>
              <a:avLst/>
              <a:pathLst>
                <a:path w="91700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5315" y="896830"/>
                  </a:lnTo>
                  <a:lnTo>
                    <a:pt x="916289" y="905596"/>
                  </a:lnTo>
                  <a:lnTo>
                    <a:pt x="917008" y="914400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865092" y="222050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312" y="914400"/>
                  </a:lnTo>
                  <a:lnTo>
                    <a:pt x="907545" y="914225"/>
                  </a:lnTo>
                  <a:lnTo>
                    <a:pt x="907799" y="914036"/>
                  </a:lnTo>
                  <a:lnTo>
                    <a:pt x="908053" y="913846"/>
                  </a:lnTo>
                  <a:lnTo>
                    <a:pt x="908307" y="913657"/>
                  </a:lnTo>
                  <a:lnTo>
                    <a:pt x="908561" y="913467"/>
                  </a:lnTo>
                  <a:lnTo>
                    <a:pt x="908814" y="913277"/>
                  </a:lnTo>
                  <a:lnTo>
                    <a:pt x="909068" y="913088"/>
                  </a:lnTo>
                  <a:lnTo>
                    <a:pt x="909322" y="912898"/>
                  </a:lnTo>
                  <a:lnTo>
                    <a:pt x="909576" y="912709"/>
                  </a:lnTo>
                  <a:lnTo>
                    <a:pt x="909830" y="912519"/>
                  </a:lnTo>
                  <a:lnTo>
                    <a:pt x="910084" y="912330"/>
                  </a:lnTo>
                  <a:lnTo>
                    <a:pt x="910338" y="912140"/>
                  </a:lnTo>
                  <a:lnTo>
                    <a:pt x="910592" y="911950"/>
                  </a:lnTo>
                  <a:lnTo>
                    <a:pt x="910846" y="911761"/>
                  </a:lnTo>
                  <a:lnTo>
                    <a:pt x="911100" y="911571"/>
                  </a:lnTo>
                  <a:lnTo>
                    <a:pt x="911354" y="911382"/>
                  </a:lnTo>
                  <a:lnTo>
                    <a:pt x="911608" y="911192"/>
                  </a:lnTo>
                  <a:lnTo>
                    <a:pt x="914400" y="909215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874533" y="222050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215"/>
                  </a:lnTo>
                  <a:lnTo>
                    <a:pt x="905162" y="908913"/>
                  </a:lnTo>
                  <a:lnTo>
                    <a:pt x="909969" y="902483"/>
                  </a:lnTo>
                  <a:lnTo>
                    <a:pt x="914400" y="897187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883973" y="220293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57"/>
                  </a:lnTo>
                  <a:lnTo>
                    <a:pt x="905258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88397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893413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90285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91229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92173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93117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94061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95005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959495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96893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97837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98781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99725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300669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301613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302557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303501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304445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305389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306333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307277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3082218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309165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310109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311053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311997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312941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313885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3148299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315774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3167180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317662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318606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319550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320494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321438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322382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323326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324270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325214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326158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327102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328046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328990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329934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330878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331822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332766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333710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334654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3355985" y="2220501"/>
              <a:ext cx="922016" cy="914400"/>
            </a:xfrm>
            <a:custGeom>
              <a:avLst/>
              <a:pathLst>
                <a:path w="92201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16" y="896830"/>
                  </a:lnTo>
                  <a:lnTo>
                    <a:pt x="921691" y="898269"/>
                  </a:lnTo>
                  <a:lnTo>
                    <a:pt x="921110" y="900834"/>
                  </a:lnTo>
                  <a:lnTo>
                    <a:pt x="920530" y="903400"/>
                  </a:lnTo>
                  <a:lnTo>
                    <a:pt x="919951" y="905966"/>
                  </a:lnTo>
                  <a:lnTo>
                    <a:pt x="919371" y="908532"/>
                  </a:lnTo>
                  <a:lnTo>
                    <a:pt x="918792" y="911098"/>
                  </a:lnTo>
                  <a:lnTo>
                    <a:pt x="918212" y="913665"/>
                  </a:lnTo>
                  <a:lnTo>
                    <a:pt x="918047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393080" y="2185361"/>
              <a:ext cx="914400" cy="929190"/>
            </a:xfrm>
            <a:custGeom>
              <a:avLst/>
              <a:pathLst>
                <a:path w="914400" h="929190">
                  <a:moveTo>
                    <a:pt x="914400" y="914400"/>
                  </a:moveTo>
                  <a:lnTo>
                    <a:pt x="914400" y="929190"/>
                  </a:lnTo>
                  <a:lnTo>
                    <a:pt x="914162" y="928663"/>
                  </a:lnTo>
                  <a:lnTo>
                    <a:pt x="913378" y="926927"/>
                  </a:lnTo>
                  <a:lnTo>
                    <a:pt x="912594" y="925190"/>
                  </a:lnTo>
                  <a:lnTo>
                    <a:pt x="911810" y="923454"/>
                  </a:lnTo>
                  <a:lnTo>
                    <a:pt x="911025" y="921717"/>
                  </a:lnTo>
                  <a:lnTo>
                    <a:pt x="910241" y="919981"/>
                  </a:lnTo>
                  <a:lnTo>
                    <a:pt x="909456" y="918244"/>
                  </a:lnTo>
                  <a:lnTo>
                    <a:pt x="908671" y="916508"/>
                  </a:lnTo>
                  <a:lnTo>
                    <a:pt x="907886" y="914772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39308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3" y="931969"/>
                  </a:lnTo>
                  <a:lnTo>
                    <a:pt x="914945" y="930400"/>
                  </a:lnTo>
                  <a:lnTo>
                    <a:pt x="914400" y="929190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40252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41196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42140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43084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44028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44972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45916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46860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478042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48748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496923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50636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515803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52524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53468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54412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553564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56300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572445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58188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591325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60076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61020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61964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2908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3852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4796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5740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6684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76287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685728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704608" y="220293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58" y="896830"/>
                  </a:lnTo>
                  <a:lnTo>
                    <a:pt x="913544" y="901394"/>
                  </a:lnTo>
                  <a:lnTo>
                    <a:pt x="914399" y="907454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704608" y="2202931"/>
              <a:ext cx="915315" cy="914400"/>
            </a:xfrm>
            <a:custGeom>
              <a:avLst/>
              <a:pathLst>
                <a:path w="915315" h="914400">
                  <a:moveTo>
                    <a:pt x="914399" y="914400"/>
                  </a:moveTo>
                  <a:lnTo>
                    <a:pt x="914399" y="907454"/>
                  </a:lnTo>
                  <a:lnTo>
                    <a:pt x="915071" y="912212"/>
                  </a:lnTo>
                  <a:lnTo>
                    <a:pt x="915315" y="914400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883973" y="220293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258" y="914400"/>
                  </a:lnTo>
                  <a:lnTo>
                    <a:pt x="905509" y="914099"/>
                  </a:lnTo>
                  <a:lnTo>
                    <a:pt x="910650" y="908638"/>
                  </a:lnTo>
                  <a:lnTo>
                    <a:pt x="914400" y="905125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893413" y="220293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5125"/>
                  </a:lnTo>
                  <a:lnTo>
                    <a:pt x="906497" y="903683"/>
                  </a:lnTo>
                  <a:lnTo>
                    <a:pt x="911917" y="899250"/>
                  </a:lnTo>
                  <a:lnTo>
                    <a:pt x="912318" y="898945"/>
                  </a:lnTo>
                  <a:lnTo>
                    <a:pt x="912723" y="898637"/>
                  </a:lnTo>
                  <a:lnTo>
                    <a:pt x="913127" y="898329"/>
                  </a:lnTo>
                  <a:lnTo>
                    <a:pt x="913532" y="898022"/>
                  </a:lnTo>
                  <a:lnTo>
                    <a:pt x="913936" y="897714"/>
                  </a:lnTo>
                  <a:lnTo>
                    <a:pt x="914399" y="897362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902853" y="218536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931"/>
                  </a:lnTo>
                  <a:lnTo>
                    <a:pt x="905305" y="914668"/>
                  </a:lnTo>
                  <a:lnTo>
                    <a:pt x="905659" y="914400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90285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91229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92173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3117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4061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5005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2959495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296893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297837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298781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299725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300669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301613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302557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303501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304445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305389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306333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307277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3082218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309165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310109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311053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311997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312941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313885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3148299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315774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3167180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317662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318606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319550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320494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321438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322382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323326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324270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325214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326158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327102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328046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328990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329934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330878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331822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332766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333710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334654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3355985" y="220293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345"/>
                  </a:lnTo>
                  <a:lnTo>
                    <a:pt x="923433" y="908141"/>
                  </a:lnTo>
                  <a:lnTo>
                    <a:pt x="922852" y="910707"/>
                  </a:lnTo>
                  <a:lnTo>
                    <a:pt x="922271" y="913272"/>
                  </a:lnTo>
                  <a:lnTo>
                    <a:pt x="92201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3365425" y="2185361"/>
              <a:ext cx="916838" cy="923915"/>
            </a:xfrm>
            <a:custGeom>
              <a:avLst/>
              <a:pathLst>
                <a:path w="916838" h="923915">
                  <a:moveTo>
                    <a:pt x="914400" y="914400"/>
                  </a:moveTo>
                  <a:lnTo>
                    <a:pt x="916838" y="914400"/>
                  </a:lnTo>
                  <a:lnTo>
                    <a:pt x="916710" y="914876"/>
                  </a:lnTo>
                  <a:lnTo>
                    <a:pt x="915891" y="917944"/>
                  </a:lnTo>
                  <a:lnTo>
                    <a:pt x="915072" y="921012"/>
                  </a:lnTo>
                  <a:lnTo>
                    <a:pt x="914974" y="921382"/>
                  </a:lnTo>
                  <a:lnTo>
                    <a:pt x="914574" y="923145"/>
                  </a:lnTo>
                  <a:lnTo>
                    <a:pt x="914400" y="92391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383640" y="2167792"/>
              <a:ext cx="914399" cy="925876"/>
            </a:xfrm>
            <a:custGeom>
              <a:avLst/>
              <a:pathLst>
                <a:path w="914399" h="925876">
                  <a:moveTo>
                    <a:pt x="914399" y="914400"/>
                  </a:moveTo>
                  <a:lnTo>
                    <a:pt x="914399" y="925876"/>
                  </a:lnTo>
                  <a:lnTo>
                    <a:pt x="914183" y="925397"/>
                  </a:lnTo>
                  <a:lnTo>
                    <a:pt x="913397" y="923661"/>
                  </a:lnTo>
                  <a:lnTo>
                    <a:pt x="912610" y="921926"/>
                  </a:lnTo>
                  <a:lnTo>
                    <a:pt x="911823" y="920190"/>
                  </a:lnTo>
                  <a:lnTo>
                    <a:pt x="911037" y="918454"/>
                  </a:lnTo>
                  <a:lnTo>
                    <a:pt x="910249" y="916718"/>
                  </a:lnTo>
                  <a:lnTo>
                    <a:pt x="909462" y="914983"/>
                  </a:lnTo>
                  <a:lnTo>
                    <a:pt x="909198" y="91440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383640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6540" y="930606"/>
                  </a:lnTo>
                  <a:lnTo>
                    <a:pt x="915755" y="928869"/>
                  </a:lnTo>
                  <a:lnTo>
                    <a:pt x="914969" y="927133"/>
                  </a:lnTo>
                  <a:lnTo>
                    <a:pt x="914399" y="925876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39308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402521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41196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421401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43084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44028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44972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45916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46860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478042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48748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496923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50636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515803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52524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53468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54412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553564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56300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572445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58188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591325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60076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61020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61964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62908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63852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264796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265740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266684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2676287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2685728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2695168" y="2185361"/>
              <a:ext cx="922198" cy="914400"/>
            </a:xfrm>
            <a:custGeom>
              <a:avLst/>
              <a:pathLst>
                <a:path w="92219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990" y="896830"/>
                  </a:lnTo>
                  <a:lnTo>
                    <a:pt x="919019" y="896987"/>
                  </a:lnTo>
                  <a:lnTo>
                    <a:pt x="919126" y="897554"/>
                  </a:lnTo>
                  <a:lnTo>
                    <a:pt x="919233" y="898120"/>
                  </a:lnTo>
                  <a:lnTo>
                    <a:pt x="919339" y="898686"/>
                  </a:lnTo>
                  <a:lnTo>
                    <a:pt x="919446" y="899252"/>
                  </a:lnTo>
                  <a:lnTo>
                    <a:pt x="919553" y="899818"/>
                  </a:lnTo>
                  <a:lnTo>
                    <a:pt x="919659" y="900385"/>
                  </a:lnTo>
                  <a:lnTo>
                    <a:pt x="919766" y="900951"/>
                  </a:lnTo>
                  <a:lnTo>
                    <a:pt x="919872" y="901517"/>
                  </a:lnTo>
                  <a:lnTo>
                    <a:pt x="919979" y="902083"/>
                  </a:lnTo>
                  <a:lnTo>
                    <a:pt x="920085" y="902649"/>
                  </a:lnTo>
                  <a:lnTo>
                    <a:pt x="920192" y="903216"/>
                  </a:lnTo>
                  <a:lnTo>
                    <a:pt x="920298" y="903782"/>
                  </a:lnTo>
                  <a:lnTo>
                    <a:pt x="920405" y="904348"/>
                  </a:lnTo>
                  <a:lnTo>
                    <a:pt x="920511" y="904914"/>
                  </a:lnTo>
                  <a:lnTo>
                    <a:pt x="920618" y="905480"/>
                  </a:lnTo>
                  <a:lnTo>
                    <a:pt x="920724" y="906047"/>
                  </a:lnTo>
                  <a:lnTo>
                    <a:pt x="920831" y="906613"/>
                  </a:lnTo>
                  <a:lnTo>
                    <a:pt x="920937" y="907179"/>
                  </a:lnTo>
                  <a:lnTo>
                    <a:pt x="921044" y="907745"/>
                  </a:lnTo>
                  <a:lnTo>
                    <a:pt x="921150" y="908311"/>
                  </a:lnTo>
                  <a:lnTo>
                    <a:pt x="922198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2902853" y="218536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710" y="914361"/>
                  </a:lnTo>
                  <a:lnTo>
                    <a:pt x="906115" y="914053"/>
                  </a:lnTo>
                  <a:lnTo>
                    <a:pt x="906519" y="913746"/>
                  </a:lnTo>
                  <a:lnTo>
                    <a:pt x="906924" y="913438"/>
                  </a:lnTo>
                  <a:lnTo>
                    <a:pt x="907329" y="913130"/>
                  </a:lnTo>
                  <a:lnTo>
                    <a:pt x="907733" y="912823"/>
                  </a:lnTo>
                  <a:lnTo>
                    <a:pt x="908138" y="912515"/>
                  </a:lnTo>
                  <a:lnTo>
                    <a:pt x="908543" y="912208"/>
                  </a:lnTo>
                  <a:lnTo>
                    <a:pt x="908948" y="911900"/>
                  </a:lnTo>
                  <a:lnTo>
                    <a:pt x="909353" y="911593"/>
                  </a:lnTo>
                  <a:lnTo>
                    <a:pt x="909757" y="911285"/>
                  </a:lnTo>
                  <a:lnTo>
                    <a:pt x="910162" y="910978"/>
                  </a:lnTo>
                  <a:lnTo>
                    <a:pt x="910567" y="910670"/>
                  </a:lnTo>
                  <a:lnTo>
                    <a:pt x="910972" y="910363"/>
                  </a:lnTo>
                  <a:lnTo>
                    <a:pt x="911377" y="910055"/>
                  </a:lnTo>
                  <a:lnTo>
                    <a:pt x="911782" y="909748"/>
                  </a:lnTo>
                  <a:lnTo>
                    <a:pt x="912187" y="909440"/>
                  </a:lnTo>
                  <a:lnTo>
                    <a:pt x="912592" y="909133"/>
                  </a:lnTo>
                  <a:lnTo>
                    <a:pt x="912997" y="908826"/>
                  </a:lnTo>
                  <a:lnTo>
                    <a:pt x="913402" y="908518"/>
                  </a:lnTo>
                  <a:lnTo>
                    <a:pt x="913807" y="908211"/>
                  </a:lnTo>
                  <a:lnTo>
                    <a:pt x="914212" y="907903"/>
                  </a:lnTo>
                  <a:lnTo>
                    <a:pt x="914400" y="907761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2912293" y="218536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761"/>
                  </a:lnTo>
                  <a:lnTo>
                    <a:pt x="905177" y="907596"/>
                  </a:lnTo>
                  <a:lnTo>
                    <a:pt x="905582" y="907289"/>
                  </a:lnTo>
                  <a:lnTo>
                    <a:pt x="905987" y="906981"/>
                  </a:lnTo>
                  <a:lnTo>
                    <a:pt x="911248" y="903271"/>
                  </a:lnTo>
                  <a:lnTo>
                    <a:pt x="914400" y="901375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2921734" y="216779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5"/>
                  </a:lnTo>
                  <a:lnTo>
                    <a:pt x="907162" y="917620"/>
                  </a:lnTo>
                  <a:lnTo>
                    <a:pt x="912595" y="914899"/>
                  </a:lnTo>
                  <a:lnTo>
                    <a:pt x="913835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292173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293117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294061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295005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2959495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296893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297837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298781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299725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300669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301613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302557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303501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304445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305389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306333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307277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3082218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309165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310109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311053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311997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312941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313885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3148299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315774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3167180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317662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318606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319550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3204941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3214381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322382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323326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324270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325214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326158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327102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328046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328990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329934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330878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331822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332766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333710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334654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335598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3365425" y="2185361"/>
              <a:ext cx="921538" cy="914400"/>
            </a:xfrm>
            <a:custGeom>
              <a:avLst/>
              <a:pathLst>
                <a:path w="92153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38" y="896830"/>
                  </a:lnTo>
                  <a:lnTo>
                    <a:pt x="920812" y="899538"/>
                  </a:lnTo>
                  <a:lnTo>
                    <a:pt x="919991" y="902606"/>
                  </a:lnTo>
                  <a:lnTo>
                    <a:pt x="919170" y="905673"/>
                  </a:lnTo>
                  <a:lnTo>
                    <a:pt x="918350" y="908741"/>
                  </a:lnTo>
                  <a:lnTo>
                    <a:pt x="917530" y="911808"/>
                  </a:lnTo>
                  <a:lnTo>
                    <a:pt x="916838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374200" y="2150222"/>
              <a:ext cx="914400" cy="922636"/>
            </a:xfrm>
            <a:custGeom>
              <a:avLst/>
              <a:pathLst>
                <a:path w="914400" h="922636">
                  <a:moveTo>
                    <a:pt x="914400" y="914400"/>
                  </a:moveTo>
                  <a:lnTo>
                    <a:pt x="914400" y="922636"/>
                  </a:lnTo>
                  <a:lnTo>
                    <a:pt x="914174" y="922139"/>
                  </a:lnTo>
                  <a:lnTo>
                    <a:pt x="913385" y="920404"/>
                  </a:lnTo>
                  <a:lnTo>
                    <a:pt x="912596" y="918669"/>
                  </a:lnTo>
                  <a:lnTo>
                    <a:pt x="911807" y="916934"/>
                  </a:lnTo>
                  <a:lnTo>
                    <a:pt x="911017" y="915198"/>
                  </a:lnTo>
                  <a:lnTo>
                    <a:pt x="910654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37420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38" y="931969"/>
                  </a:lnTo>
                  <a:lnTo>
                    <a:pt x="918115" y="930817"/>
                  </a:lnTo>
                  <a:lnTo>
                    <a:pt x="917327" y="929081"/>
                  </a:lnTo>
                  <a:lnTo>
                    <a:pt x="916539" y="927346"/>
                  </a:lnTo>
                  <a:lnTo>
                    <a:pt x="915751" y="925610"/>
                  </a:lnTo>
                  <a:lnTo>
                    <a:pt x="914962" y="923875"/>
                  </a:lnTo>
                  <a:lnTo>
                    <a:pt x="914400" y="922636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383640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239308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2402521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241196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2421401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243084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244028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244972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245916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246860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2478042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248748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496923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50636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515803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52524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53468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54412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553564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56300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572445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58188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591325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600766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610206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619646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629086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63852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64796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65740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66684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676287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685728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695168" y="2167792"/>
              <a:ext cx="918990" cy="914400"/>
            </a:xfrm>
            <a:custGeom>
              <a:avLst/>
              <a:pathLst>
                <a:path w="9189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676" y="896830"/>
                  </a:lnTo>
                  <a:lnTo>
                    <a:pt x="915710" y="897005"/>
                  </a:lnTo>
                  <a:lnTo>
                    <a:pt x="915817" y="897571"/>
                  </a:lnTo>
                  <a:lnTo>
                    <a:pt x="915923" y="898138"/>
                  </a:lnTo>
                  <a:lnTo>
                    <a:pt x="916030" y="898704"/>
                  </a:lnTo>
                  <a:lnTo>
                    <a:pt x="916137" y="899270"/>
                  </a:lnTo>
                  <a:lnTo>
                    <a:pt x="916244" y="899836"/>
                  </a:lnTo>
                  <a:lnTo>
                    <a:pt x="916351" y="900402"/>
                  </a:lnTo>
                  <a:lnTo>
                    <a:pt x="916458" y="900969"/>
                  </a:lnTo>
                  <a:lnTo>
                    <a:pt x="916565" y="901535"/>
                  </a:lnTo>
                  <a:lnTo>
                    <a:pt x="916671" y="902101"/>
                  </a:lnTo>
                  <a:lnTo>
                    <a:pt x="916778" y="902667"/>
                  </a:lnTo>
                  <a:lnTo>
                    <a:pt x="916885" y="903233"/>
                  </a:lnTo>
                  <a:lnTo>
                    <a:pt x="916992" y="903800"/>
                  </a:lnTo>
                  <a:lnTo>
                    <a:pt x="917099" y="904366"/>
                  </a:lnTo>
                  <a:lnTo>
                    <a:pt x="917205" y="904932"/>
                  </a:lnTo>
                  <a:lnTo>
                    <a:pt x="917312" y="905498"/>
                  </a:lnTo>
                  <a:lnTo>
                    <a:pt x="917419" y="906064"/>
                  </a:lnTo>
                  <a:lnTo>
                    <a:pt x="917526" y="906631"/>
                  </a:lnTo>
                  <a:lnTo>
                    <a:pt x="917633" y="907197"/>
                  </a:lnTo>
                  <a:lnTo>
                    <a:pt x="917739" y="907763"/>
                  </a:lnTo>
                  <a:lnTo>
                    <a:pt x="917846" y="908329"/>
                  </a:lnTo>
                  <a:lnTo>
                    <a:pt x="917953" y="908895"/>
                  </a:lnTo>
                  <a:lnTo>
                    <a:pt x="918059" y="909461"/>
                  </a:lnTo>
                  <a:lnTo>
                    <a:pt x="918166" y="910028"/>
                  </a:lnTo>
                  <a:lnTo>
                    <a:pt x="918273" y="910594"/>
                  </a:lnTo>
                  <a:lnTo>
                    <a:pt x="918380" y="911160"/>
                  </a:lnTo>
                  <a:lnTo>
                    <a:pt x="918486" y="911726"/>
                  </a:lnTo>
                  <a:lnTo>
                    <a:pt x="918593" y="912292"/>
                  </a:lnTo>
                  <a:lnTo>
                    <a:pt x="918700" y="912859"/>
                  </a:lnTo>
                  <a:lnTo>
                    <a:pt x="918806" y="913425"/>
                  </a:lnTo>
                  <a:lnTo>
                    <a:pt x="918913" y="913991"/>
                  </a:lnTo>
                  <a:lnTo>
                    <a:pt x="918990" y="914400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921734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35" y="914400"/>
                  </a:lnTo>
                  <a:lnTo>
                    <a:pt x="914400" y="914172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931174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4172"/>
                  </a:lnTo>
                  <a:lnTo>
                    <a:pt x="908654" y="912683"/>
                  </a:lnTo>
                  <a:lnTo>
                    <a:pt x="914206" y="910978"/>
                  </a:lnTo>
                  <a:lnTo>
                    <a:pt x="914400" y="910937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940614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937"/>
                  </a:lnTo>
                  <a:lnTo>
                    <a:pt x="910356" y="909789"/>
                  </a:lnTo>
                  <a:lnTo>
                    <a:pt x="914400" y="909305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950054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305"/>
                  </a:lnTo>
                  <a:lnTo>
                    <a:pt x="906530" y="909117"/>
                  </a:lnTo>
                  <a:lnTo>
                    <a:pt x="906927" y="909088"/>
                  </a:lnTo>
                  <a:lnTo>
                    <a:pt x="907326" y="909059"/>
                  </a:lnTo>
                  <a:lnTo>
                    <a:pt x="907725" y="909030"/>
                  </a:lnTo>
                  <a:lnTo>
                    <a:pt x="908124" y="909000"/>
                  </a:lnTo>
                  <a:lnTo>
                    <a:pt x="908523" y="908971"/>
                  </a:lnTo>
                  <a:lnTo>
                    <a:pt x="908921" y="908942"/>
                  </a:lnTo>
                  <a:lnTo>
                    <a:pt x="909320" y="908913"/>
                  </a:lnTo>
                  <a:lnTo>
                    <a:pt x="909719" y="908884"/>
                  </a:lnTo>
                  <a:lnTo>
                    <a:pt x="910118" y="908855"/>
                  </a:lnTo>
                  <a:lnTo>
                    <a:pt x="910517" y="908825"/>
                  </a:lnTo>
                  <a:lnTo>
                    <a:pt x="910916" y="908796"/>
                  </a:lnTo>
                  <a:lnTo>
                    <a:pt x="911315" y="908767"/>
                  </a:lnTo>
                  <a:lnTo>
                    <a:pt x="911713" y="908738"/>
                  </a:lnTo>
                  <a:lnTo>
                    <a:pt x="912112" y="908709"/>
                  </a:lnTo>
                  <a:lnTo>
                    <a:pt x="912511" y="908680"/>
                  </a:lnTo>
                  <a:lnTo>
                    <a:pt x="912910" y="908651"/>
                  </a:lnTo>
                  <a:lnTo>
                    <a:pt x="913309" y="908622"/>
                  </a:lnTo>
                  <a:lnTo>
                    <a:pt x="913708" y="908593"/>
                  </a:lnTo>
                  <a:lnTo>
                    <a:pt x="914106" y="908564"/>
                  </a:lnTo>
                  <a:lnTo>
                    <a:pt x="914400" y="908543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959495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65" y="908535"/>
                  </a:lnTo>
                  <a:lnTo>
                    <a:pt x="905464" y="908506"/>
                  </a:lnTo>
                  <a:lnTo>
                    <a:pt x="905863" y="908477"/>
                  </a:lnTo>
                  <a:lnTo>
                    <a:pt x="906262" y="908448"/>
                  </a:lnTo>
                  <a:lnTo>
                    <a:pt x="906660" y="908419"/>
                  </a:lnTo>
                  <a:lnTo>
                    <a:pt x="907059" y="908390"/>
                  </a:lnTo>
                  <a:lnTo>
                    <a:pt x="907458" y="908361"/>
                  </a:lnTo>
                  <a:lnTo>
                    <a:pt x="907857" y="908333"/>
                  </a:lnTo>
                  <a:lnTo>
                    <a:pt x="908256" y="908304"/>
                  </a:lnTo>
                  <a:lnTo>
                    <a:pt x="908655" y="908275"/>
                  </a:lnTo>
                  <a:lnTo>
                    <a:pt x="909054" y="908246"/>
                  </a:lnTo>
                  <a:lnTo>
                    <a:pt x="909453" y="908217"/>
                  </a:lnTo>
                  <a:lnTo>
                    <a:pt x="909851" y="908188"/>
                  </a:lnTo>
                  <a:lnTo>
                    <a:pt x="910250" y="908159"/>
                  </a:lnTo>
                  <a:lnTo>
                    <a:pt x="910649" y="908131"/>
                  </a:lnTo>
                  <a:lnTo>
                    <a:pt x="911048" y="908102"/>
                  </a:lnTo>
                  <a:lnTo>
                    <a:pt x="911447" y="908073"/>
                  </a:lnTo>
                  <a:lnTo>
                    <a:pt x="911846" y="908044"/>
                  </a:lnTo>
                  <a:lnTo>
                    <a:pt x="912245" y="908016"/>
                  </a:lnTo>
                  <a:lnTo>
                    <a:pt x="912644" y="907987"/>
                  </a:lnTo>
                  <a:lnTo>
                    <a:pt x="913043" y="907958"/>
                  </a:lnTo>
                  <a:lnTo>
                    <a:pt x="913441" y="907929"/>
                  </a:lnTo>
                  <a:lnTo>
                    <a:pt x="913840" y="907901"/>
                  </a:lnTo>
                  <a:lnTo>
                    <a:pt x="914239" y="907872"/>
                  </a:lnTo>
                  <a:lnTo>
                    <a:pt x="914399" y="90786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968935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860"/>
                  </a:lnTo>
                  <a:lnTo>
                    <a:pt x="905198" y="907843"/>
                  </a:lnTo>
                  <a:lnTo>
                    <a:pt x="905597" y="907815"/>
                  </a:lnTo>
                  <a:lnTo>
                    <a:pt x="905996" y="907786"/>
                  </a:lnTo>
                  <a:lnTo>
                    <a:pt x="906395" y="907757"/>
                  </a:lnTo>
                  <a:lnTo>
                    <a:pt x="906793" y="907729"/>
                  </a:lnTo>
                  <a:lnTo>
                    <a:pt x="907192" y="907700"/>
                  </a:lnTo>
                  <a:lnTo>
                    <a:pt x="907591" y="907671"/>
                  </a:lnTo>
                  <a:lnTo>
                    <a:pt x="907990" y="907643"/>
                  </a:lnTo>
                  <a:lnTo>
                    <a:pt x="908389" y="907614"/>
                  </a:lnTo>
                  <a:lnTo>
                    <a:pt x="908788" y="907586"/>
                  </a:lnTo>
                  <a:lnTo>
                    <a:pt x="909187" y="907557"/>
                  </a:lnTo>
                  <a:lnTo>
                    <a:pt x="909586" y="907529"/>
                  </a:lnTo>
                  <a:lnTo>
                    <a:pt x="909985" y="907500"/>
                  </a:lnTo>
                  <a:lnTo>
                    <a:pt x="910384" y="907472"/>
                  </a:lnTo>
                  <a:lnTo>
                    <a:pt x="910783" y="907443"/>
                  </a:lnTo>
                  <a:lnTo>
                    <a:pt x="911181" y="907415"/>
                  </a:lnTo>
                  <a:lnTo>
                    <a:pt x="911580" y="907386"/>
                  </a:lnTo>
                  <a:lnTo>
                    <a:pt x="911979" y="907358"/>
                  </a:lnTo>
                  <a:lnTo>
                    <a:pt x="912378" y="907329"/>
                  </a:lnTo>
                  <a:lnTo>
                    <a:pt x="912777" y="907301"/>
                  </a:lnTo>
                  <a:lnTo>
                    <a:pt x="913176" y="907272"/>
                  </a:lnTo>
                  <a:lnTo>
                    <a:pt x="913575" y="907244"/>
                  </a:lnTo>
                  <a:lnTo>
                    <a:pt x="913974" y="907216"/>
                  </a:lnTo>
                  <a:lnTo>
                    <a:pt x="914400" y="907185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978375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185"/>
                  </a:lnTo>
                  <a:lnTo>
                    <a:pt x="905332" y="907159"/>
                  </a:lnTo>
                  <a:lnTo>
                    <a:pt x="905731" y="907130"/>
                  </a:lnTo>
                  <a:lnTo>
                    <a:pt x="906129" y="907102"/>
                  </a:lnTo>
                  <a:lnTo>
                    <a:pt x="906528" y="907074"/>
                  </a:lnTo>
                  <a:lnTo>
                    <a:pt x="906927" y="907045"/>
                  </a:lnTo>
                  <a:lnTo>
                    <a:pt x="907326" y="907017"/>
                  </a:lnTo>
                  <a:lnTo>
                    <a:pt x="907725" y="906989"/>
                  </a:lnTo>
                  <a:lnTo>
                    <a:pt x="908124" y="906960"/>
                  </a:lnTo>
                  <a:lnTo>
                    <a:pt x="908523" y="906932"/>
                  </a:lnTo>
                  <a:lnTo>
                    <a:pt x="908922" y="906904"/>
                  </a:lnTo>
                  <a:lnTo>
                    <a:pt x="909321" y="906876"/>
                  </a:lnTo>
                  <a:lnTo>
                    <a:pt x="909720" y="906847"/>
                  </a:lnTo>
                  <a:lnTo>
                    <a:pt x="910119" y="906819"/>
                  </a:lnTo>
                  <a:lnTo>
                    <a:pt x="910518" y="906791"/>
                  </a:lnTo>
                  <a:lnTo>
                    <a:pt x="910917" y="906763"/>
                  </a:lnTo>
                  <a:lnTo>
                    <a:pt x="911316" y="906735"/>
                  </a:lnTo>
                  <a:lnTo>
                    <a:pt x="911715" y="906706"/>
                  </a:lnTo>
                  <a:lnTo>
                    <a:pt x="912114" y="906678"/>
                  </a:lnTo>
                  <a:lnTo>
                    <a:pt x="912513" y="906650"/>
                  </a:lnTo>
                  <a:lnTo>
                    <a:pt x="912912" y="906622"/>
                  </a:lnTo>
                  <a:lnTo>
                    <a:pt x="913311" y="906594"/>
                  </a:lnTo>
                  <a:lnTo>
                    <a:pt x="913710" y="906566"/>
                  </a:lnTo>
                  <a:lnTo>
                    <a:pt x="914109" y="906538"/>
                  </a:lnTo>
                  <a:lnTo>
                    <a:pt x="914400" y="906517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987815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7" y="906510"/>
                  </a:lnTo>
                  <a:lnTo>
                    <a:pt x="905466" y="906481"/>
                  </a:lnTo>
                  <a:lnTo>
                    <a:pt x="905865" y="906453"/>
                  </a:lnTo>
                  <a:lnTo>
                    <a:pt x="906264" y="906425"/>
                  </a:lnTo>
                  <a:lnTo>
                    <a:pt x="906663" y="906397"/>
                  </a:lnTo>
                  <a:lnTo>
                    <a:pt x="907062" y="906369"/>
                  </a:lnTo>
                  <a:lnTo>
                    <a:pt x="907461" y="906341"/>
                  </a:lnTo>
                  <a:lnTo>
                    <a:pt x="907860" y="906313"/>
                  </a:lnTo>
                  <a:lnTo>
                    <a:pt x="908259" y="906285"/>
                  </a:lnTo>
                  <a:lnTo>
                    <a:pt x="908658" y="906257"/>
                  </a:lnTo>
                  <a:lnTo>
                    <a:pt x="909057" y="906229"/>
                  </a:lnTo>
                  <a:lnTo>
                    <a:pt x="909456" y="906201"/>
                  </a:lnTo>
                  <a:lnTo>
                    <a:pt x="909855" y="906173"/>
                  </a:lnTo>
                  <a:lnTo>
                    <a:pt x="910254" y="906146"/>
                  </a:lnTo>
                  <a:lnTo>
                    <a:pt x="910653" y="906118"/>
                  </a:lnTo>
                  <a:lnTo>
                    <a:pt x="911052" y="906090"/>
                  </a:lnTo>
                  <a:lnTo>
                    <a:pt x="911451" y="906062"/>
                  </a:lnTo>
                  <a:lnTo>
                    <a:pt x="911850" y="906034"/>
                  </a:lnTo>
                  <a:lnTo>
                    <a:pt x="912249" y="906006"/>
                  </a:lnTo>
                  <a:lnTo>
                    <a:pt x="912648" y="905978"/>
                  </a:lnTo>
                  <a:lnTo>
                    <a:pt x="913047" y="905950"/>
                  </a:lnTo>
                  <a:lnTo>
                    <a:pt x="913446" y="905923"/>
                  </a:lnTo>
                  <a:lnTo>
                    <a:pt x="913845" y="905895"/>
                  </a:lnTo>
                  <a:lnTo>
                    <a:pt x="914244" y="905867"/>
                  </a:lnTo>
                  <a:lnTo>
                    <a:pt x="914400" y="905856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997256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856"/>
                  </a:lnTo>
                  <a:lnTo>
                    <a:pt x="905203" y="905839"/>
                  </a:lnTo>
                  <a:lnTo>
                    <a:pt x="905602" y="905811"/>
                  </a:lnTo>
                  <a:lnTo>
                    <a:pt x="906001" y="905784"/>
                  </a:lnTo>
                  <a:lnTo>
                    <a:pt x="906400" y="905756"/>
                  </a:lnTo>
                  <a:lnTo>
                    <a:pt x="906799" y="905728"/>
                  </a:lnTo>
                  <a:lnTo>
                    <a:pt x="907198" y="905700"/>
                  </a:lnTo>
                  <a:lnTo>
                    <a:pt x="907597" y="905673"/>
                  </a:lnTo>
                  <a:lnTo>
                    <a:pt x="907996" y="905645"/>
                  </a:lnTo>
                  <a:lnTo>
                    <a:pt x="908395" y="905617"/>
                  </a:lnTo>
                  <a:lnTo>
                    <a:pt x="908794" y="905590"/>
                  </a:lnTo>
                  <a:lnTo>
                    <a:pt x="909193" y="905562"/>
                  </a:lnTo>
                  <a:lnTo>
                    <a:pt x="909592" y="905534"/>
                  </a:lnTo>
                  <a:lnTo>
                    <a:pt x="909991" y="905507"/>
                  </a:lnTo>
                  <a:lnTo>
                    <a:pt x="910390" y="905479"/>
                  </a:lnTo>
                  <a:lnTo>
                    <a:pt x="914400" y="905411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3006696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411"/>
                  </a:lnTo>
                  <a:lnTo>
                    <a:pt x="907297" y="905371"/>
                  </a:lnTo>
                  <a:lnTo>
                    <a:pt x="913638" y="905925"/>
                  </a:lnTo>
                  <a:lnTo>
                    <a:pt x="914400" y="906031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3016136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6031"/>
                  </a:lnTo>
                  <a:lnTo>
                    <a:pt x="914399" y="90735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3025576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350"/>
                  </a:lnTo>
                  <a:lnTo>
                    <a:pt x="914400" y="90866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3035017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68"/>
                  </a:lnTo>
                  <a:lnTo>
                    <a:pt x="914400" y="909987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3044457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7"/>
                  </a:lnTo>
                  <a:lnTo>
                    <a:pt x="914400" y="9112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3053897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238"/>
                  </a:lnTo>
                  <a:lnTo>
                    <a:pt x="905451" y="911077"/>
                  </a:lnTo>
                  <a:lnTo>
                    <a:pt x="905994" y="910899"/>
                  </a:lnTo>
                  <a:lnTo>
                    <a:pt x="906538" y="910721"/>
                  </a:lnTo>
                  <a:lnTo>
                    <a:pt x="907081" y="910543"/>
                  </a:lnTo>
                  <a:lnTo>
                    <a:pt x="907624" y="910366"/>
                  </a:lnTo>
                  <a:lnTo>
                    <a:pt x="908167" y="910188"/>
                  </a:lnTo>
                  <a:lnTo>
                    <a:pt x="908710" y="910010"/>
                  </a:lnTo>
                  <a:lnTo>
                    <a:pt x="909254" y="909833"/>
                  </a:lnTo>
                  <a:lnTo>
                    <a:pt x="909797" y="909655"/>
                  </a:lnTo>
                  <a:lnTo>
                    <a:pt x="910340" y="909478"/>
                  </a:lnTo>
                  <a:lnTo>
                    <a:pt x="910883" y="909300"/>
                  </a:lnTo>
                  <a:lnTo>
                    <a:pt x="911426" y="909123"/>
                  </a:lnTo>
                  <a:lnTo>
                    <a:pt x="911970" y="908945"/>
                  </a:lnTo>
                  <a:lnTo>
                    <a:pt x="912513" y="908768"/>
                  </a:lnTo>
                  <a:lnTo>
                    <a:pt x="913056" y="908590"/>
                  </a:lnTo>
                  <a:lnTo>
                    <a:pt x="913600" y="908413"/>
                  </a:lnTo>
                  <a:lnTo>
                    <a:pt x="914143" y="908236"/>
                  </a:lnTo>
                  <a:lnTo>
                    <a:pt x="914400" y="908152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3063337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152"/>
                  </a:lnTo>
                  <a:lnTo>
                    <a:pt x="905246" y="908058"/>
                  </a:lnTo>
                  <a:lnTo>
                    <a:pt x="905790" y="907881"/>
                  </a:lnTo>
                  <a:lnTo>
                    <a:pt x="906333" y="907704"/>
                  </a:lnTo>
                  <a:lnTo>
                    <a:pt x="906876" y="907526"/>
                  </a:lnTo>
                  <a:lnTo>
                    <a:pt x="907420" y="907349"/>
                  </a:lnTo>
                  <a:lnTo>
                    <a:pt x="907963" y="907172"/>
                  </a:lnTo>
                  <a:lnTo>
                    <a:pt x="908507" y="906995"/>
                  </a:lnTo>
                  <a:lnTo>
                    <a:pt x="909050" y="906817"/>
                  </a:lnTo>
                  <a:lnTo>
                    <a:pt x="909593" y="906640"/>
                  </a:lnTo>
                  <a:lnTo>
                    <a:pt x="910137" y="906463"/>
                  </a:lnTo>
                  <a:lnTo>
                    <a:pt x="910680" y="906286"/>
                  </a:lnTo>
                  <a:lnTo>
                    <a:pt x="911224" y="906109"/>
                  </a:lnTo>
                  <a:lnTo>
                    <a:pt x="911767" y="905932"/>
                  </a:lnTo>
                  <a:lnTo>
                    <a:pt x="912311" y="905755"/>
                  </a:lnTo>
                  <a:lnTo>
                    <a:pt x="912855" y="905578"/>
                  </a:lnTo>
                  <a:lnTo>
                    <a:pt x="913398" y="905401"/>
                  </a:lnTo>
                  <a:lnTo>
                    <a:pt x="913942" y="905224"/>
                  </a:lnTo>
                  <a:lnTo>
                    <a:pt x="914400" y="905075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3072778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45" y="905047"/>
                  </a:lnTo>
                  <a:lnTo>
                    <a:pt x="905589" y="904870"/>
                  </a:lnTo>
                  <a:lnTo>
                    <a:pt x="906132" y="904693"/>
                  </a:lnTo>
                  <a:lnTo>
                    <a:pt x="911753" y="903133"/>
                  </a:lnTo>
                  <a:lnTo>
                    <a:pt x="914400" y="90264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3082218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2649"/>
                  </a:lnTo>
                  <a:lnTo>
                    <a:pt x="907968" y="902100"/>
                  </a:lnTo>
                  <a:lnTo>
                    <a:pt x="913645" y="901595"/>
                  </a:lnTo>
                  <a:lnTo>
                    <a:pt x="913989" y="901581"/>
                  </a:lnTo>
                  <a:lnTo>
                    <a:pt x="914399" y="901564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3091658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564"/>
                  </a:lnTo>
                  <a:lnTo>
                    <a:pt x="905242" y="901552"/>
                  </a:lnTo>
                  <a:lnTo>
                    <a:pt x="905589" y="901537"/>
                  </a:lnTo>
                  <a:lnTo>
                    <a:pt x="905935" y="901523"/>
                  </a:lnTo>
                  <a:lnTo>
                    <a:pt x="906282" y="901508"/>
                  </a:lnTo>
                  <a:lnTo>
                    <a:pt x="906628" y="901494"/>
                  </a:lnTo>
                  <a:lnTo>
                    <a:pt x="906975" y="901479"/>
                  </a:lnTo>
                  <a:lnTo>
                    <a:pt x="907321" y="901465"/>
                  </a:lnTo>
                  <a:lnTo>
                    <a:pt x="907668" y="901450"/>
                  </a:lnTo>
                  <a:lnTo>
                    <a:pt x="908014" y="901436"/>
                  </a:lnTo>
                  <a:lnTo>
                    <a:pt x="908361" y="901421"/>
                  </a:lnTo>
                  <a:lnTo>
                    <a:pt x="908707" y="901407"/>
                  </a:lnTo>
                  <a:lnTo>
                    <a:pt x="909054" y="901392"/>
                  </a:lnTo>
                  <a:lnTo>
                    <a:pt x="909400" y="901378"/>
                  </a:lnTo>
                  <a:lnTo>
                    <a:pt x="909747" y="901363"/>
                  </a:lnTo>
                  <a:lnTo>
                    <a:pt x="910093" y="901349"/>
                  </a:lnTo>
                  <a:lnTo>
                    <a:pt x="910440" y="901335"/>
                  </a:lnTo>
                  <a:lnTo>
                    <a:pt x="910786" y="901320"/>
                  </a:lnTo>
                  <a:lnTo>
                    <a:pt x="911133" y="901306"/>
                  </a:lnTo>
                  <a:lnTo>
                    <a:pt x="911479" y="901291"/>
                  </a:lnTo>
                  <a:lnTo>
                    <a:pt x="911826" y="901277"/>
                  </a:lnTo>
                  <a:lnTo>
                    <a:pt x="912172" y="901263"/>
                  </a:lnTo>
                  <a:lnTo>
                    <a:pt x="912519" y="901248"/>
                  </a:lnTo>
                  <a:lnTo>
                    <a:pt x="912865" y="901234"/>
                  </a:lnTo>
                  <a:lnTo>
                    <a:pt x="913212" y="901220"/>
                  </a:lnTo>
                  <a:lnTo>
                    <a:pt x="913558" y="901205"/>
                  </a:lnTo>
                  <a:lnTo>
                    <a:pt x="913905" y="901191"/>
                  </a:lnTo>
                  <a:lnTo>
                    <a:pt x="914251" y="901177"/>
                  </a:lnTo>
                  <a:lnTo>
                    <a:pt x="914400" y="90117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3101098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170"/>
                  </a:lnTo>
                  <a:lnTo>
                    <a:pt x="905158" y="901162"/>
                  </a:lnTo>
                  <a:lnTo>
                    <a:pt x="905504" y="901148"/>
                  </a:lnTo>
                  <a:lnTo>
                    <a:pt x="905851" y="901134"/>
                  </a:lnTo>
                  <a:lnTo>
                    <a:pt x="906197" y="901119"/>
                  </a:lnTo>
                  <a:lnTo>
                    <a:pt x="906544" y="901105"/>
                  </a:lnTo>
                  <a:lnTo>
                    <a:pt x="906890" y="901091"/>
                  </a:lnTo>
                  <a:lnTo>
                    <a:pt x="907237" y="901077"/>
                  </a:lnTo>
                  <a:lnTo>
                    <a:pt x="907583" y="901062"/>
                  </a:lnTo>
                  <a:lnTo>
                    <a:pt x="907930" y="901048"/>
                  </a:lnTo>
                  <a:lnTo>
                    <a:pt x="908276" y="901034"/>
                  </a:lnTo>
                  <a:lnTo>
                    <a:pt x="908623" y="901020"/>
                  </a:lnTo>
                  <a:lnTo>
                    <a:pt x="908970" y="901006"/>
                  </a:lnTo>
                  <a:lnTo>
                    <a:pt x="909316" y="900991"/>
                  </a:lnTo>
                  <a:lnTo>
                    <a:pt x="909663" y="900977"/>
                  </a:lnTo>
                  <a:lnTo>
                    <a:pt x="910009" y="900963"/>
                  </a:lnTo>
                  <a:lnTo>
                    <a:pt x="910356" y="900949"/>
                  </a:lnTo>
                  <a:lnTo>
                    <a:pt x="910702" y="900935"/>
                  </a:lnTo>
                  <a:lnTo>
                    <a:pt x="911049" y="900921"/>
                  </a:lnTo>
                  <a:lnTo>
                    <a:pt x="911395" y="900906"/>
                  </a:lnTo>
                  <a:lnTo>
                    <a:pt x="911742" y="900892"/>
                  </a:lnTo>
                  <a:lnTo>
                    <a:pt x="912088" y="900878"/>
                  </a:lnTo>
                  <a:lnTo>
                    <a:pt x="912435" y="900864"/>
                  </a:lnTo>
                  <a:lnTo>
                    <a:pt x="912781" y="900850"/>
                  </a:lnTo>
                  <a:lnTo>
                    <a:pt x="913128" y="900836"/>
                  </a:lnTo>
                  <a:lnTo>
                    <a:pt x="913474" y="900822"/>
                  </a:lnTo>
                  <a:lnTo>
                    <a:pt x="913821" y="900808"/>
                  </a:lnTo>
                  <a:lnTo>
                    <a:pt x="914168" y="900794"/>
                  </a:lnTo>
                  <a:lnTo>
                    <a:pt x="914400" y="900784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3110538" y="215022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74" y="918350"/>
                  </a:lnTo>
                  <a:lnTo>
                    <a:pt x="905420" y="918335"/>
                  </a:lnTo>
                  <a:lnTo>
                    <a:pt x="905767" y="918321"/>
                  </a:lnTo>
                  <a:lnTo>
                    <a:pt x="906113" y="918307"/>
                  </a:lnTo>
                  <a:lnTo>
                    <a:pt x="906460" y="918293"/>
                  </a:lnTo>
                  <a:lnTo>
                    <a:pt x="906807" y="918279"/>
                  </a:lnTo>
                  <a:lnTo>
                    <a:pt x="907153" y="918265"/>
                  </a:lnTo>
                  <a:lnTo>
                    <a:pt x="907500" y="918251"/>
                  </a:lnTo>
                  <a:lnTo>
                    <a:pt x="909169" y="918259"/>
                  </a:lnTo>
                  <a:lnTo>
                    <a:pt x="909282" y="917885"/>
                  </a:lnTo>
                  <a:lnTo>
                    <a:pt x="909397" y="917498"/>
                  </a:lnTo>
                  <a:lnTo>
                    <a:pt x="909513" y="917112"/>
                  </a:lnTo>
                  <a:lnTo>
                    <a:pt x="909629" y="916725"/>
                  </a:lnTo>
                  <a:lnTo>
                    <a:pt x="909745" y="916339"/>
                  </a:lnTo>
                  <a:lnTo>
                    <a:pt x="909861" y="915952"/>
                  </a:lnTo>
                  <a:lnTo>
                    <a:pt x="909976" y="915566"/>
                  </a:lnTo>
                  <a:lnTo>
                    <a:pt x="910352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311053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311997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312941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313885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3148299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315774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3167180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317662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318606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319550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3204941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3214381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322382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323326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324270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325214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326158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327102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328046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328990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329934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330878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331822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332766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333710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334654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335598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3365425" y="216779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11"/>
                  </a:lnTo>
                  <a:lnTo>
                    <a:pt x="923278" y="907906"/>
                  </a:lnTo>
                  <a:lnTo>
                    <a:pt x="922456" y="910973"/>
                  </a:lnTo>
                  <a:lnTo>
                    <a:pt x="921634" y="914041"/>
                  </a:lnTo>
                  <a:lnTo>
                    <a:pt x="921538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3374865" y="2150222"/>
              <a:ext cx="916811" cy="923381"/>
            </a:xfrm>
            <a:custGeom>
              <a:avLst/>
              <a:pathLst>
                <a:path w="916811" h="923381">
                  <a:moveTo>
                    <a:pt x="914400" y="914400"/>
                  </a:moveTo>
                  <a:lnTo>
                    <a:pt x="916811" y="914400"/>
                  </a:lnTo>
                  <a:lnTo>
                    <a:pt x="916307" y="916275"/>
                  </a:lnTo>
                  <a:lnTo>
                    <a:pt x="915483" y="919342"/>
                  </a:lnTo>
                  <a:lnTo>
                    <a:pt x="914660" y="922409"/>
                  </a:lnTo>
                  <a:lnTo>
                    <a:pt x="914400" y="92338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364760" y="2132652"/>
              <a:ext cx="914399" cy="919470"/>
            </a:xfrm>
            <a:custGeom>
              <a:avLst/>
              <a:pathLst>
                <a:path w="914399" h="919470">
                  <a:moveTo>
                    <a:pt x="914399" y="914400"/>
                  </a:moveTo>
                  <a:lnTo>
                    <a:pt x="914399" y="919470"/>
                  </a:lnTo>
                  <a:lnTo>
                    <a:pt x="914134" y="918889"/>
                  </a:lnTo>
                  <a:lnTo>
                    <a:pt x="913337" y="917142"/>
                  </a:lnTo>
                  <a:lnTo>
                    <a:pt x="912157" y="914400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364760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94" y="931969"/>
                  </a:lnTo>
                  <a:lnTo>
                    <a:pt x="919668" y="931033"/>
                  </a:lnTo>
                  <a:lnTo>
                    <a:pt x="918878" y="929298"/>
                  </a:lnTo>
                  <a:lnTo>
                    <a:pt x="918088" y="927563"/>
                  </a:lnTo>
                  <a:lnTo>
                    <a:pt x="917298" y="925828"/>
                  </a:lnTo>
                  <a:lnTo>
                    <a:pt x="916507" y="924093"/>
                  </a:lnTo>
                  <a:lnTo>
                    <a:pt x="915716" y="922358"/>
                  </a:lnTo>
                  <a:lnTo>
                    <a:pt x="914925" y="920624"/>
                  </a:lnTo>
                  <a:lnTo>
                    <a:pt x="914399" y="91947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37420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383640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39308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402521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41196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421401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43084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44028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44972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45916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246860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2478042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248748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2496923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250636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2515803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52524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53468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54412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553564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56300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572445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58188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591325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600766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610206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619646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629086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63852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64796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65740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66684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676287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695168" y="215022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89" y="896830"/>
                  </a:lnTo>
                  <a:lnTo>
                    <a:pt x="914320" y="907220"/>
                  </a:lnTo>
                  <a:lnTo>
                    <a:pt x="914400" y="907640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695168" y="2150222"/>
              <a:ext cx="915676" cy="914400"/>
            </a:xfrm>
            <a:custGeom>
              <a:avLst/>
              <a:pathLst>
                <a:path w="915676" h="914400">
                  <a:moveTo>
                    <a:pt x="914400" y="914400"/>
                  </a:moveTo>
                  <a:lnTo>
                    <a:pt x="914400" y="907640"/>
                  </a:lnTo>
                  <a:lnTo>
                    <a:pt x="914426" y="907781"/>
                  </a:lnTo>
                  <a:lnTo>
                    <a:pt x="914533" y="908347"/>
                  </a:lnTo>
                  <a:lnTo>
                    <a:pt x="914640" y="908913"/>
                  </a:lnTo>
                  <a:lnTo>
                    <a:pt x="914747" y="909479"/>
                  </a:lnTo>
                  <a:lnTo>
                    <a:pt x="914854" y="910046"/>
                  </a:lnTo>
                  <a:lnTo>
                    <a:pt x="914961" y="910612"/>
                  </a:lnTo>
                  <a:lnTo>
                    <a:pt x="915068" y="911178"/>
                  </a:lnTo>
                  <a:lnTo>
                    <a:pt x="915175" y="911744"/>
                  </a:lnTo>
                  <a:lnTo>
                    <a:pt x="915282" y="912310"/>
                  </a:lnTo>
                  <a:lnTo>
                    <a:pt x="915389" y="912876"/>
                  </a:lnTo>
                  <a:lnTo>
                    <a:pt x="915496" y="913443"/>
                  </a:lnTo>
                  <a:lnTo>
                    <a:pt x="915603" y="914009"/>
                  </a:lnTo>
                  <a:lnTo>
                    <a:pt x="915676" y="914400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3110538" y="215022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352" y="914400"/>
                  </a:lnTo>
                  <a:lnTo>
                    <a:pt x="913645" y="904182"/>
                  </a:lnTo>
                  <a:lnTo>
                    <a:pt x="914400" y="902144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3119979" y="213265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714"/>
                  </a:lnTo>
                  <a:lnTo>
                    <a:pt x="906926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311997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312941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313885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3148299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315774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3167180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317662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318606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319550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3204941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3214381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322382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323326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324270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325214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326158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327102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328046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328990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329934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330878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331822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332766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333710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334654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335598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336542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3374865" y="2150222"/>
              <a:ext cx="921032" cy="914400"/>
            </a:xfrm>
            <a:custGeom>
              <a:avLst/>
              <a:pathLst>
                <a:path w="92103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032" y="896830"/>
                  </a:lnTo>
                  <a:lnTo>
                    <a:pt x="919658" y="903146"/>
                  </a:lnTo>
                  <a:lnTo>
                    <a:pt x="917136" y="913189"/>
                  </a:lnTo>
                  <a:lnTo>
                    <a:pt x="91681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364760" y="2115082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157" y="931969"/>
                  </a:lnTo>
                  <a:lnTo>
                    <a:pt x="909304" y="925343"/>
                  </a:lnTo>
                  <a:lnTo>
                    <a:pt x="905564" y="915562"/>
                  </a:lnTo>
                  <a:lnTo>
                    <a:pt x="905171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364760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37420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383640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39308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402521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41196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421401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43084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44028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44972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45916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46860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478042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48748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496923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50636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515803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52524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53468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54412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553564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56300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572445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58188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2591325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2600766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2610206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2619646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2629086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263852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264796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265740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266684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2676287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2685728" y="2132652"/>
              <a:ext cx="921629" cy="914400"/>
            </a:xfrm>
            <a:custGeom>
              <a:avLst/>
              <a:pathLst>
                <a:path w="92162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185" y="896830"/>
                  </a:lnTo>
                  <a:lnTo>
                    <a:pt x="919202" y="904216"/>
                  </a:lnTo>
                  <a:lnTo>
                    <a:pt x="921629" y="914400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3119979" y="211508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926" y="931969"/>
                  </a:lnTo>
                  <a:lnTo>
                    <a:pt x="908251" y="928390"/>
                  </a:lnTo>
                  <a:lnTo>
                    <a:pt x="908445" y="927900"/>
                  </a:lnTo>
                  <a:lnTo>
                    <a:pt x="908641" y="927404"/>
                  </a:lnTo>
                  <a:lnTo>
                    <a:pt x="908838" y="926908"/>
                  </a:lnTo>
                  <a:lnTo>
                    <a:pt x="909034" y="926412"/>
                  </a:lnTo>
                  <a:lnTo>
                    <a:pt x="909230" y="925916"/>
                  </a:lnTo>
                  <a:lnTo>
                    <a:pt x="909427" y="925420"/>
                  </a:lnTo>
                  <a:lnTo>
                    <a:pt x="909623" y="924924"/>
                  </a:lnTo>
                  <a:lnTo>
                    <a:pt x="909819" y="924428"/>
                  </a:lnTo>
                  <a:lnTo>
                    <a:pt x="910016" y="923932"/>
                  </a:lnTo>
                  <a:lnTo>
                    <a:pt x="910212" y="923436"/>
                  </a:lnTo>
                  <a:lnTo>
                    <a:pt x="910408" y="922939"/>
                  </a:lnTo>
                  <a:lnTo>
                    <a:pt x="910605" y="922443"/>
                  </a:lnTo>
                  <a:lnTo>
                    <a:pt x="910801" y="921947"/>
                  </a:lnTo>
                  <a:lnTo>
                    <a:pt x="910998" y="921451"/>
                  </a:lnTo>
                  <a:lnTo>
                    <a:pt x="911194" y="920955"/>
                  </a:lnTo>
                  <a:lnTo>
                    <a:pt x="911391" y="920459"/>
                  </a:lnTo>
                  <a:lnTo>
                    <a:pt x="911587" y="919963"/>
                  </a:lnTo>
                  <a:lnTo>
                    <a:pt x="911784" y="919467"/>
                  </a:lnTo>
                  <a:lnTo>
                    <a:pt x="911980" y="918971"/>
                  </a:lnTo>
                  <a:lnTo>
                    <a:pt x="912177" y="918475"/>
                  </a:lnTo>
                  <a:lnTo>
                    <a:pt x="912374" y="917979"/>
                  </a:lnTo>
                  <a:lnTo>
                    <a:pt x="912570" y="917483"/>
                  </a:lnTo>
                  <a:lnTo>
                    <a:pt x="912767" y="916987"/>
                  </a:lnTo>
                  <a:lnTo>
                    <a:pt x="912963" y="916491"/>
                  </a:lnTo>
                  <a:lnTo>
                    <a:pt x="913160" y="915995"/>
                  </a:lnTo>
                  <a:lnTo>
                    <a:pt x="913357" y="915499"/>
                  </a:lnTo>
                  <a:lnTo>
                    <a:pt x="913553" y="915003"/>
                  </a:lnTo>
                  <a:lnTo>
                    <a:pt x="913792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311997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312941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313885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3148299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315774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3167180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317662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318606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319550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3204941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3214381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322382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323326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324270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325214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326158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327102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328046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328990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329934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30878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331822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332766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333710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334654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335598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336542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3374865" y="213265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36" y="899957"/>
                  </a:lnTo>
                  <a:lnTo>
                    <a:pt x="921894" y="910439"/>
                  </a:lnTo>
                  <a:lnTo>
                    <a:pt x="921032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3384305" y="2115082"/>
              <a:ext cx="914879" cy="917505"/>
            </a:xfrm>
            <a:custGeom>
              <a:avLst/>
              <a:pathLst>
                <a:path w="914879" h="917505">
                  <a:moveTo>
                    <a:pt x="914400" y="914400"/>
                  </a:moveTo>
                  <a:lnTo>
                    <a:pt x="914879" y="914400"/>
                  </a:lnTo>
                  <a:lnTo>
                    <a:pt x="914400" y="91750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2355319" y="2097513"/>
              <a:ext cx="914400" cy="931343"/>
            </a:xfrm>
            <a:custGeom>
              <a:avLst/>
              <a:pathLst>
                <a:path w="914400" h="931343">
                  <a:moveTo>
                    <a:pt x="914400" y="914400"/>
                  </a:moveTo>
                  <a:lnTo>
                    <a:pt x="914400" y="931343"/>
                  </a:lnTo>
                  <a:lnTo>
                    <a:pt x="911569" y="922970"/>
                  </a:lnTo>
                  <a:lnTo>
                    <a:pt x="911438" y="922527"/>
                  </a:lnTo>
                  <a:lnTo>
                    <a:pt x="907999" y="918269"/>
                  </a:lnTo>
                  <a:lnTo>
                    <a:pt x="905203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235531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11" y="931969"/>
                  </a:lnTo>
                  <a:lnTo>
                    <a:pt x="914400" y="931343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2364760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237420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2383640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239308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2402521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241196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421401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43084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44028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44972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45916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46860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478042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48748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496923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50636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515803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52524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53468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254412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2553564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256300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2572445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258188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2591325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2600766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2610206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2619646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2629086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263852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264796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265740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266684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2685728" y="211508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624" y="896830"/>
                  </a:lnTo>
                  <a:lnTo>
                    <a:pt x="913504" y="902220"/>
                  </a:lnTo>
                  <a:lnTo>
                    <a:pt x="914399" y="90510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2685728" y="2115082"/>
              <a:ext cx="917185" cy="914400"/>
            </a:xfrm>
            <a:custGeom>
              <a:avLst/>
              <a:pathLst>
                <a:path w="917185" h="914400">
                  <a:moveTo>
                    <a:pt x="914399" y="914400"/>
                  </a:moveTo>
                  <a:lnTo>
                    <a:pt x="914399" y="905109"/>
                  </a:lnTo>
                  <a:lnTo>
                    <a:pt x="916492" y="911863"/>
                  </a:lnTo>
                  <a:lnTo>
                    <a:pt x="917185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3119979" y="211508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792" y="914400"/>
                  </a:lnTo>
                  <a:lnTo>
                    <a:pt x="913947" y="914011"/>
                  </a:lnTo>
                  <a:lnTo>
                    <a:pt x="914143" y="913515"/>
                  </a:lnTo>
                  <a:lnTo>
                    <a:pt x="914340" y="913019"/>
                  </a:lnTo>
                  <a:lnTo>
                    <a:pt x="914400" y="9128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3129419" y="209751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439"/>
                  </a:lnTo>
                  <a:lnTo>
                    <a:pt x="905096" y="930093"/>
                  </a:lnTo>
                  <a:lnTo>
                    <a:pt x="905293" y="929597"/>
                  </a:lnTo>
                  <a:lnTo>
                    <a:pt x="905490" y="929101"/>
                  </a:lnTo>
                  <a:lnTo>
                    <a:pt x="905687" y="928605"/>
                  </a:lnTo>
                  <a:lnTo>
                    <a:pt x="905884" y="928109"/>
                  </a:lnTo>
                  <a:lnTo>
                    <a:pt x="906080" y="927613"/>
                  </a:lnTo>
                  <a:lnTo>
                    <a:pt x="906277" y="927117"/>
                  </a:lnTo>
                  <a:lnTo>
                    <a:pt x="906474" y="926621"/>
                  </a:lnTo>
                  <a:lnTo>
                    <a:pt x="906671" y="926125"/>
                  </a:lnTo>
                  <a:lnTo>
                    <a:pt x="906868" y="925629"/>
                  </a:lnTo>
                  <a:lnTo>
                    <a:pt x="907065" y="925133"/>
                  </a:lnTo>
                  <a:lnTo>
                    <a:pt x="907261" y="924637"/>
                  </a:lnTo>
                  <a:lnTo>
                    <a:pt x="907458" y="924141"/>
                  </a:lnTo>
                  <a:lnTo>
                    <a:pt x="907655" y="923645"/>
                  </a:lnTo>
                  <a:lnTo>
                    <a:pt x="907852" y="923149"/>
                  </a:lnTo>
                  <a:lnTo>
                    <a:pt x="908049" y="922653"/>
                  </a:lnTo>
                  <a:lnTo>
                    <a:pt x="908246" y="922157"/>
                  </a:lnTo>
                  <a:lnTo>
                    <a:pt x="908443" y="921661"/>
                  </a:lnTo>
                  <a:lnTo>
                    <a:pt x="908640" y="921165"/>
                  </a:lnTo>
                  <a:lnTo>
                    <a:pt x="908837" y="920669"/>
                  </a:lnTo>
                  <a:lnTo>
                    <a:pt x="909034" y="920173"/>
                  </a:lnTo>
                  <a:lnTo>
                    <a:pt x="909231" y="919677"/>
                  </a:lnTo>
                  <a:lnTo>
                    <a:pt x="909428" y="919181"/>
                  </a:lnTo>
                  <a:lnTo>
                    <a:pt x="909625" y="918685"/>
                  </a:lnTo>
                  <a:lnTo>
                    <a:pt x="909822" y="918190"/>
                  </a:lnTo>
                  <a:lnTo>
                    <a:pt x="910019" y="917694"/>
                  </a:lnTo>
                  <a:lnTo>
                    <a:pt x="910217" y="917198"/>
                  </a:lnTo>
                  <a:lnTo>
                    <a:pt x="910414" y="916702"/>
                  </a:lnTo>
                  <a:lnTo>
                    <a:pt x="910611" y="916206"/>
                  </a:lnTo>
                  <a:lnTo>
                    <a:pt x="910808" y="915710"/>
                  </a:lnTo>
                  <a:lnTo>
                    <a:pt x="911005" y="915214"/>
                  </a:lnTo>
                  <a:lnTo>
                    <a:pt x="911202" y="914718"/>
                  </a:lnTo>
                  <a:lnTo>
                    <a:pt x="911329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312941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313885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3148299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315774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3167180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317662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318606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319550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204941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214381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22382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323326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324270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325214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326158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327102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328046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328990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3299343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330878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331822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332766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333710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334654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335598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336542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337486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3384305" y="2115082"/>
              <a:ext cx="917285" cy="914400"/>
            </a:xfrm>
            <a:custGeom>
              <a:avLst/>
              <a:pathLst>
                <a:path w="9172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285" y="896830"/>
                  </a:lnTo>
                  <a:lnTo>
                    <a:pt x="916040" y="906870"/>
                  </a:lnTo>
                  <a:lnTo>
                    <a:pt x="91487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336439" y="2079943"/>
              <a:ext cx="914400" cy="916806"/>
            </a:xfrm>
            <a:custGeom>
              <a:avLst/>
              <a:pathLst>
                <a:path w="914400" h="916806">
                  <a:moveTo>
                    <a:pt x="914400" y="914400"/>
                  </a:moveTo>
                  <a:lnTo>
                    <a:pt x="914400" y="916806"/>
                  </a:lnTo>
                  <a:lnTo>
                    <a:pt x="913190" y="914734"/>
                  </a:lnTo>
                  <a:lnTo>
                    <a:pt x="913014" y="914400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336439" y="2079943"/>
              <a:ext cx="923840" cy="931632"/>
            </a:xfrm>
            <a:custGeom>
              <a:avLst/>
              <a:pathLst>
                <a:path w="923840" h="93163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632"/>
                  </a:lnTo>
                  <a:lnTo>
                    <a:pt x="922120" y="929252"/>
                  </a:lnTo>
                  <a:lnTo>
                    <a:pt x="917553" y="922210"/>
                  </a:lnTo>
                  <a:lnTo>
                    <a:pt x="914400" y="916806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34587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3" y="931969"/>
                  </a:lnTo>
                  <a:lnTo>
                    <a:pt x="914400" y="931632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35531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364760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37420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2383640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239308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2402521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241196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2421401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243084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244028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244972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245916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246860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2478042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248748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2496923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250636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2515803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52524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53468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54412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553564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56300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572445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58188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591325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2600766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2610206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2619646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2629086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263852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264796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265740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2676287" y="209751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6" y="896830"/>
                  </a:lnTo>
                  <a:lnTo>
                    <a:pt x="914399" y="89738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2676287" y="2097513"/>
              <a:ext cx="921064" cy="914400"/>
            </a:xfrm>
            <a:custGeom>
              <a:avLst/>
              <a:pathLst>
                <a:path w="921064" h="914400">
                  <a:moveTo>
                    <a:pt x="914399" y="914400"/>
                  </a:moveTo>
                  <a:lnTo>
                    <a:pt x="914399" y="897388"/>
                  </a:lnTo>
                  <a:lnTo>
                    <a:pt x="916170" y="901451"/>
                  </a:lnTo>
                  <a:lnTo>
                    <a:pt x="919688" y="910454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3129419" y="209751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29" y="914400"/>
                  </a:lnTo>
                  <a:lnTo>
                    <a:pt x="911400" y="914222"/>
                  </a:lnTo>
                  <a:lnTo>
                    <a:pt x="914400" y="907053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3138859" y="207994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623"/>
                  </a:lnTo>
                  <a:lnTo>
                    <a:pt x="905382" y="923613"/>
                  </a:lnTo>
                  <a:lnTo>
                    <a:pt x="909016" y="915758"/>
                  </a:lnTo>
                  <a:lnTo>
                    <a:pt x="909710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313885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3148299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315774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3167180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317662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318606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319550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3204941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3214381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322382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323326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324270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325214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26158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27102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28046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328990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3299343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330878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331822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332766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333710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334654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335598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336542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337486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3384305" y="2097513"/>
              <a:ext cx="918801" cy="914400"/>
            </a:xfrm>
            <a:custGeom>
              <a:avLst/>
              <a:pathLst>
                <a:path w="91880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01" y="896830"/>
                  </a:lnTo>
                  <a:lnTo>
                    <a:pt x="918413" y="902718"/>
                  </a:lnTo>
                  <a:lnTo>
                    <a:pt x="917380" y="913637"/>
                  </a:lnTo>
                  <a:lnTo>
                    <a:pt x="91728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326999" y="2062373"/>
              <a:ext cx="914400" cy="915741"/>
            </a:xfrm>
            <a:custGeom>
              <a:avLst/>
              <a:pathLst>
                <a:path w="914400" h="915741">
                  <a:moveTo>
                    <a:pt x="914400" y="914400"/>
                  </a:moveTo>
                  <a:lnTo>
                    <a:pt x="914400" y="915741"/>
                  </a:lnTo>
                  <a:lnTo>
                    <a:pt x="913829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32699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55" y="931969"/>
                  </a:lnTo>
                  <a:lnTo>
                    <a:pt x="918483" y="924412"/>
                  </a:lnTo>
                  <a:lnTo>
                    <a:pt x="914564" y="916128"/>
                  </a:lnTo>
                  <a:lnTo>
                    <a:pt x="914400" y="915741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33643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34587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35531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364760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237420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2383640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239308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2402521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241196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2421401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243084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244028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244972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245916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246860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478042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48748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496923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50636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515803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52524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53468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54412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553564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256300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2572445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258188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2591325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2600766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2610206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2619646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2629086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263852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264796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265740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666847" y="2079943"/>
              <a:ext cx="923596" cy="914400"/>
            </a:xfrm>
            <a:custGeom>
              <a:avLst/>
              <a:pathLst>
                <a:path w="92359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987" y="896830"/>
                  </a:lnTo>
                  <a:lnTo>
                    <a:pt x="917835" y="902114"/>
                  </a:lnTo>
                  <a:lnTo>
                    <a:pt x="921843" y="910376"/>
                  </a:lnTo>
                  <a:lnTo>
                    <a:pt x="923596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3138859" y="207994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710" y="914400"/>
                  </a:lnTo>
                  <a:lnTo>
                    <a:pt x="912854" y="908244"/>
                  </a:lnTo>
                  <a:lnTo>
                    <a:pt x="914400" y="905501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3148299" y="2062373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071"/>
                  </a:lnTo>
                  <a:lnTo>
                    <a:pt x="907445" y="918661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3148299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315774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3167180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317662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318606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319550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3204941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214381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22382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23326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24270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325214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326158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327102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328046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328990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3299343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330878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331822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332766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333710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334654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335598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336542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337486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3384305" y="2079943"/>
              <a:ext cx="919561" cy="914400"/>
            </a:xfrm>
            <a:custGeom>
              <a:avLst/>
              <a:pathLst>
                <a:path w="9195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561" y="896830"/>
                  </a:lnTo>
                  <a:lnTo>
                    <a:pt x="919549" y="898222"/>
                  </a:lnTo>
                  <a:lnTo>
                    <a:pt x="919137" y="909283"/>
                  </a:lnTo>
                  <a:lnTo>
                    <a:pt x="91880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326999" y="204480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829" y="931969"/>
                  </a:lnTo>
                  <a:lnTo>
                    <a:pt x="910883" y="925043"/>
                  </a:lnTo>
                  <a:lnTo>
                    <a:pt x="907451" y="916042"/>
                  </a:lnTo>
                  <a:lnTo>
                    <a:pt x="906892" y="914400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32699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233643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234587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235531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2364760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237420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2383640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239308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2402521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241196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2421401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243084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44028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44972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45916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46860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478042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48748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496923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50636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515803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252524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253468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254412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2553564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2563005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2572445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2581885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2591325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2600766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2610206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2619646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629086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63852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657407" y="206237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495" y="896830"/>
                  </a:lnTo>
                  <a:lnTo>
                    <a:pt x="913929" y="897413"/>
                  </a:lnTo>
                  <a:lnTo>
                    <a:pt x="914400" y="89811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666847" y="206237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8118"/>
                  </a:lnTo>
                  <a:lnTo>
                    <a:pt x="909146" y="904395"/>
                  </a:lnTo>
                  <a:lnTo>
                    <a:pt x="913599" y="911826"/>
                  </a:lnTo>
                  <a:lnTo>
                    <a:pt x="914400" y="91331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666847" y="2062373"/>
              <a:ext cx="914987" cy="914400"/>
            </a:xfrm>
            <a:custGeom>
              <a:avLst/>
              <a:pathLst>
                <a:path w="914987" h="914400">
                  <a:moveTo>
                    <a:pt x="914400" y="914400"/>
                  </a:moveTo>
                  <a:lnTo>
                    <a:pt x="914400" y="913310"/>
                  </a:lnTo>
                  <a:lnTo>
                    <a:pt x="914987" y="914400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3148299" y="206237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967" y="914400"/>
                  </a:lnTo>
                  <a:lnTo>
                    <a:pt x="914399" y="906913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3157740" y="204480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483"/>
                  </a:lnTo>
                  <a:lnTo>
                    <a:pt x="909787" y="916250"/>
                  </a:lnTo>
                  <a:lnTo>
                    <a:pt x="909861" y="915922"/>
                  </a:lnTo>
                  <a:lnTo>
                    <a:pt x="909935" y="915595"/>
                  </a:lnTo>
                  <a:lnTo>
                    <a:pt x="910009" y="915267"/>
                  </a:lnTo>
                  <a:lnTo>
                    <a:pt x="910083" y="914939"/>
                  </a:lnTo>
                  <a:lnTo>
                    <a:pt x="910157" y="914611"/>
                  </a:lnTo>
                  <a:lnTo>
                    <a:pt x="910205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315774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3167180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17662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18606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19550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204941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3214381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322382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323326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324270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325214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326158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327102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328046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328990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3299343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330878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331822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332766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333710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334654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355985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365425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374865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384305" y="2062373"/>
              <a:ext cx="919910" cy="914400"/>
            </a:xfrm>
            <a:custGeom>
              <a:avLst/>
              <a:pathLst>
                <a:path w="9199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910" y="896830"/>
                  </a:lnTo>
                  <a:lnTo>
                    <a:pt x="919517" y="897955"/>
                  </a:lnTo>
                  <a:lnTo>
                    <a:pt x="919647" y="904706"/>
                  </a:lnTo>
                  <a:lnTo>
                    <a:pt x="91956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2317558" y="2027233"/>
              <a:ext cx="914400" cy="926294"/>
            </a:xfrm>
            <a:custGeom>
              <a:avLst/>
              <a:pathLst>
                <a:path w="914400" h="926294">
                  <a:moveTo>
                    <a:pt x="914400" y="914400"/>
                  </a:moveTo>
                  <a:lnTo>
                    <a:pt x="914400" y="926294"/>
                  </a:lnTo>
                  <a:lnTo>
                    <a:pt x="913717" y="924288"/>
                  </a:lnTo>
                  <a:lnTo>
                    <a:pt x="910808" y="914668"/>
                  </a:lnTo>
                  <a:lnTo>
                    <a:pt x="910737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231755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332" y="931969"/>
                  </a:lnTo>
                  <a:lnTo>
                    <a:pt x="914400" y="926294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232699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233643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234587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235531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2364760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237420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2383640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39308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402521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41196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421401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43084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244028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244972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245916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246860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2478042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248748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2496923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250636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2515803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252524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253468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254412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2553564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563005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572445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581885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591325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600766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610206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2619646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2629086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2647967" y="204480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302" y="896909"/>
                  </a:lnTo>
                  <a:lnTo>
                    <a:pt x="913493" y="902437"/>
                  </a:lnTo>
                  <a:lnTo>
                    <a:pt x="914400" y="903525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2647967" y="2044803"/>
              <a:ext cx="922935" cy="914400"/>
            </a:xfrm>
            <a:custGeom>
              <a:avLst/>
              <a:pathLst>
                <a:path w="922935" h="914400">
                  <a:moveTo>
                    <a:pt x="914400" y="914400"/>
                  </a:moveTo>
                  <a:lnTo>
                    <a:pt x="914400" y="903525"/>
                  </a:lnTo>
                  <a:lnTo>
                    <a:pt x="918520" y="908467"/>
                  </a:lnTo>
                  <a:lnTo>
                    <a:pt x="922935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157740" y="202723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231" y="931853"/>
                  </a:lnTo>
                  <a:lnTo>
                    <a:pt x="910305" y="931526"/>
                  </a:lnTo>
                  <a:lnTo>
                    <a:pt x="910380" y="931198"/>
                  </a:lnTo>
                  <a:lnTo>
                    <a:pt x="910454" y="930870"/>
                  </a:lnTo>
                  <a:lnTo>
                    <a:pt x="910528" y="930542"/>
                  </a:lnTo>
                  <a:lnTo>
                    <a:pt x="910602" y="930214"/>
                  </a:lnTo>
                  <a:lnTo>
                    <a:pt x="910676" y="929887"/>
                  </a:lnTo>
                  <a:lnTo>
                    <a:pt x="910750" y="929559"/>
                  </a:lnTo>
                  <a:lnTo>
                    <a:pt x="910824" y="929231"/>
                  </a:lnTo>
                  <a:lnTo>
                    <a:pt x="910898" y="928903"/>
                  </a:lnTo>
                  <a:lnTo>
                    <a:pt x="910973" y="928576"/>
                  </a:lnTo>
                  <a:lnTo>
                    <a:pt x="911047" y="928248"/>
                  </a:lnTo>
                  <a:lnTo>
                    <a:pt x="911121" y="927920"/>
                  </a:lnTo>
                  <a:lnTo>
                    <a:pt x="911195" y="927592"/>
                  </a:lnTo>
                  <a:lnTo>
                    <a:pt x="911269" y="927264"/>
                  </a:lnTo>
                  <a:lnTo>
                    <a:pt x="911343" y="926937"/>
                  </a:lnTo>
                  <a:lnTo>
                    <a:pt x="911445" y="926486"/>
                  </a:lnTo>
                  <a:lnTo>
                    <a:pt x="911021" y="919941"/>
                  </a:lnTo>
                  <a:lnTo>
                    <a:pt x="910811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315774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3167180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317662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318606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319550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3204941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3214381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322382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323326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324270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325214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261582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27102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28046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28990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299343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30878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331822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332766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333710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334654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3355985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3365425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3374865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3384305" y="204480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22"/>
                  </a:lnTo>
                  <a:lnTo>
                    <a:pt x="922335" y="907456"/>
                  </a:lnTo>
                  <a:lnTo>
                    <a:pt x="91991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3393746" y="2027233"/>
              <a:ext cx="916157" cy="920191"/>
            </a:xfrm>
            <a:custGeom>
              <a:avLst/>
              <a:pathLst>
                <a:path w="916157" h="920191">
                  <a:moveTo>
                    <a:pt x="914400" y="914400"/>
                  </a:moveTo>
                  <a:lnTo>
                    <a:pt x="916157" y="914400"/>
                  </a:lnTo>
                  <a:lnTo>
                    <a:pt x="915810" y="915659"/>
                  </a:lnTo>
                  <a:lnTo>
                    <a:pt x="914400" y="92019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317558" y="200966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37" y="931969"/>
                  </a:lnTo>
                  <a:lnTo>
                    <a:pt x="908175" y="922348"/>
                  </a:lnTo>
                  <a:lnTo>
                    <a:pt x="907654" y="920255"/>
                  </a:lnTo>
                  <a:lnTo>
                    <a:pt x="907135" y="918175"/>
                  </a:lnTo>
                  <a:lnTo>
                    <a:pt x="906617" y="916094"/>
                  </a:lnTo>
                  <a:lnTo>
                    <a:pt x="906195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31755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32699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33643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34587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235531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2364760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237420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2383640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239308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2402521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241196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2421401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243084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244028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44972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45916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46860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478042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48748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496923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50636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515803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52524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253468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254412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2553564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2563005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2572445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2581885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2591325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2600766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2619646" y="2027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9" y="896878"/>
                  </a:lnTo>
                  <a:lnTo>
                    <a:pt x="914028" y="897052"/>
                  </a:lnTo>
                  <a:lnTo>
                    <a:pt x="914400" y="897293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2629086" y="2027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7293"/>
                  </a:lnTo>
                  <a:lnTo>
                    <a:pt x="905126" y="897400"/>
                  </a:lnTo>
                  <a:lnTo>
                    <a:pt x="905394" y="897574"/>
                  </a:lnTo>
                  <a:lnTo>
                    <a:pt x="905663" y="897748"/>
                  </a:lnTo>
                  <a:lnTo>
                    <a:pt x="905932" y="897922"/>
                  </a:lnTo>
                  <a:lnTo>
                    <a:pt x="906201" y="898096"/>
                  </a:lnTo>
                  <a:lnTo>
                    <a:pt x="906470" y="898270"/>
                  </a:lnTo>
                  <a:lnTo>
                    <a:pt x="906739" y="898444"/>
                  </a:lnTo>
                  <a:lnTo>
                    <a:pt x="907008" y="898618"/>
                  </a:lnTo>
                  <a:lnTo>
                    <a:pt x="907277" y="898792"/>
                  </a:lnTo>
                  <a:lnTo>
                    <a:pt x="907546" y="898966"/>
                  </a:lnTo>
                  <a:lnTo>
                    <a:pt x="907814" y="899140"/>
                  </a:lnTo>
                  <a:lnTo>
                    <a:pt x="908083" y="899314"/>
                  </a:lnTo>
                  <a:lnTo>
                    <a:pt x="908352" y="899488"/>
                  </a:lnTo>
                  <a:lnTo>
                    <a:pt x="908621" y="899663"/>
                  </a:lnTo>
                  <a:lnTo>
                    <a:pt x="908890" y="899837"/>
                  </a:lnTo>
                  <a:lnTo>
                    <a:pt x="909159" y="900011"/>
                  </a:lnTo>
                  <a:lnTo>
                    <a:pt x="909428" y="900185"/>
                  </a:lnTo>
                  <a:lnTo>
                    <a:pt x="909696" y="900359"/>
                  </a:lnTo>
                  <a:lnTo>
                    <a:pt x="909965" y="900533"/>
                  </a:lnTo>
                  <a:lnTo>
                    <a:pt x="910234" y="900707"/>
                  </a:lnTo>
                  <a:lnTo>
                    <a:pt x="910503" y="900881"/>
                  </a:lnTo>
                  <a:lnTo>
                    <a:pt x="910772" y="901055"/>
                  </a:lnTo>
                  <a:lnTo>
                    <a:pt x="914400" y="903607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638527" y="2027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607"/>
                  </a:lnTo>
                  <a:lnTo>
                    <a:pt x="906926" y="904990"/>
                  </a:lnTo>
                  <a:lnTo>
                    <a:pt x="912401" y="909468"/>
                  </a:lnTo>
                  <a:lnTo>
                    <a:pt x="914400" y="911343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638527" y="2027233"/>
              <a:ext cx="917657" cy="914400"/>
            </a:xfrm>
            <a:custGeom>
              <a:avLst/>
              <a:pathLst>
                <a:path w="917657" h="914400">
                  <a:moveTo>
                    <a:pt x="914400" y="914400"/>
                  </a:moveTo>
                  <a:lnTo>
                    <a:pt x="914400" y="911343"/>
                  </a:lnTo>
                  <a:lnTo>
                    <a:pt x="917657" y="914400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3157740" y="200966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811" y="931969"/>
                  </a:lnTo>
                  <a:lnTo>
                    <a:pt x="910623" y="927008"/>
                  </a:lnTo>
                  <a:lnTo>
                    <a:pt x="910541" y="923609"/>
                  </a:lnTo>
                  <a:lnTo>
                    <a:pt x="910458" y="920213"/>
                  </a:lnTo>
                  <a:lnTo>
                    <a:pt x="910375" y="916816"/>
                  </a:lnTo>
                  <a:lnTo>
                    <a:pt x="910316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315774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3167180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317662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318606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319550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204941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214381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22382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23326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24270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325214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3261582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327102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328046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328990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3299343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330878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331822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332766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333710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334654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3355985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3365425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374865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384305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393746" y="2027233"/>
              <a:ext cx="920685" cy="914400"/>
            </a:xfrm>
            <a:custGeom>
              <a:avLst/>
              <a:pathLst>
                <a:path w="9206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685" y="896830"/>
                  </a:lnTo>
                  <a:lnTo>
                    <a:pt x="918464" y="906027"/>
                  </a:lnTo>
                  <a:lnTo>
                    <a:pt x="916157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2308118" y="1992094"/>
              <a:ext cx="914400" cy="927015"/>
            </a:xfrm>
            <a:custGeom>
              <a:avLst/>
              <a:pathLst>
                <a:path w="914400" h="927015">
                  <a:moveTo>
                    <a:pt x="914400" y="914400"/>
                  </a:moveTo>
                  <a:lnTo>
                    <a:pt x="914400" y="927015"/>
                  </a:lnTo>
                  <a:lnTo>
                    <a:pt x="913982" y="925342"/>
                  </a:lnTo>
                  <a:lnTo>
                    <a:pt x="913463" y="923262"/>
                  </a:lnTo>
                  <a:lnTo>
                    <a:pt x="913181" y="922132"/>
                  </a:lnTo>
                  <a:lnTo>
                    <a:pt x="911754" y="920336"/>
                  </a:lnTo>
                  <a:lnTo>
                    <a:pt x="907526" y="914400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230811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35" y="931969"/>
                  </a:lnTo>
                  <a:lnTo>
                    <a:pt x="915539" y="931584"/>
                  </a:lnTo>
                  <a:lnTo>
                    <a:pt x="915020" y="929503"/>
                  </a:lnTo>
                  <a:lnTo>
                    <a:pt x="914501" y="927423"/>
                  </a:lnTo>
                  <a:lnTo>
                    <a:pt x="914400" y="927015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231755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232699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233643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234587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35531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364760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37420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383640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39308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402521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41196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421401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243084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244028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244972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245916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246860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2478042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248748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2496923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250636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515803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52524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53468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54412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553564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563005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2572445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2581885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2591325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2610206" y="200966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970" y="896830"/>
                  </a:lnTo>
                  <a:lnTo>
                    <a:pt x="914399" y="897656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2610206" y="2009664"/>
              <a:ext cx="923124" cy="914400"/>
            </a:xfrm>
            <a:custGeom>
              <a:avLst/>
              <a:pathLst>
                <a:path w="923124" h="914400">
                  <a:moveTo>
                    <a:pt x="914399" y="914400"/>
                  </a:moveTo>
                  <a:lnTo>
                    <a:pt x="914399" y="897656"/>
                  </a:lnTo>
                  <a:lnTo>
                    <a:pt x="917249" y="903143"/>
                  </a:lnTo>
                  <a:lnTo>
                    <a:pt x="922661" y="914100"/>
                  </a:lnTo>
                  <a:lnTo>
                    <a:pt x="922930" y="914274"/>
                  </a:lnTo>
                  <a:lnTo>
                    <a:pt x="923124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3157740" y="199209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316" y="931969"/>
                  </a:lnTo>
                  <a:lnTo>
                    <a:pt x="910292" y="930989"/>
                  </a:lnTo>
                  <a:lnTo>
                    <a:pt x="910210" y="927593"/>
                  </a:lnTo>
                  <a:lnTo>
                    <a:pt x="910127" y="924196"/>
                  </a:lnTo>
                  <a:lnTo>
                    <a:pt x="910044" y="920800"/>
                  </a:lnTo>
                  <a:lnTo>
                    <a:pt x="909961" y="917401"/>
                  </a:lnTo>
                  <a:lnTo>
                    <a:pt x="909930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315774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3167180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317662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318606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319550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3204941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3214381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322382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323326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324270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25214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261582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27102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28046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28990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329934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330878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331822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332766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333710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334654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3355985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3365425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3374865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3384305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393746" y="200966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671"/>
                  </a:lnTo>
                  <a:lnTo>
                    <a:pt x="922956" y="903636"/>
                  </a:lnTo>
                  <a:lnTo>
                    <a:pt x="920848" y="913724"/>
                  </a:lnTo>
                  <a:lnTo>
                    <a:pt x="92068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403186" y="1992094"/>
              <a:ext cx="914727" cy="916241"/>
            </a:xfrm>
            <a:custGeom>
              <a:avLst/>
              <a:pathLst>
                <a:path w="914727" h="916241">
                  <a:moveTo>
                    <a:pt x="914400" y="914400"/>
                  </a:moveTo>
                  <a:lnTo>
                    <a:pt x="914727" y="914400"/>
                  </a:lnTo>
                  <a:lnTo>
                    <a:pt x="914400" y="91624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2298678" y="1974524"/>
              <a:ext cx="914400" cy="928031"/>
            </a:xfrm>
            <a:custGeom>
              <a:avLst/>
              <a:pathLst>
                <a:path w="914400" h="928031">
                  <a:moveTo>
                    <a:pt x="914400" y="914400"/>
                  </a:moveTo>
                  <a:lnTo>
                    <a:pt x="914400" y="928031"/>
                  </a:lnTo>
                  <a:lnTo>
                    <a:pt x="912048" y="924361"/>
                  </a:lnTo>
                  <a:lnTo>
                    <a:pt x="907769" y="916948"/>
                  </a:lnTo>
                  <a:lnTo>
                    <a:pt x="906442" y="914400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229867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66" y="931969"/>
                  </a:lnTo>
                  <a:lnTo>
                    <a:pt x="916528" y="931353"/>
                  </a:lnTo>
                  <a:lnTo>
                    <a:pt x="914400" y="928031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230811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231755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232699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233643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234587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35531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364760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37420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383640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39308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2402521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241196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2421401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243084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244028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244972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245916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246860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2478042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248748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496923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50636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515803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52524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53468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254412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2553564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2563005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2572445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2581885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2600766" y="1992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81" y="896830"/>
                  </a:lnTo>
                  <a:lnTo>
                    <a:pt x="913194" y="897401"/>
                  </a:lnTo>
                  <a:lnTo>
                    <a:pt x="914400" y="89926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2600766" y="1992094"/>
              <a:ext cx="923411" cy="914400"/>
            </a:xfrm>
            <a:custGeom>
              <a:avLst/>
              <a:pathLst>
                <a:path w="923411" h="914400">
                  <a:moveTo>
                    <a:pt x="914400" y="914400"/>
                  </a:moveTo>
                  <a:lnTo>
                    <a:pt x="914400" y="899268"/>
                  </a:lnTo>
                  <a:lnTo>
                    <a:pt x="917917" y="904714"/>
                  </a:lnTo>
                  <a:lnTo>
                    <a:pt x="922420" y="912492"/>
                  </a:lnTo>
                  <a:lnTo>
                    <a:pt x="923411" y="914400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3157740" y="197452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930" y="931969"/>
                  </a:lnTo>
                  <a:lnTo>
                    <a:pt x="909847" y="923777"/>
                  </a:lnTo>
                  <a:lnTo>
                    <a:pt x="910019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315774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3167180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317662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318606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319550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3204941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3214381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322382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323326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24270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25214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261582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27102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328046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328990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329934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330878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331822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332766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333710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334654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3355985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3365425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3374865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3384305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393746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403186" y="1992094"/>
              <a:ext cx="917640" cy="914400"/>
            </a:xfrm>
            <a:custGeom>
              <a:avLst/>
              <a:pathLst>
                <a:path w="9176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40" y="896830"/>
                  </a:lnTo>
                  <a:lnTo>
                    <a:pt x="917346" y="898638"/>
                  </a:lnTo>
                  <a:lnTo>
                    <a:pt x="916845" y="901707"/>
                  </a:lnTo>
                  <a:lnTo>
                    <a:pt x="916345" y="904777"/>
                  </a:lnTo>
                  <a:lnTo>
                    <a:pt x="915846" y="907847"/>
                  </a:lnTo>
                  <a:lnTo>
                    <a:pt x="915344" y="910930"/>
                  </a:lnTo>
                  <a:lnTo>
                    <a:pt x="914727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2289238" y="1956954"/>
              <a:ext cx="914400" cy="929122"/>
            </a:xfrm>
            <a:custGeom>
              <a:avLst/>
              <a:pathLst>
                <a:path w="914400" h="929122">
                  <a:moveTo>
                    <a:pt x="914400" y="914400"/>
                  </a:moveTo>
                  <a:lnTo>
                    <a:pt x="914400" y="929122"/>
                  </a:lnTo>
                  <a:lnTo>
                    <a:pt x="913141" y="926704"/>
                  </a:lnTo>
                  <a:lnTo>
                    <a:pt x="909294" y="918510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228923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2" y="931969"/>
                  </a:lnTo>
                  <a:lnTo>
                    <a:pt x="914400" y="929122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229867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230811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231755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232699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233643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34587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35531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364760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37420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383640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39308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402521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241196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2421401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243084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244028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244972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245916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246860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2478042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248748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2496923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50636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515803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52524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53468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54412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553564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563005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2572445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2591325" y="197452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13" y="896830"/>
                  </a:lnTo>
                  <a:lnTo>
                    <a:pt x="912584" y="901828"/>
                  </a:lnTo>
                  <a:lnTo>
                    <a:pt x="914399" y="90406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2591325" y="1974524"/>
              <a:ext cx="922221" cy="914400"/>
            </a:xfrm>
            <a:custGeom>
              <a:avLst/>
              <a:pathLst>
                <a:path w="922221" h="914400">
                  <a:moveTo>
                    <a:pt x="914399" y="914400"/>
                  </a:moveTo>
                  <a:lnTo>
                    <a:pt x="914399" y="904068"/>
                  </a:lnTo>
                  <a:lnTo>
                    <a:pt x="917705" y="908146"/>
                  </a:lnTo>
                  <a:lnTo>
                    <a:pt x="922221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157740" y="195695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19" y="931969"/>
                  </a:lnTo>
                  <a:lnTo>
                    <a:pt x="910053" y="930157"/>
                  </a:lnTo>
                  <a:lnTo>
                    <a:pt x="910577" y="919004"/>
                  </a:lnTo>
                  <a:lnTo>
                    <a:pt x="910927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15774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167180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317662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318606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319550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3204941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3214381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322382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323326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324270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325214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3261582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27102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28046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28990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29934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30878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331822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332766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333710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334654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3355985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3365425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3374865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3384305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3393746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3403186" y="1974524"/>
              <a:ext cx="920397" cy="914400"/>
            </a:xfrm>
            <a:custGeom>
              <a:avLst/>
              <a:pathLst>
                <a:path w="9203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397" y="896830"/>
                  </a:lnTo>
                  <a:lnTo>
                    <a:pt x="919351" y="903916"/>
                  </a:lnTo>
                  <a:lnTo>
                    <a:pt x="918847" y="906999"/>
                  </a:lnTo>
                  <a:lnTo>
                    <a:pt x="918347" y="910068"/>
                  </a:lnTo>
                  <a:lnTo>
                    <a:pt x="917846" y="91313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279797" y="1939384"/>
              <a:ext cx="914400" cy="925626"/>
            </a:xfrm>
            <a:custGeom>
              <a:avLst/>
              <a:pathLst>
                <a:path w="914400" h="925626">
                  <a:moveTo>
                    <a:pt x="914400" y="914400"/>
                  </a:moveTo>
                  <a:lnTo>
                    <a:pt x="914400" y="925626"/>
                  </a:lnTo>
                  <a:lnTo>
                    <a:pt x="911749" y="918638"/>
                  </a:lnTo>
                  <a:lnTo>
                    <a:pt x="910310" y="914400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227979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98" y="931969"/>
                  </a:lnTo>
                  <a:lnTo>
                    <a:pt x="915121" y="927527"/>
                  </a:lnTo>
                  <a:lnTo>
                    <a:pt x="914400" y="925626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228923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229867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230811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231755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232699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233643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234587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235531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2364760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237420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383640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39308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402521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41196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421401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43084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44028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244972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245916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246860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2478042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248748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2496923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250636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2515803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252524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253468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54412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553564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572445" y="195695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399" y="89938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581885" y="195695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88"/>
                  </a:lnTo>
                  <a:lnTo>
                    <a:pt x="906834" y="903462"/>
                  </a:lnTo>
                  <a:lnTo>
                    <a:pt x="907059" y="903693"/>
                  </a:lnTo>
                  <a:lnTo>
                    <a:pt x="907284" y="903923"/>
                  </a:lnTo>
                  <a:lnTo>
                    <a:pt x="907509" y="904153"/>
                  </a:lnTo>
                  <a:lnTo>
                    <a:pt x="907734" y="904384"/>
                  </a:lnTo>
                  <a:lnTo>
                    <a:pt x="907959" y="904614"/>
                  </a:lnTo>
                  <a:lnTo>
                    <a:pt x="908184" y="904845"/>
                  </a:lnTo>
                  <a:lnTo>
                    <a:pt x="908409" y="905075"/>
                  </a:lnTo>
                  <a:lnTo>
                    <a:pt x="908634" y="905306"/>
                  </a:lnTo>
                  <a:lnTo>
                    <a:pt x="908859" y="905536"/>
                  </a:lnTo>
                  <a:lnTo>
                    <a:pt x="909084" y="905767"/>
                  </a:lnTo>
                  <a:lnTo>
                    <a:pt x="909309" y="905997"/>
                  </a:lnTo>
                  <a:lnTo>
                    <a:pt x="909534" y="906228"/>
                  </a:lnTo>
                  <a:lnTo>
                    <a:pt x="909759" y="906458"/>
                  </a:lnTo>
                  <a:lnTo>
                    <a:pt x="909984" y="906689"/>
                  </a:lnTo>
                  <a:lnTo>
                    <a:pt x="910209" y="906919"/>
                  </a:lnTo>
                  <a:lnTo>
                    <a:pt x="910433" y="907150"/>
                  </a:lnTo>
                  <a:lnTo>
                    <a:pt x="910658" y="907380"/>
                  </a:lnTo>
                  <a:lnTo>
                    <a:pt x="910883" y="907611"/>
                  </a:lnTo>
                  <a:lnTo>
                    <a:pt x="911108" y="907841"/>
                  </a:lnTo>
                  <a:lnTo>
                    <a:pt x="911333" y="908072"/>
                  </a:lnTo>
                  <a:lnTo>
                    <a:pt x="911558" y="908302"/>
                  </a:lnTo>
                  <a:lnTo>
                    <a:pt x="911783" y="908533"/>
                  </a:lnTo>
                  <a:lnTo>
                    <a:pt x="912007" y="908764"/>
                  </a:lnTo>
                  <a:lnTo>
                    <a:pt x="912232" y="908994"/>
                  </a:lnTo>
                  <a:lnTo>
                    <a:pt x="912457" y="909225"/>
                  </a:lnTo>
                  <a:lnTo>
                    <a:pt x="912682" y="909455"/>
                  </a:lnTo>
                  <a:lnTo>
                    <a:pt x="912907" y="909686"/>
                  </a:lnTo>
                  <a:lnTo>
                    <a:pt x="913131" y="909916"/>
                  </a:lnTo>
                  <a:lnTo>
                    <a:pt x="913356" y="910147"/>
                  </a:lnTo>
                  <a:lnTo>
                    <a:pt x="913581" y="910377"/>
                  </a:lnTo>
                  <a:lnTo>
                    <a:pt x="913806" y="910608"/>
                  </a:lnTo>
                  <a:lnTo>
                    <a:pt x="914031" y="910839"/>
                  </a:lnTo>
                  <a:lnTo>
                    <a:pt x="914255" y="911069"/>
                  </a:lnTo>
                  <a:lnTo>
                    <a:pt x="914400" y="911217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581885" y="1956954"/>
              <a:ext cx="917453" cy="914400"/>
            </a:xfrm>
            <a:custGeom>
              <a:avLst/>
              <a:pathLst>
                <a:path w="917453" h="914400">
                  <a:moveTo>
                    <a:pt x="914400" y="914400"/>
                  </a:moveTo>
                  <a:lnTo>
                    <a:pt x="914480" y="911300"/>
                  </a:lnTo>
                  <a:lnTo>
                    <a:pt x="914705" y="911530"/>
                  </a:lnTo>
                  <a:lnTo>
                    <a:pt x="914929" y="911761"/>
                  </a:lnTo>
                  <a:lnTo>
                    <a:pt x="915154" y="911992"/>
                  </a:lnTo>
                  <a:lnTo>
                    <a:pt x="915379" y="912222"/>
                  </a:lnTo>
                  <a:lnTo>
                    <a:pt x="915604" y="912453"/>
                  </a:lnTo>
                  <a:lnTo>
                    <a:pt x="915828" y="912683"/>
                  </a:lnTo>
                  <a:lnTo>
                    <a:pt x="916053" y="912914"/>
                  </a:lnTo>
                  <a:lnTo>
                    <a:pt x="916278" y="913145"/>
                  </a:lnTo>
                  <a:lnTo>
                    <a:pt x="916502" y="913375"/>
                  </a:lnTo>
                  <a:lnTo>
                    <a:pt x="916727" y="913606"/>
                  </a:lnTo>
                  <a:lnTo>
                    <a:pt x="917453" y="914400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3157740" y="193938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927" y="931969"/>
                  </a:lnTo>
                  <a:lnTo>
                    <a:pt x="911419" y="925489"/>
                  </a:lnTo>
                  <a:lnTo>
                    <a:pt x="912590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315774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167180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17662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18606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19550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204941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3214381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322382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323326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324270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325214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3261582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327102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328046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328990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329934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330878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331822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32766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33710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34654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355985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3365425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3374865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3384305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3393746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3403186" y="1956954"/>
              <a:ext cx="922489" cy="914400"/>
            </a:xfrm>
            <a:custGeom>
              <a:avLst/>
              <a:pathLst>
                <a:path w="92248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489" y="896830"/>
                  </a:lnTo>
                  <a:lnTo>
                    <a:pt x="922244" y="899630"/>
                  </a:lnTo>
                  <a:lnTo>
                    <a:pt x="920954" y="910630"/>
                  </a:lnTo>
                  <a:lnTo>
                    <a:pt x="920397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27035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51" y="931969"/>
                  </a:lnTo>
                  <a:lnTo>
                    <a:pt x="918067" y="927008"/>
                  </a:lnTo>
                  <a:lnTo>
                    <a:pt x="915205" y="917520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27979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28923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29867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30811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31755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232699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233643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234587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235531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2364760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237420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2383640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239308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402521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41196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421401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43084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44028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244972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245916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246860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2478042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248748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2496923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250636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2515803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252524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253468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254412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2553564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2563005" y="1939384"/>
              <a:ext cx="922684" cy="914400"/>
            </a:xfrm>
            <a:custGeom>
              <a:avLst/>
              <a:pathLst>
                <a:path w="92268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43" y="896830"/>
                  </a:lnTo>
                  <a:lnTo>
                    <a:pt x="922684" y="91440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3157740" y="193938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590" y="914400"/>
                  </a:lnTo>
                  <a:lnTo>
                    <a:pt x="914045" y="903645"/>
                  </a:lnTo>
                  <a:lnTo>
                    <a:pt x="914400" y="90150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3167180" y="1921815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9079"/>
                  </a:lnTo>
                  <a:lnTo>
                    <a:pt x="90573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3167180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317662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318606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319550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3204941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3214381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322382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323326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324270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325214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3261582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327102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328046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328990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329934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330878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331822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332766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333710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334654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3355985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3365425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3374865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3384305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3393746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3403186" y="1939384"/>
              <a:ext cx="923756" cy="914400"/>
            </a:xfrm>
            <a:custGeom>
              <a:avLst/>
              <a:pathLst>
                <a:path w="92375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56" y="896830"/>
                  </a:lnTo>
                  <a:lnTo>
                    <a:pt x="923217" y="906088"/>
                  </a:lnTo>
                  <a:lnTo>
                    <a:pt x="922489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2270357" y="190424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375" y="931969"/>
                  </a:lnTo>
                  <a:lnTo>
                    <a:pt x="912610" y="925340"/>
                  </a:lnTo>
                  <a:lnTo>
                    <a:pt x="910289" y="915354"/>
                  </a:lnTo>
                  <a:lnTo>
                    <a:pt x="910097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227035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27979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228923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229867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230811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231755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232699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233643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234587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235531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2364760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237420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383640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39308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2402521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41196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2421401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243084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244028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244972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245916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246860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2478042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248748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2496923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50636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515803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252524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53468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54412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563005" y="192181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43" y="896937"/>
                  </a:lnTo>
                  <a:lnTo>
                    <a:pt x="907045" y="897383"/>
                  </a:lnTo>
                  <a:lnTo>
                    <a:pt x="907247" y="897829"/>
                  </a:lnTo>
                  <a:lnTo>
                    <a:pt x="907449" y="898274"/>
                  </a:lnTo>
                  <a:lnTo>
                    <a:pt x="907651" y="898720"/>
                  </a:lnTo>
                  <a:lnTo>
                    <a:pt x="907853" y="899166"/>
                  </a:lnTo>
                  <a:lnTo>
                    <a:pt x="908055" y="899612"/>
                  </a:lnTo>
                  <a:lnTo>
                    <a:pt x="908257" y="900058"/>
                  </a:lnTo>
                  <a:lnTo>
                    <a:pt x="908458" y="900504"/>
                  </a:lnTo>
                  <a:lnTo>
                    <a:pt x="908660" y="900950"/>
                  </a:lnTo>
                  <a:lnTo>
                    <a:pt x="908862" y="901395"/>
                  </a:lnTo>
                  <a:lnTo>
                    <a:pt x="909064" y="901841"/>
                  </a:lnTo>
                  <a:lnTo>
                    <a:pt x="909266" y="902287"/>
                  </a:lnTo>
                  <a:lnTo>
                    <a:pt x="909468" y="902733"/>
                  </a:lnTo>
                  <a:lnTo>
                    <a:pt x="909670" y="903179"/>
                  </a:lnTo>
                  <a:lnTo>
                    <a:pt x="909871" y="903625"/>
                  </a:lnTo>
                  <a:lnTo>
                    <a:pt x="910073" y="904071"/>
                  </a:lnTo>
                  <a:lnTo>
                    <a:pt x="910275" y="904517"/>
                  </a:lnTo>
                  <a:lnTo>
                    <a:pt x="910477" y="904962"/>
                  </a:lnTo>
                  <a:lnTo>
                    <a:pt x="910678" y="905408"/>
                  </a:lnTo>
                  <a:lnTo>
                    <a:pt x="910880" y="905854"/>
                  </a:lnTo>
                  <a:lnTo>
                    <a:pt x="911082" y="906300"/>
                  </a:lnTo>
                  <a:lnTo>
                    <a:pt x="911284" y="906746"/>
                  </a:lnTo>
                  <a:lnTo>
                    <a:pt x="911485" y="907192"/>
                  </a:lnTo>
                  <a:lnTo>
                    <a:pt x="911687" y="907638"/>
                  </a:lnTo>
                  <a:lnTo>
                    <a:pt x="911889" y="908084"/>
                  </a:lnTo>
                  <a:lnTo>
                    <a:pt x="912090" y="908530"/>
                  </a:lnTo>
                  <a:lnTo>
                    <a:pt x="912292" y="908976"/>
                  </a:lnTo>
                  <a:lnTo>
                    <a:pt x="912493" y="909421"/>
                  </a:lnTo>
                  <a:lnTo>
                    <a:pt x="912695" y="909867"/>
                  </a:lnTo>
                  <a:lnTo>
                    <a:pt x="912897" y="910313"/>
                  </a:lnTo>
                  <a:lnTo>
                    <a:pt x="913098" y="910759"/>
                  </a:lnTo>
                  <a:lnTo>
                    <a:pt x="913300" y="911205"/>
                  </a:lnTo>
                  <a:lnTo>
                    <a:pt x="913501" y="911651"/>
                  </a:lnTo>
                  <a:lnTo>
                    <a:pt x="913703" y="912097"/>
                  </a:lnTo>
                  <a:lnTo>
                    <a:pt x="914400" y="913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2563005" y="1921815"/>
              <a:ext cx="914743" cy="914400"/>
            </a:xfrm>
            <a:custGeom>
              <a:avLst/>
              <a:pathLst>
                <a:path w="914743" h="914400">
                  <a:moveTo>
                    <a:pt x="914400" y="914400"/>
                  </a:moveTo>
                  <a:lnTo>
                    <a:pt x="914400" y="913638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3167180" y="1904245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5736" y="931969"/>
                  </a:lnTo>
                  <a:lnTo>
                    <a:pt x="906381" y="928089"/>
                  </a:lnTo>
                  <a:lnTo>
                    <a:pt x="908459" y="917583"/>
                  </a:lnTo>
                  <a:lnTo>
                    <a:pt x="90919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3167180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317662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318606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319550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3204941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3214381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322382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323326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24270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325214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261582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327102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328046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328990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29934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30878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31822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32766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33710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34654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355985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365425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374865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384305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393746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h3925"/>
            <p:cNvSpPr/>
            <p:nvPr/>
          </p:nvSpPr>
          <p:spPr>
            <a:xfrm>
              <a:off x="3403186" y="1921815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966"/>
                  </a:lnTo>
                  <a:lnTo>
                    <a:pt x="923756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h3926"/>
            <p:cNvSpPr/>
            <p:nvPr/>
          </p:nvSpPr>
          <p:spPr>
            <a:xfrm>
              <a:off x="3412626" y="1904245"/>
              <a:ext cx="914762" cy="930536"/>
            </a:xfrm>
            <a:custGeom>
              <a:avLst/>
              <a:pathLst>
                <a:path w="914762" h="930536">
                  <a:moveTo>
                    <a:pt x="914400" y="914400"/>
                  </a:moveTo>
                  <a:lnTo>
                    <a:pt x="914762" y="914400"/>
                  </a:lnTo>
                  <a:lnTo>
                    <a:pt x="914759" y="918794"/>
                  </a:lnTo>
                  <a:lnTo>
                    <a:pt x="914429" y="930035"/>
                  </a:lnTo>
                  <a:lnTo>
                    <a:pt x="914400" y="930536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h3927"/>
            <p:cNvSpPr/>
            <p:nvPr/>
          </p:nvSpPr>
          <p:spPr>
            <a:xfrm>
              <a:off x="2270357" y="188667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97" y="931969"/>
                  </a:lnTo>
                  <a:lnTo>
                    <a:pt x="908247" y="922728"/>
                  </a:lnTo>
                  <a:lnTo>
                    <a:pt x="906995" y="915332"/>
                  </a:lnTo>
                  <a:lnTo>
                    <a:pt x="906566" y="914684"/>
                  </a:lnTo>
                  <a:lnTo>
                    <a:pt x="906397" y="914400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h3928"/>
            <p:cNvSpPr/>
            <p:nvPr/>
          </p:nvSpPr>
          <p:spPr>
            <a:xfrm>
              <a:off x="227035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h3929"/>
            <p:cNvSpPr/>
            <p:nvPr/>
          </p:nvSpPr>
          <p:spPr>
            <a:xfrm>
              <a:off x="227979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h3930"/>
            <p:cNvSpPr/>
            <p:nvPr/>
          </p:nvSpPr>
          <p:spPr>
            <a:xfrm>
              <a:off x="228923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h3931"/>
            <p:cNvSpPr/>
            <p:nvPr/>
          </p:nvSpPr>
          <p:spPr>
            <a:xfrm>
              <a:off x="229867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h3932"/>
            <p:cNvSpPr/>
            <p:nvPr/>
          </p:nvSpPr>
          <p:spPr>
            <a:xfrm>
              <a:off x="230811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h3933"/>
            <p:cNvSpPr/>
            <p:nvPr/>
          </p:nvSpPr>
          <p:spPr>
            <a:xfrm>
              <a:off x="231755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h3934"/>
            <p:cNvSpPr/>
            <p:nvPr/>
          </p:nvSpPr>
          <p:spPr>
            <a:xfrm>
              <a:off x="232699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h3935"/>
            <p:cNvSpPr/>
            <p:nvPr/>
          </p:nvSpPr>
          <p:spPr>
            <a:xfrm>
              <a:off x="233643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h3936"/>
            <p:cNvSpPr/>
            <p:nvPr/>
          </p:nvSpPr>
          <p:spPr>
            <a:xfrm>
              <a:off x="234587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h3937"/>
            <p:cNvSpPr/>
            <p:nvPr/>
          </p:nvSpPr>
          <p:spPr>
            <a:xfrm>
              <a:off x="235531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h3938"/>
            <p:cNvSpPr/>
            <p:nvPr/>
          </p:nvSpPr>
          <p:spPr>
            <a:xfrm>
              <a:off x="2364760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h3939"/>
            <p:cNvSpPr/>
            <p:nvPr/>
          </p:nvSpPr>
          <p:spPr>
            <a:xfrm>
              <a:off x="237420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h3940"/>
            <p:cNvSpPr/>
            <p:nvPr/>
          </p:nvSpPr>
          <p:spPr>
            <a:xfrm>
              <a:off x="2383640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h3941"/>
            <p:cNvSpPr/>
            <p:nvPr/>
          </p:nvSpPr>
          <p:spPr>
            <a:xfrm>
              <a:off x="239308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h3942"/>
            <p:cNvSpPr/>
            <p:nvPr/>
          </p:nvSpPr>
          <p:spPr>
            <a:xfrm>
              <a:off x="2402521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h3943"/>
            <p:cNvSpPr/>
            <p:nvPr/>
          </p:nvSpPr>
          <p:spPr>
            <a:xfrm>
              <a:off x="241196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h3944"/>
            <p:cNvSpPr/>
            <p:nvPr/>
          </p:nvSpPr>
          <p:spPr>
            <a:xfrm>
              <a:off x="2421401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h3945"/>
            <p:cNvSpPr/>
            <p:nvPr/>
          </p:nvSpPr>
          <p:spPr>
            <a:xfrm>
              <a:off x="243084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h3946"/>
            <p:cNvSpPr/>
            <p:nvPr/>
          </p:nvSpPr>
          <p:spPr>
            <a:xfrm>
              <a:off x="244028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h3947"/>
            <p:cNvSpPr/>
            <p:nvPr/>
          </p:nvSpPr>
          <p:spPr>
            <a:xfrm>
              <a:off x="244972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h3948"/>
            <p:cNvSpPr/>
            <p:nvPr/>
          </p:nvSpPr>
          <p:spPr>
            <a:xfrm>
              <a:off x="245916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h3949"/>
            <p:cNvSpPr/>
            <p:nvPr/>
          </p:nvSpPr>
          <p:spPr>
            <a:xfrm>
              <a:off x="246860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h3950"/>
            <p:cNvSpPr/>
            <p:nvPr/>
          </p:nvSpPr>
          <p:spPr>
            <a:xfrm>
              <a:off x="2478042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h3951"/>
            <p:cNvSpPr/>
            <p:nvPr/>
          </p:nvSpPr>
          <p:spPr>
            <a:xfrm>
              <a:off x="248748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h3952"/>
            <p:cNvSpPr/>
            <p:nvPr/>
          </p:nvSpPr>
          <p:spPr>
            <a:xfrm>
              <a:off x="2496923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h3953"/>
            <p:cNvSpPr/>
            <p:nvPr/>
          </p:nvSpPr>
          <p:spPr>
            <a:xfrm>
              <a:off x="250636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h3954"/>
            <p:cNvSpPr/>
            <p:nvPr/>
          </p:nvSpPr>
          <p:spPr>
            <a:xfrm>
              <a:off x="2515803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h3955"/>
            <p:cNvSpPr/>
            <p:nvPr/>
          </p:nvSpPr>
          <p:spPr>
            <a:xfrm>
              <a:off x="252524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h3956"/>
            <p:cNvSpPr/>
            <p:nvPr/>
          </p:nvSpPr>
          <p:spPr>
            <a:xfrm>
              <a:off x="253468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h3957"/>
            <p:cNvSpPr/>
            <p:nvPr/>
          </p:nvSpPr>
          <p:spPr>
            <a:xfrm>
              <a:off x="2553564" y="1904245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262" y="896830"/>
                  </a:lnTo>
                  <a:lnTo>
                    <a:pt x="908395" y="897121"/>
                  </a:lnTo>
                  <a:lnTo>
                    <a:pt x="908597" y="897567"/>
                  </a:lnTo>
                  <a:lnTo>
                    <a:pt x="908800" y="898013"/>
                  </a:lnTo>
                  <a:lnTo>
                    <a:pt x="909002" y="898459"/>
                  </a:lnTo>
                  <a:lnTo>
                    <a:pt x="909205" y="898904"/>
                  </a:lnTo>
                  <a:lnTo>
                    <a:pt x="909407" y="899350"/>
                  </a:lnTo>
                  <a:lnTo>
                    <a:pt x="909610" y="899796"/>
                  </a:lnTo>
                  <a:lnTo>
                    <a:pt x="909812" y="900242"/>
                  </a:lnTo>
                  <a:lnTo>
                    <a:pt x="910015" y="900687"/>
                  </a:lnTo>
                  <a:lnTo>
                    <a:pt x="910217" y="901133"/>
                  </a:lnTo>
                  <a:lnTo>
                    <a:pt x="910419" y="901579"/>
                  </a:lnTo>
                  <a:lnTo>
                    <a:pt x="910622" y="902024"/>
                  </a:lnTo>
                  <a:lnTo>
                    <a:pt x="910824" y="902470"/>
                  </a:lnTo>
                  <a:lnTo>
                    <a:pt x="911027" y="902916"/>
                  </a:lnTo>
                  <a:lnTo>
                    <a:pt x="911229" y="903362"/>
                  </a:lnTo>
                  <a:lnTo>
                    <a:pt x="911431" y="903808"/>
                  </a:lnTo>
                  <a:lnTo>
                    <a:pt x="911634" y="904253"/>
                  </a:lnTo>
                  <a:lnTo>
                    <a:pt x="911836" y="904699"/>
                  </a:lnTo>
                  <a:lnTo>
                    <a:pt x="912038" y="905145"/>
                  </a:lnTo>
                  <a:lnTo>
                    <a:pt x="912241" y="905591"/>
                  </a:lnTo>
                  <a:lnTo>
                    <a:pt x="912443" y="906036"/>
                  </a:lnTo>
                  <a:lnTo>
                    <a:pt x="912645" y="906482"/>
                  </a:lnTo>
                  <a:lnTo>
                    <a:pt x="912847" y="906928"/>
                  </a:lnTo>
                  <a:lnTo>
                    <a:pt x="913049" y="907374"/>
                  </a:lnTo>
                  <a:lnTo>
                    <a:pt x="913252" y="907820"/>
                  </a:lnTo>
                  <a:lnTo>
                    <a:pt x="913454" y="908265"/>
                  </a:lnTo>
                  <a:lnTo>
                    <a:pt x="913656" y="908711"/>
                  </a:lnTo>
                  <a:lnTo>
                    <a:pt x="913858" y="909157"/>
                  </a:lnTo>
                  <a:lnTo>
                    <a:pt x="914060" y="909603"/>
                  </a:lnTo>
                  <a:lnTo>
                    <a:pt x="914263" y="910049"/>
                  </a:lnTo>
                  <a:lnTo>
                    <a:pt x="914399" y="910351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h3958"/>
            <p:cNvSpPr/>
            <p:nvPr/>
          </p:nvSpPr>
          <p:spPr>
            <a:xfrm>
              <a:off x="2553564" y="1904245"/>
              <a:ext cx="916235" cy="914400"/>
            </a:xfrm>
            <a:custGeom>
              <a:avLst/>
              <a:pathLst>
                <a:path w="916235" h="914400">
                  <a:moveTo>
                    <a:pt x="914399" y="914400"/>
                  </a:moveTo>
                  <a:lnTo>
                    <a:pt x="914399" y="910351"/>
                  </a:lnTo>
                  <a:lnTo>
                    <a:pt x="914465" y="910494"/>
                  </a:lnTo>
                  <a:lnTo>
                    <a:pt x="914667" y="910940"/>
                  </a:lnTo>
                  <a:lnTo>
                    <a:pt x="914869" y="911386"/>
                  </a:lnTo>
                  <a:lnTo>
                    <a:pt x="915071" y="911832"/>
                  </a:lnTo>
                  <a:lnTo>
                    <a:pt x="915273" y="912278"/>
                  </a:lnTo>
                  <a:lnTo>
                    <a:pt x="915475" y="912723"/>
                  </a:lnTo>
                  <a:lnTo>
                    <a:pt x="915677" y="913169"/>
                  </a:lnTo>
                  <a:lnTo>
                    <a:pt x="915879" y="913615"/>
                  </a:lnTo>
                  <a:lnTo>
                    <a:pt x="916081" y="914061"/>
                  </a:lnTo>
                  <a:lnTo>
                    <a:pt x="916235" y="914400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h3959"/>
            <p:cNvSpPr/>
            <p:nvPr/>
          </p:nvSpPr>
          <p:spPr>
            <a:xfrm>
              <a:off x="3167180" y="1886675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195" y="931969"/>
                  </a:lnTo>
                  <a:lnTo>
                    <a:pt x="910835" y="924867"/>
                  </a:lnTo>
                  <a:lnTo>
                    <a:pt x="913500" y="914830"/>
                  </a:lnTo>
                  <a:lnTo>
                    <a:pt x="91363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h3960"/>
            <p:cNvSpPr/>
            <p:nvPr/>
          </p:nvSpPr>
          <p:spPr>
            <a:xfrm>
              <a:off x="3167180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h3961"/>
            <p:cNvSpPr/>
            <p:nvPr/>
          </p:nvSpPr>
          <p:spPr>
            <a:xfrm>
              <a:off x="317662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h3962"/>
            <p:cNvSpPr/>
            <p:nvPr/>
          </p:nvSpPr>
          <p:spPr>
            <a:xfrm>
              <a:off x="318606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h3963"/>
            <p:cNvSpPr/>
            <p:nvPr/>
          </p:nvSpPr>
          <p:spPr>
            <a:xfrm>
              <a:off x="319550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h3964"/>
            <p:cNvSpPr/>
            <p:nvPr/>
          </p:nvSpPr>
          <p:spPr>
            <a:xfrm>
              <a:off x="3204941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h3965"/>
            <p:cNvSpPr/>
            <p:nvPr/>
          </p:nvSpPr>
          <p:spPr>
            <a:xfrm>
              <a:off x="3214381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h3966"/>
            <p:cNvSpPr/>
            <p:nvPr/>
          </p:nvSpPr>
          <p:spPr>
            <a:xfrm>
              <a:off x="322382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h3967"/>
            <p:cNvSpPr/>
            <p:nvPr/>
          </p:nvSpPr>
          <p:spPr>
            <a:xfrm>
              <a:off x="323326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h3968"/>
            <p:cNvSpPr/>
            <p:nvPr/>
          </p:nvSpPr>
          <p:spPr>
            <a:xfrm>
              <a:off x="324270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h3969"/>
            <p:cNvSpPr/>
            <p:nvPr/>
          </p:nvSpPr>
          <p:spPr>
            <a:xfrm>
              <a:off x="325214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h3970"/>
            <p:cNvSpPr/>
            <p:nvPr/>
          </p:nvSpPr>
          <p:spPr>
            <a:xfrm>
              <a:off x="3261582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h3971"/>
            <p:cNvSpPr/>
            <p:nvPr/>
          </p:nvSpPr>
          <p:spPr>
            <a:xfrm>
              <a:off x="327102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h3972"/>
            <p:cNvSpPr/>
            <p:nvPr/>
          </p:nvSpPr>
          <p:spPr>
            <a:xfrm>
              <a:off x="328046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h3973"/>
            <p:cNvSpPr/>
            <p:nvPr/>
          </p:nvSpPr>
          <p:spPr>
            <a:xfrm>
              <a:off x="328990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h3974"/>
            <p:cNvSpPr/>
            <p:nvPr/>
          </p:nvSpPr>
          <p:spPr>
            <a:xfrm>
              <a:off x="329934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h3975"/>
            <p:cNvSpPr/>
            <p:nvPr/>
          </p:nvSpPr>
          <p:spPr>
            <a:xfrm>
              <a:off x="330878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h3976"/>
            <p:cNvSpPr/>
            <p:nvPr/>
          </p:nvSpPr>
          <p:spPr>
            <a:xfrm>
              <a:off x="331822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h3977"/>
            <p:cNvSpPr/>
            <p:nvPr/>
          </p:nvSpPr>
          <p:spPr>
            <a:xfrm>
              <a:off x="332766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h3978"/>
            <p:cNvSpPr/>
            <p:nvPr/>
          </p:nvSpPr>
          <p:spPr>
            <a:xfrm>
              <a:off x="333710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h3979"/>
            <p:cNvSpPr/>
            <p:nvPr/>
          </p:nvSpPr>
          <p:spPr>
            <a:xfrm>
              <a:off x="334654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h3980"/>
            <p:cNvSpPr/>
            <p:nvPr/>
          </p:nvSpPr>
          <p:spPr>
            <a:xfrm>
              <a:off x="3355985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h3981"/>
            <p:cNvSpPr/>
            <p:nvPr/>
          </p:nvSpPr>
          <p:spPr>
            <a:xfrm>
              <a:off x="3365425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h3982"/>
            <p:cNvSpPr/>
            <p:nvPr/>
          </p:nvSpPr>
          <p:spPr>
            <a:xfrm>
              <a:off x="3374865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h3983"/>
            <p:cNvSpPr/>
            <p:nvPr/>
          </p:nvSpPr>
          <p:spPr>
            <a:xfrm>
              <a:off x="3384305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h3984"/>
            <p:cNvSpPr/>
            <p:nvPr/>
          </p:nvSpPr>
          <p:spPr>
            <a:xfrm>
              <a:off x="339374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h3985"/>
            <p:cNvSpPr/>
            <p:nvPr/>
          </p:nvSpPr>
          <p:spPr>
            <a:xfrm>
              <a:off x="340318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h3986"/>
            <p:cNvSpPr/>
            <p:nvPr/>
          </p:nvSpPr>
          <p:spPr>
            <a:xfrm>
              <a:off x="3412626" y="1904245"/>
              <a:ext cx="914767" cy="914400"/>
            </a:xfrm>
            <a:custGeom>
              <a:avLst/>
              <a:pathLst>
                <a:path w="914767" h="914400">
                  <a:moveTo>
                    <a:pt x="914400" y="914400"/>
                  </a:moveTo>
                  <a:lnTo>
                    <a:pt x="914466" y="896830"/>
                  </a:lnTo>
                  <a:lnTo>
                    <a:pt x="914767" y="907535"/>
                  </a:lnTo>
                  <a:lnTo>
                    <a:pt x="914762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h3987"/>
            <p:cNvSpPr/>
            <p:nvPr/>
          </p:nvSpPr>
          <p:spPr>
            <a:xfrm>
              <a:off x="2260917" y="1869105"/>
              <a:ext cx="914400" cy="929550"/>
            </a:xfrm>
            <a:custGeom>
              <a:avLst/>
              <a:pathLst>
                <a:path w="914400" h="929550">
                  <a:moveTo>
                    <a:pt x="914400" y="914400"/>
                  </a:moveTo>
                  <a:lnTo>
                    <a:pt x="914400" y="929550"/>
                  </a:lnTo>
                  <a:lnTo>
                    <a:pt x="911558" y="924770"/>
                  </a:lnTo>
                  <a:lnTo>
                    <a:pt x="907329" y="916860"/>
                  </a:lnTo>
                  <a:lnTo>
                    <a:pt x="906146" y="914400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h3988"/>
            <p:cNvSpPr/>
            <p:nvPr/>
          </p:nvSpPr>
          <p:spPr>
            <a:xfrm>
              <a:off x="226091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37" y="931969"/>
                  </a:lnTo>
                  <a:lnTo>
                    <a:pt x="914400" y="929550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h3989"/>
            <p:cNvSpPr/>
            <p:nvPr/>
          </p:nvSpPr>
          <p:spPr>
            <a:xfrm>
              <a:off x="227035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h3990"/>
            <p:cNvSpPr/>
            <p:nvPr/>
          </p:nvSpPr>
          <p:spPr>
            <a:xfrm>
              <a:off x="227979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h3991"/>
            <p:cNvSpPr/>
            <p:nvPr/>
          </p:nvSpPr>
          <p:spPr>
            <a:xfrm>
              <a:off x="228923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h3992"/>
            <p:cNvSpPr/>
            <p:nvPr/>
          </p:nvSpPr>
          <p:spPr>
            <a:xfrm>
              <a:off x="229867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h3993"/>
            <p:cNvSpPr/>
            <p:nvPr/>
          </p:nvSpPr>
          <p:spPr>
            <a:xfrm>
              <a:off x="230811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h3994"/>
            <p:cNvSpPr/>
            <p:nvPr/>
          </p:nvSpPr>
          <p:spPr>
            <a:xfrm>
              <a:off x="231755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h3995"/>
            <p:cNvSpPr/>
            <p:nvPr/>
          </p:nvSpPr>
          <p:spPr>
            <a:xfrm>
              <a:off x="232699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h3996"/>
            <p:cNvSpPr/>
            <p:nvPr/>
          </p:nvSpPr>
          <p:spPr>
            <a:xfrm>
              <a:off x="233643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h3997"/>
            <p:cNvSpPr/>
            <p:nvPr/>
          </p:nvSpPr>
          <p:spPr>
            <a:xfrm>
              <a:off x="234587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h3998"/>
            <p:cNvSpPr/>
            <p:nvPr/>
          </p:nvSpPr>
          <p:spPr>
            <a:xfrm>
              <a:off x="235531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h3999"/>
            <p:cNvSpPr/>
            <p:nvPr/>
          </p:nvSpPr>
          <p:spPr>
            <a:xfrm>
              <a:off x="2364760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h4000"/>
            <p:cNvSpPr/>
            <p:nvPr/>
          </p:nvSpPr>
          <p:spPr>
            <a:xfrm>
              <a:off x="237420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h4001"/>
            <p:cNvSpPr/>
            <p:nvPr/>
          </p:nvSpPr>
          <p:spPr>
            <a:xfrm>
              <a:off x="2383640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h4002"/>
            <p:cNvSpPr/>
            <p:nvPr/>
          </p:nvSpPr>
          <p:spPr>
            <a:xfrm>
              <a:off x="239308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h4003"/>
            <p:cNvSpPr/>
            <p:nvPr/>
          </p:nvSpPr>
          <p:spPr>
            <a:xfrm>
              <a:off x="2402521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h4004"/>
            <p:cNvSpPr/>
            <p:nvPr/>
          </p:nvSpPr>
          <p:spPr>
            <a:xfrm>
              <a:off x="241196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h4005"/>
            <p:cNvSpPr/>
            <p:nvPr/>
          </p:nvSpPr>
          <p:spPr>
            <a:xfrm>
              <a:off x="2421401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h4006"/>
            <p:cNvSpPr/>
            <p:nvPr/>
          </p:nvSpPr>
          <p:spPr>
            <a:xfrm>
              <a:off x="243084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h4007"/>
            <p:cNvSpPr/>
            <p:nvPr/>
          </p:nvSpPr>
          <p:spPr>
            <a:xfrm>
              <a:off x="244028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h4008"/>
            <p:cNvSpPr/>
            <p:nvPr/>
          </p:nvSpPr>
          <p:spPr>
            <a:xfrm>
              <a:off x="244972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h4009"/>
            <p:cNvSpPr/>
            <p:nvPr/>
          </p:nvSpPr>
          <p:spPr>
            <a:xfrm>
              <a:off x="245916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h4010"/>
            <p:cNvSpPr/>
            <p:nvPr/>
          </p:nvSpPr>
          <p:spPr>
            <a:xfrm>
              <a:off x="246860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h4011"/>
            <p:cNvSpPr/>
            <p:nvPr/>
          </p:nvSpPr>
          <p:spPr>
            <a:xfrm>
              <a:off x="2478042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h4012"/>
            <p:cNvSpPr/>
            <p:nvPr/>
          </p:nvSpPr>
          <p:spPr>
            <a:xfrm>
              <a:off x="248748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h4013"/>
            <p:cNvSpPr/>
            <p:nvPr/>
          </p:nvSpPr>
          <p:spPr>
            <a:xfrm>
              <a:off x="2496923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h4014"/>
            <p:cNvSpPr/>
            <p:nvPr/>
          </p:nvSpPr>
          <p:spPr>
            <a:xfrm>
              <a:off x="250636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h4015"/>
            <p:cNvSpPr/>
            <p:nvPr/>
          </p:nvSpPr>
          <p:spPr>
            <a:xfrm>
              <a:off x="2515803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h4016"/>
            <p:cNvSpPr/>
            <p:nvPr/>
          </p:nvSpPr>
          <p:spPr>
            <a:xfrm>
              <a:off x="252524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h4017"/>
            <p:cNvSpPr/>
            <p:nvPr/>
          </p:nvSpPr>
          <p:spPr>
            <a:xfrm>
              <a:off x="2544124" y="188667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400" y="901607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h4018"/>
            <p:cNvSpPr/>
            <p:nvPr/>
          </p:nvSpPr>
          <p:spPr>
            <a:xfrm>
              <a:off x="2544124" y="1886675"/>
              <a:ext cx="917703" cy="914400"/>
            </a:xfrm>
            <a:custGeom>
              <a:avLst/>
              <a:pathLst>
                <a:path w="917703" h="914400">
                  <a:moveTo>
                    <a:pt x="914400" y="914400"/>
                  </a:moveTo>
                  <a:lnTo>
                    <a:pt x="914400" y="901607"/>
                  </a:lnTo>
                  <a:lnTo>
                    <a:pt x="917261" y="913428"/>
                  </a:lnTo>
                  <a:lnTo>
                    <a:pt x="917430" y="913800"/>
                  </a:lnTo>
                  <a:lnTo>
                    <a:pt x="917633" y="914245"/>
                  </a:lnTo>
                  <a:lnTo>
                    <a:pt x="917703" y="914400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h4019"/>
            <p:cNvSpPr/>
            <p:nvPr/>
          </p:nvSpPr>
          <p:spPr>
            <a:xfrm>
              <a:off x="3167180" y="1886675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3631" y="914400"/>
                  </a:lnTo>
                  <a:lnTo>
                    <a:pt x="914399" y="91185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h4020"/>
            <p:cNvSpPr/>
            <p:nvPr/>
          </p:nvSpPr>
          <p:spPr>
            <a:xfrm>
              <a:off x="3176620" y="186910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9424"/>
                  </a:lnTo>
                  <a:lnTo>
                    <a:pt x="907008" y="922641"/>
                  </a:lnTo>
                  <a:lnTo>
                    <a:pt x="909817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h4021"/>
            <p:cNvSpPr/>
            <p:nvPr/>
          </p:nvSpPr>
          <p:spPr>
            <a:xfrm>
              <a:off x="317662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h4022"/>
            <p:cNvSpPr/>
            <p:nvPr/>
          </p:nvSpPr>
          <p:spPr>
            <a:xfrm>
              <a:off x="318606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h4023"/>
            <p:cNvSpPr/>
            <p:nvPr/>
          </p:nvSpPr>
          <p:spPr>
            <a:xfrm>
              <a:off x="319550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h4024"/>
            <p:cNvSpPr/>
            <p:nvPr/>
          </p:nvSpPr>
          <p:spPr>
            <a:xfrm>
              <a:off x="3204941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h4025"/>
            <p:cNvSpPr/>
            <p:nvPr/>
          </p:nvSpPr>
          <p:spPr>
            <a:xfrm>
              <a:off x="3214381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h4026"/>
            <p:cNvSpPr/>
            <p:nvPr/>
          </p:nvSpPr>
          <p:spPr>
            <a:xfrm>
              <a:off x="322382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h4027"/>
            <p:cNvSpPr/>
            <p:nvPr/>
          </p:nvSpPr>
          <p:spPr>
            <a:xfrm>
              <a:off x="323326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h4028"/>
            <p:cNvSpPr/>
            <p:nvPr/>
          </p:nvSpPr>
          <p:spPr>
            <a:xfrm>
              <a:off x="324270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h4029"/>
            <p:cNvSpPr/>
            <p:nvPr/>
          </p:nvSpPr>
          <p:spPr>
            <a:xfrm>
              <a:off x="325214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h4030"/>
            <p:cNvSpPr/>
            <p:nvPr/>
          </p:nvSpPr>
          <p:spPr>
            <a:xfrm>
              <a:off x="326158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h4031"/>
            <p:cNvSpPr/>
            <p:nvPr/>
          </p:nvSpPr>
          <p:spPr>
            <a:xfrm>
              <a:off x="327102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h4032"/>
            <p:cNvSpPr/>
            <p:nvPr/>
          </p:nvSpPr>
          <p:spPr>
            <a:xfrm>
              <a:off x="328046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h4033"/>
            <p:cNvSpPr/>
            <p:nvPr/>
          </p:nvSpPr>
          <p:spPr>
            <a:xfrm>
              <a:off x="328990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h4034"/>
            <p:cNvSpPr/>
            <p:nvPr/>
          </p:nvSpPr>
          <p:spPr>
            <a:xfrm>
              <a:off x="329934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h4035"/>
            <p:cNvSpPr/>
            <p:nvPr/>
          </p:nvSpPr>
          <p:spPr>
            <a:xfrm>
              <a:off x="330878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h4036"/>
            <p:cNvSpPr/>
            <p:nvPr/>
          </p:nvSpPr>
          <p:spPr>
            <a:xfrm>
              <a:off x="331822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h4037"/>
            <p:cNvSpPr/>
            <p:nvPr/>
          </p:nvSpPr>
          <p:spPr>
            <a:xfrm>
              <a:off x="332766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h4038"/>
            <p:cNvSpPr/>
            <p:nvPr/>
          </p:nvSpPr>
          <p:spPr>
            <a:xfrm>
              <a:off x="333710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h4039"/>
            <p:cNvSpPr/>
            <p:nvPr/>
          </p:nvSpPr>
          <p:spPr>
            <a:xfrm>
              <a:off x="334654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h4040"/>
            <p:cNvSpPr/>
            <p:nvPr/>
          </p:nvSpPr>
          <p:spPr>
            <a:xfrm>
              <a:off x="3355985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h4041"/>
            <p:cNvSpPr/>
            <p:nvPr/>
          </p:nvSpPr>
          <p:spPr>
            <a:xfrm>
              <a:off x="3365425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h4042"/>
            <p:cNvSpPr/>
            <p:nvPr/>
          </p:nvSpPr>
          <p:spPr>
            <a:xfrm>
              <a:off x="3374865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h4043"/>
            <p:cNvSpPr/>
            <p:nvPr/>
          </p:nvSpPr>
          <p:spPr>
            <a:xfrm>
              <a:off x="3384305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h4044"/>
            <p:cNvSpPr/>
            <p:nvPr/>
          </p:nvSpPr>
          <p:spPr>
            <a:xfrm>
              <a:off x="3393746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h4045"/>
            <p:cNvSpPr/>
            <p:nvPr/>
          </p:nvSpPr>
          <p:spPr>
            <a:xfrm>
              <a:off x="3412626" y="188667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11" y="896830"/>
                  </a:lnTo>
                  <a:lnTo>
                    <a:pt x="913814" y="902666"/>
                  </a:lnTo>
                  <a:lnTo>
                    <a:pt x="914400" y="91295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h4046"/>
            <p:cNvSpPr/>
            <p:nvPr/>
          </p:nvSpPr>
          <p:spPr>
            <a:xfrm>
              <a:off x="3412626" y="1886675"/>
              <a:ext cx="914451" cy="914400"/>
            </a:xfrm>
            <a:custGeom>
              <a:avLst/>
              <a:pathLst>
                <a:path w="914451" h="914400">
                  <a:moveTo>
                    <a:pt x="914400" y="914400"/>
                  </a:moveTo>
                  <a:lnTo>
                    <a:pt x="914400" y="912950"/>
                  </a:lnTo>
                  <a:lnTo>
                    <a:pt x="914451" y="913862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h4047"/>
            <p:cNvSpPr/>
            <p:nvPr/>
          </p:nvSpPr>
          <p:spPr>
            <a:xfrm>
              <a:off x="2251477" y="1851536"/>
              <a:ext cx="914400" cy="929502"/>
            </a:xfrm>
            <a:custGeom>
              <a:avLst/>
              <a:pathLst>
                <a:path w="914400" h="929502">
                  <a:moveTo>
                    <a:pt x="914400" y="914400"/>
                  </a:moveTo>
                  <a:lnTo>
                    <a:pt x="914400" y="929502"/>
                  </a:lnTo>
                  <a:lnTo>
                    <a:pt x="912770" y="926114"/>
                  </a:lnTo>
                  <a:lnTo>
                    <a:pt x="911606" y="923558"/>
                  </a:lnTo>
                  <a:lnTo>
                    <a:pt x="910449" y="921021"/>
                  </a:lnTo>
                  <a:lnTo>
                    <a:pt x="909291" y="918483"/>
                  </a:lnTo>
                  <a:lnTo>
                    <a:pt x="908133" y="915946"/>
                  </a:lnTo>
                  <a:lnTo>
                    <a:pt x="907427" y="914400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h4048"/>
            <p:cNvSpPr/>
            <p:nvPr/>
          </p:nvSpPr>
          <p:spPr>
            <a:xfrm>
              <a:off x="225147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586" y="931969"/>
                  </a:lnTo>
                  <a:lnTo>
                    <a:pt x="914400" y="929502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h4049"/>
            <p:cNvSpPr/>
            <p:nvPr/>
          </p:nvSpPr>
          <p:spPr>
            <a:xfrm>
              <a:off x="226091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h4050"/>
            <p:cNvSpPr/>
            <p:nvPr/>
          </p:nvSpPr>
          <p:spPr>
            <a:xfrm>
              <a:off x="227035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h4051"/>
            <p:cNvSpPr/>
            <p:nvPr/>
          </p:nvSpPr>
          <p:spPr>
            <a:xfrm>
              <a:off x="227979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h4052"/>
            <p:cNvSpPr/>
            <p:nvPr/>
          </p:nvSpPr>
          <p:spPr>
            <a:xfrm>
              <a:off x="228923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h4053"/>
            <p:cNvSpPr/>
            <p:nvPr/>
          </p:nvSpPr>
          <p:spPr>
            <a:xfrm>
              <a:off x="229867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h4054"/>
            <p:cNvSpPr/>
            <p:nvPr/>
          </p:nvSpPr>
          <p:spPr>
            <a:xfrm>
              <a:off x="230811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h4055"/>
            <p:cNvSpPr/>
            <p:nvPr/>
          </p:nvSpPr>
          <p:spPr>
            <a:xfrm>
              <a:off x="231755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h4056"/>
            <p:cNvSpPr/>
            <p:nvPr/>
          </p:nvSpPr>
          <p:spPr>
            <a:xfrm>
              <a:off x="232699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h4057"/>
            <p:cNvSpPr/>
            <p:nvPr/>
          </p:nvSpPr>
          <p:spPr>
            <a:xfrm>
              <a:off x="233643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h4058"/>
            <p:cNvSpPr/>
            <p:nvPr/>
          </p:nvSpPr>
          <p:spPr>
            <a:xfrm>
              <a:off x="234587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h4059"/>
            <p:cNvSpPr/>
            <p:nvPr/>
          </p:nvSpPr>
          <p:spPr>
            <a:xfrm>
              <a:off x="235531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h4060"/>
            <p:cNvSpPr/>
            <p:nvPr/>
          </p:nvSpPr>
          <p:spPr>
            <a:xfrm>
              <a:off x="2364760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h4061"/>
            <p:cNvSpPr/>
            <p:nvPr/>
          </p:nvSpPr>
          <p:spPr>
            <a:xfrm>
              <a:off x="237420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h4062"/>
            <p:cNvSpPr/>
            <p:nvPr/>
          </p:nvSpPr>
          <p:spPr>
            <a:xfrm>
              <a:off x="2383640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h4063"/>
            <p:cNvSpPr/>
            <p:nvPr/>
          </p:nvSpPr>
          <p:spPr>
            <a:xfrm>
              <a:off x="239308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h4064"/>
            <p:cNvSpPr/>
            <p:nvPr/>
          </p:nvSpPr>
          <p:spPr>
            <a:xfrm>
              <a:off x="2402521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h4065"/>
            <p:cNvSpPr/>
            <p:nvPr/>
          </p:nvSpPr>
          <p:spPr>
            <a:xfrm>
              <a:off x="241196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2421401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243084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244028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244972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245916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246860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2478042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248748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2496923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250636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2515803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252524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2534684" y="1869105"/>
              <a:ext cx="922683" cy="914400"/>
            </a:xfrm>
            <a:custGeom>
              <a:avLst/>
              <a:pathLst>
                <a:path w="922683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430" y="896830"/>
                  </a:lnTo>
                  <a:lnTo>
                    <a:pt x="922683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3176620" y="185153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817" y="931969"/>
                  </a:lnTo>
                  <a:lnTo>
                    <a:pt x="910230" y="930757"/>
                  </a:lnTo>
                  <a:lnTo>
                    <a:pt x="911509" y="927412"/>
                  </a:lnTo>
                  <a:lnTo>
                    <a:pt x="911431" y="925423"/>
                  </a:lnTo>
                  <a:lnTo>
                    <a:pt x="911387" y="920411"/>
                  </a:lnTo>
                  <a:lnTo>
                    <a:pt x="910454" y="914964"/>
                  </a:lnTo>
                  <a:lnTo>
                    <a:pt x="910374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317662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318606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319550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3204941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3214381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322382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323326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324270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325214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326158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327102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328046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328990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329934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330878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331822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332766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333710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334654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335598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336542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337486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338430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3393746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3403186" y="1869105"/>
              <a:ext cx="922752" cy="914400"/>
            </a:xfrm>
            <a:custGeom>
              <a:avLst/>
              <a:pathLst>
                <a:path w="92275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834" y="896830"/>
                  </a:lnTo>
                  <a:lnTo>
                    <a:pt x="921022" y="898114"/>
                  </a:lnTo>
                  <a:lnTo>
                    <a:pt x="922297" y="909120"/>
                  </a:lnTo>
                  <a:lnTo>
                    <a:pt x="922752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2242036" y="1833966"/>
              <a:ext cx="914400" cy="926568"/>
            </a:xfrm>
            <a:custGeom>
              <a:avLst/>
              <a:pathLst>
                <a:path w="914400" h="926568">
                  <a:moveTo>
                    <a:pt x="914400" y="914400"/>
                  </a:moveTo>
                  <a:lnTo>
                    <a:pt x="914400" y="926568"/>
                  </a:lnTo>
                  <a:lnTo>
                    <a:pt x="914096" y="925904"/>
                  </a:lnTo>
                  <a:lnTo>
                    <a:pt x="912936" y="923367"/>
                  </a:lnTo>
                  <a:lnTo>
                    <a:pt x="911776" y="920830"/>
                  </a:lnTo>
                  <a:lnTo>
                    <a:pt x="910615" y="918294"/>
                  </a:lnTo>
                  <a:lnTo>
                    <a:pt x="909453" y="915757"/>
                  </a:lnTo>
                  <a:lnTo>
                    <a:pt x="908831" y="914400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224203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867" y="931969"/>
                  </a:lnTo>
                  <a:lnTo>
                    <a:pt x="916415" y="930978"/>
                  </a:lnTo>
                  <a:lnTo>
                    <a:pt x="915255" y="928441"/>
                  </a:lnTo>
                  <a:lnTo>
                    <a:pt x="914400" y="92656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225147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226091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227035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227979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228923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229867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230811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231755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232699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233643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234587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235531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2364760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237420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2383640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239308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2402521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241196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2421401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243084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244028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244972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245916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246860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2478042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248748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2496923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250636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2515803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2534684" y="185153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9" y="896830"/>
                  </a:lnTo>
                  <a:lnTo>
                    <a:pt x="914400" y="897756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2534684" y="1851536"/>
              <a:ext cx="918430" cy="914400"/>
            </a:xfrm>
            <a:custGeom>
              <a:avLst/>
              <a:pathLst>
                <a:path w="918430" h="914400">
                  <a:moveTo>
                    <a:pt x="914400" y="914400"/>
                  </a:moveTo>
                  <a:lnTo>
                    <a:pt x="914410" y="897796"/>
                  </a:lnTo>
                  <a:lnTo>
                    <a:pt x="914556" y="898400"/>
                  </a:lnTo>
                  <a:lnTo>
                    <a:pt x="914704" y="899011"/>
                  </a:lnTo>
                  <a:lnTo>
                    <a:pt x="914852" y="899622"/>
                  </a:lnTo>
                  <a:lnTo>
                    <a:pt x="915000" y="900233"/>
                  </a:lnTo>
                  <a:lnTo>
                    <a:pt x="915148" y="900844"/>
                  </a:lnTo>
                  <a:lnTo>
                    <a:pt x="915296" y="901455"/>
                  </a:lnTo>
                  <a:lnTo>
                    <a:pt x="915444" y="902066"/>
                  </a:lnTo>
                  <a:lnTo>
                    <a:pt x="915592" y="902676"/>
                  </a:lnTo>
                  <a:lnTo>
                    <a:pt x="915740" y="903287"/>
                  </a:lnTo>
                  <a:lnTo>
                    <a:pt x="915888" y="903898"/>
                  </a:lnTo>
                  <a:lnTo>
                    <a:pt x="916036" y="904509"/>
                  </a:lnTo>
                  <a:lnTo>
                    <a:pt x="916184" y="905120"/>
                  </a:lnTo>
                  <a:lnTo>
                    <a:pt x="918430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3176620" y="183396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374" y="931969"/>
                  </a:lnTo>
                  <a:lnTo>
                    <a:pt x="908962" y="921965"/>
                  </a:lnTo>
                  <a:lnTo>
                    <a:pt x="908117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317662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318606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319550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3204941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3214381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322382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323326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324270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325214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326158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327102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328046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328990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329934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330878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331822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332766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333710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334654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335598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336542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337486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338430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339374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3403186" y="1851536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022"/>
                  </a:lnTo>
                  <a:lnTo>
                    <a:pt x="921719" y="908110"/>
                  </a:lnTo>
                  <a:lnTo>
                    <a:pt x="920552" y="912474"/>
                  </a:lnTo>
                  <a:lnTo>
                    <a:pt x="920834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3412626" y="1833966"/>
              <a:ext cx="914870" cy="916591"/>
            </a:xfrm>
            <a:custGeom>
              <a:avLst/>
              <a:pathLst>
                <a:path w="914870" h="916591">
                  <a:moveTo>
                    <a:pt x="914400" y="914400"/>
                  </a:moveTo>
                  <a:lnTo>
                    <a:pt x="914870" y="914400"/>
                  </a:lnTo>
                  <a:lnTo>
                    <a:pt x="914617" y="915660"/>
                  </a:lnTo>
                  <a:lnTo>
                    <a:pt x="914400" y="916591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2232596" y="1816396"/>
              <a:ext cx="914400" cy="923523"/>
            </a:xfrm>
            <a:custGeom>
              <a:avLst/>
              <a:pathLst>
                <a:path w="914400" h="923523">
                  <a:moveTo>
                    <a:pt x="914400" y="914400"/>
                  </a:moveTo>
                  <a:lnTo>
                    <a:pt x="914400" y="923523"/>
                  </a:lnTo>
                  <a:lnTo>
                    <a:pt x="914243" y="923182"/>
                  </a:lnTo>
                  <a:lnTo>
                    <a:pt x="913071" y="920628"/>
                  </a:lnTo>
                  <a:lnTo>
                    <a:pt x="910361" y="914400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223259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272" y="931969"/>
                  </a:lnTo>
                  <a:lnTo>
                    <a:pt x="917732" y="930791"/>
                  </a:lnTo>
                  <a:lnTo>
                    <a:pt x="916569" y="928254"/>
                  </a:lnTo>
                  <a:lnTo>
                    <a:pt x="915406" y="925718"/>
                  </a:lnTo>
                  <a:lnTo>
                    <a:pt x="914400" y="923523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224203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225147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226091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227035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227979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228923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229867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230811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231755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232699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233643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234587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235531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2364760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237420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2383640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239308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2402521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241196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2421401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243084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244028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244972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245916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246860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2478042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248748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2496923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250636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2515803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2525244" y="1833966"/>
              <a:ext cx="923599" cy="914400"/>
            </a:xfrm>
            <a:custGeom>
              <a:avLst/>
              <a:pathLst>
                <a:path w="92359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732" y="896830"/>
                  </a:lnTo>
                  <a:lnTo>
                    <a:pt x="921252" y="905359"/>
                  </a:lnTo>
                  <a:lnTo>
                    <a:pt x="923599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3176620" y="181639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117" y="931969"/>
                  </a:lnTo>
                  <a:lnTo>
                    <a:pt x="907766" y="928836"/>
                  </a:lnTo>
                  <a:lnTo>
                    <a:pt x="906870" y="918037"/>
                  </a:lnTo>
                  <a:lnTo>
                    <a:pt x="90667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317662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318606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319550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3204941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3214381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322382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323326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324270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325214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326158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327102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328046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328990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329934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330878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331822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332766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333710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334654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335598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336542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337486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338430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339374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340318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3412626" y="1833966"/>
              <a:ext cx="918134" cy="914400"/>
            </a:xfrm>
            <a:custGeom>
              <a:avLst/>
              <a:pathLst>
                <a:path w="91813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134" y="896830"/>
                  </a:lnTo>
                  <a:lnTo>
                    <a:pt x="916673" y="905429"/>
                  </a:lnTo>
                  <a:lnTo>
                    <a:pt x="914870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2223156" y="1798826"/>
              <a:ext cx="914400" cy="918128"/>
            </a:xfrm>
            <a:custGeom>
              <a:avLst/>
              <a:pathLst>
                <a:path w="914400" h="918128">
                  <a:moveTo>
                    <a:pt x="914400" y="914400"/>
                  </a:moveTo>
                  <a:lnTo>
                    <a:pt x="914400" y="918128"/>
                  </a:lnTo>
                  <a:lnTo>
                    <a:pt x="913098" y="914400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222315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1" y="931969"/>
                  </a:lnTo>
                  <a:lnTo>
                    <a:pt x="918785" y="929633"/>
                  </a:lnTo>
                  <a:lnTo>
                    <a:pt x="915304" y="920718"/>
                  </a:lnTo>
                  <a:lnTo>
                    <a:pt x="914400" y="91812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223259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224203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225147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226091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227035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227979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228923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229867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230811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231755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232699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233643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234587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235531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2364760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237420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2383640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239308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2402521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241196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2421401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243084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244028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244972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245916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246860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2478042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248748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2496923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250636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2525244" y="181639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637" y="896830"/>
                  </a:lnTo>
                  <a:lnTo>
                    <a:pt x="914400" y="901540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2525244" y="1816396"/>
              <a:ext cx="918732" cy="914400"/>
            </a:xfrm>
            <a:custGeom>
              <a:avLst/>
              <a:pathLst>
                <a:path w="918732" h="914400">
                  <a:moveTo>
                    <a:pt x="914400" y="914400"/>
                  </a:moveTo>
                  <a:lnTo>
                    <a:pt x="914400" y="901540"/>
                  </a:lnTo>
                  <a:lnTo>
                    <a:pt x="915226" y="903748"/>
                  </a:lnTo>
                  <a:lnTo>
                    <a:pt x="918375" y="913191"/>
                  </a:lnTo>
                  <a:lnTo>
                    <a:pt x="918732" y="914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3176620" y="179882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671" y="931969"/>
                  </a:lnTo>
                  <a:lnTo>
                    <a:pt x="906276" y="924736"/>
                  </a:lnTo>
                  <a:lnTo>
                    <a:pt x="90600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317662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318606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319550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3204941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3214381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322382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323326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324270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325214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326158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327102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328046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328990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329934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330878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331822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332766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333710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334654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335598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336542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337486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338430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339374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340318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3412626" y="1816396"/>
              <a:ext cx="920490" cy="914400"/>
            </a:xfrm>
            <a:custGeom>
              <a:avLst/>
              <a:pathLst>
                <a:path w="9204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90" y="896830"/>
                  </a:lnTo>
                  <a:lnTo>
                    <a:pt x="919919" y="902010"/>
                  </a:lnTo>
                  <a:lnTo>
                    <a:pt x="918442" y="912583"/>
                  </a:lnTo>
                  <a:lnTo>
                    <a:pt x="918134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2223156" y="178125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098" y="931969"/>
                  </a:lnTo>
                  <a:lnTo>
                    <a:pt x="912078" y="929047"/>
                  </a:lnTo>
                  <a:lnTo>
                    <a:pt x="909116" y="919504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222315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223259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224203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225147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226091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227035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227979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228923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229867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230811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231755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232699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233643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234587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235531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2364760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237420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2383640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239308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2402521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241196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2421401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243084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244028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244972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245916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246860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2478042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248748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2496923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250636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2515803" y="1798826"/>
              <a:ext cx="922078" cy="914400"/>
            </a:xfrm>
            <a:custGeom>
              <a:avLst/>
              <a:pathLst>
                <a:path w="922078" h="914400">
                  <a:moveTo>
                    <a:pt x="914399" y="914400"/>
                  </a:moveTo>
                  <a:lnTo>
                    <a:pt x="914520" y="896830"/>
                  </a:lnTo>
                  <a:lnTo>
                    <a:pt x="917588" y="903424"/>
                  </a:lnTo>
                  <a:lnTo>
                    <a:pt x="921254" y="912197"/>
                  </a:lnTo>
                  <a:lnTo>
                    <a:pt x="922078" y="914400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3176620" y="178125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000" y="931969"/>
                  </a:lnTo>
                  <a:lnTo>
                    <a:pt x="905985" y="931392"/>
                  </a:lnTo>
                  <a:lnTo>
                    <a:pt x="905998" y="920465"/>
                  </a:lnTo>
                  <a:lnTo>
                    <a:pt x="90617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317662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318606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319550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3204941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3214381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322382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323326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324270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325214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326158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327102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328046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328990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329934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330878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331822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332766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333710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334654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335598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336542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337486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338430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339374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340318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3412626" y="1798826"/>
              <a:ext cx="922047" cy="914400"/>
            </a:xfrm>
            <a:custGeom>
              <a:avLst/>
              <a:pathLst>
                <a:path w="9220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47" y="896830"/>
                  </a:lnTo>
                  <a:lnTo>
                    <a:pt x="921980" y="898079"/>
                  </a:lnTo>
                  <a:lnTo>
                    <a:pt x="921099" y="908879"/>
                  </a:lnTo>
                  <a:lnTo>
                    <a:pt x="920490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2213716" y="1763687"/>
              <a:ext cx="914400" cy="921135"/>
            </a:xfrm>
            <a:custGeom>
              <a:avLst/>
              <a:pathLst>
                <a:path w="914400" h="921135">
                  <a:moveTo>
                    <a:pt x="914400" y="914400"/>
                  </a:moveTo>
                  <a:lnTo>
                    <a:pt x="914400" y="921135"/>
                  </a:lnTo>
                  <a:lnTo>
                    <a:pt x="913971" y="919345"/>
                  </a:lnTo>
                  <a:lnTo>
                    <a:pt x="911812" y="916469"/>
                  </a:lnTo>
                  <a:lnTo>
                    <a:pt x="910418" y="914400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221371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5866" y="927257"/>
                  </a:lnTo>
                  <a:lnTo>
                    <a:pt x="914400" y="921135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222315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223259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224203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225147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226091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227035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227979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228923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229867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230811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231755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232699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233643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234587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235531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2364760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237420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2383640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239308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2402521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241196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2421401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243084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244028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244972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245916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246860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2478042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248748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2496923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2515803" y="1781256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69" y="896830"/>
                  </a:lnTo>
                  <a:lnTo>
                    <a:pt x="905175" y="896996"/>
                  </a:lnTo>
                  <a:lnTo>
                    <a:pt x="909537" y="904585"/>
                  </a:lnTo>
                  <a:lnTo>
                    <a:pt x="913679" y="912592"/>
                  </a:lnTo>
                  <a:lnTo>
                    <a:pt x="914399" y="914141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2515803" y="1781256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4399" y="914141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3176620" y="176368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175" y="931969"/>
                  </a:lnTo>
                  <a:lnTo>
                    <a:pt x="906316" y="927124"/>
                  </a:lnTo>
                  <a:lnTo>
                    <a:pt x="906936" y="916258"/>
                  </a:lnTo>
                  <a:lnTo>
                    <a:pt x="90709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317662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318606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319550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3204941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3214381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322382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323326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324270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325214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326158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327102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328046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328990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329934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330878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331822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332766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333710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334654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335598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336542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337486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338430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339374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340318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3412626" y="1781256"/>
              <a:ext cx="922761" cy="914400"/>
            </a:xfrm>
            <a:custGeom>
              <a:avLst/>
              <a:pathLst>
                <a:path w="9227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761" y="896830"/>
                  </a:lnTo>
                  <a:lnTo>
                    <a:pt x="922559" y="904778"/>
                  </a:lnTo>
                  <a:lnTo>
                    <a:pt x="922047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2204275" y="1746117"/>
              <a:ext cx="914400" cy="923493"/>
            </a:xfrm>
            <a:custGeom>
              <a:avLst/>
              <a:pathLst>
                <a:path w="914400" h="923493">
                  <a:moveTo>
                    <a:pt x="914400" y="914400"/>
                  </a:moveTo>
                  <a:lnTo>
                    <a:pt x="914400" y="923493"/>
                  </a:lnTo>
                  <a:lnTo>
                    <a:pt x="912200" y="919861"/>
                  </a:lnTo>
                  <a:lnTo>
                    <a:pt x="909222" y="914400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220427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58" y="931969"/>
                  </a:lnTo>
                  <a:lnTo>
                    <a:pt x="916627" y="927170"/>
                  </a:lnTo>
                  <a:lnTo>
                    <a:pt x="914400" y="923493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221371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222315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223259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224203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225147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226091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227035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227979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228923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229867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230811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231755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232699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233643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234587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B9D51">
                <a:alpha val="100000"/>
              </a:srgbClr>
            </a:solidFill>
            <a:ln w="5420" cap="flat">
              <a:solidFill>
                <a:srgbClr val="2B9D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235531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D9D52">
                <a:alpha val="100000"/>
              </a:srgbClr>
            </a:solidFill>
            <a:ln w="5420" cap="flat">
              <a:solidFill>
                <a:srgbClr val="2D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2364760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237420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9F52">
                <a:alpha val="100000"/>
              </a:srgbClr>
            </a:solidFill>
            <a:ln w="5420" cap="flat">
              <a:solidFill>
                <a:srgbClr val="33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2383640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239308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2402521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241196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2421401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243084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244028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244972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245916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246860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2478042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248748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2506363" y="1763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947" y="896830"/>
                  </a:lnTo>
                  <a:lnTo>
                    <a:pt x="910149" y="905489"/>
                  </a:lnTo>
                  <a:lnTo>
                    <a:pt x="910853" y="908681"/>
                  </a:lnTo>
                  <a:lnTo>
                    <a:pt x="914400" y="91422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2506363" y="1763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22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3176620" y="174611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095" y="931969"/>
                  </a:lnTo>
                  <a:lnTo>
                    <a:pt x="907859" y="923036"/>
                  </a:lnTo>
                  <a:lnTo>
                    <a:pt x="90884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317662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318606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319550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3204941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3214381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322382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323326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324270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325214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326158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327102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328046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328990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329934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330878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331822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332766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333710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334654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335598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336542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337486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338430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339374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340318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3412626" y="176368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94"/>
                  </a:lnTo>
                  <a:lnTo>
                    <a:pt x="923080" y="904042"/>
                  </a:lnTo>
                  <a:lnTo>
                    <a:pt x="922913" y="904574"/>
                  </a:lnTo>
                  <a:lnTo>
                    <a:pt x="922896" y="906096"/>
                  </a:lnTo>
                  <a:lnTo>
                    <a:pt x="922866" y="908766"/>
                  </a:lnTo>
                  <a:lnTo>
                    <a:pt x="922836" y="911436"/>
                  </a:lnTo>
                  <a:lnTo>
                    <a:pt x="922761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3422066" y="1746117"/>
              <a:ext cx="915634" cy="918864"/>
            </a:xfrm>
            <a:custGeom>
              <a:avLst/>
              <a:pathLst>
                <a:path w="915634" h="918864">
                  <a:moveTo>
                    <a:pt x="914400" y="914400"/>
                  </a:moveTo>
                  <a:lnTo>
                    <a:pt x="915634" y="914400"/>
                  </a:lnTo>
                  <a:lnTo>
                    <a:pt x="914400" y="918864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2194835" y="1728547"/>
              <a:ext cx="914400" cy="923542"/>
            </a:xfrm>
            <a:custGeom>
              <a:avLst/>
              <a:pathLst>
                <a:path w="914400" h="923542">
                  <a:moveTo>
                    <a:pt x="914400" y="914400"/>
                  </a:moveTo>
                  <a:lnTo>
                    <a:pt x="914400" y="923542"/>
                  </a:lnTo>
                  <a:lnTo>
                    <a:pt x="913433" y="921573"/>
                  </a:lnTo>
                  <a:lnTo>
                    <a:pt x="910262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219483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62" y="931969"/>
                  </a:lnTo>
                  <a:lnTo>
                    <a:pt x="917425" y="929702"/>
                  </a:lnTo>
                  <a:lnTo>
                    <a:pt x="914400" y="923542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220427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221371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222315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223259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224203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225147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226091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227035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227979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228923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229867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230811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231755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232699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233643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234587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235531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2364760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237420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C9D52">
                <a:alpha val="100000"/>
              </a:srgbClr>
            </a:solidFill>
            <a:ln w="5420" cap="flat">
              <a:solidFill>
                <a:srgbClr val="2C9D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2383640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239308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2402521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241196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2421401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243084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244028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244972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245916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246860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2478042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2496923" y="174611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02" y="896830"/>
                  </a:lnTo>
                  <a:lnTo>
                    <a:pt x="914212" y="903274"/>
                  </a:lnTo>
                  <a:lnTo>
                    <a:pt x="914399" y="903922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2496923" y="1746117"/>
              <a:ext cx="917388" cy="914400"/>
            </a:xfrm>
            <a:custGeom>
              <a:avLst/>
              <a:pathLst>
                <a:path w="917388" h="914400">
                  <a:moveTo>
                    <a:pt x="914399" y="914400"/>
                  </a:moveTo>
                  <a:lnTo>
                    <a:pt x="914399" y="903922"/>
                  </a:lnTo>
                  <a:lnTo>
                    <a:pt x="917041" y="913034"/>
                  </a:lnTo>
                  <a:lnTo>
                    <a:pt x="917388" y="914400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3176620" y="172854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846" y="931969"/>
                  </a:lnTo>
                  <a:lnTo>
                    <a:pt x="909080" y="929918"/>
                  </a:lnTo>
                  <a:lnTo>
                    <a:pt x="910598" y="919362"/>
                  </a:lnTo>
                  <a:lnTo>
                    <a:pt x="91146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317662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318606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319550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3204941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3214381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322382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323326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324270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325214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326158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327102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328046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328990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329934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330878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331822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332766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333710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334654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335598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336542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337486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338430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339374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340318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341262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3422066" y="1746117"/>
              <a:ext cx="919810" cy="914400"/>
            </a:xfrm>
            <a:custGeom>
              <a:avLst/>
              <a:pathLst>
                <a:path w="9198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810" y="896830"/>
                  </a:lnTo>
                  <a:lnTo>
                    <a:pt x="918763" y="901834"/>
                  </a:lnTo>
                  <a:lnTo>
                    <a:pt x="916340" y="911847"/>
                  </a:lnTo>
                  <a:lnTo>
                    <a:pt x="915634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2185395" y="1710977"/>
              <a:ext cx="914400" cy="918402"/>
            </a:xfrm>
            <a:custGeom>
              <a:avLst/>
              <a:pathLst>
                <a:path w="914400" h="918402">
                  <a:moveTo>
                    <a:pt x="914400" y="914400"/>
                  </a:moveTo>
                  <a:lnTo>
                    <a:pt x="914400" y="918402"/>
                  </a:lnTo>
                  <a:lnTo>
                    <a:pt x="912978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218539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02" y="931969"/>
                  </a:lnTo>
                  <a:lnTo>
                    <a:pt x="919114" y="930638"/>
                  </a:lnTo>
                  <a:lnTo>
                    <a:pt x="915598" y="921779"/>
                  </a:lnTo>
                  <a:lnTo>
                    <a:pt x="914400" y="918402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219483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220427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221371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222315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223259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224203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225147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226091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227035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227979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228923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229867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230811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231755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232699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233643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234587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D9950">
                <a:alpha val="100000"/>
              </a:srgbClr>
            </a:solidFill>
            <a:ln w="5420" cap="flat">
              <a:solidFill>
                <a:srgbClr val="1D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235531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09950">
                <a:alpha val="100000"/>
              </a:srgbClr>
            </a:solidFill>
            <a:ln w="5420" cap="flat">
              <a:solidFill>
                <a:srgbClr val="20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2364760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237420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89C51">
                <a:alpha val="100000"/>
              </a:srgbClr>
            </a:solidFill>
            <a:ln w="5420" cap="flat">
              <a:solidFill>
                <a:srgbClr val="28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2383640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239308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3A052">
                <a:alpha val="100000"/>
              </a:srgbClr>
            </a:solidFill>
            <a:ln w="5420" cap="flat">
              <a:solidFill>
                <a:srgbClr val="33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2402521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241196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2421401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243084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244028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244972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245916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246860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2478042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2487483" y="1728547"/>
              <a:ext cx="921542" cy="914400"/>
            </a:xfrm>
            <a:custGeom>
              <a:avLst/>
              <a:pathLst>
                <a:path w="92154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974" y="896830"/>
                  </a:lnTo>
                  <a:lnTo>
                    <a:pt x="917187" y="902219"/>
                  </a:lnTo>
                  <a:lnTo>
                    <a:pt x="920551" y="911373"/>
                  </a:lnTo>
                  <a:lnTo>
                    <a:pt x="921542" y="914400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3176620" y="172854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461" y="914400"/>
                  </a:lnTo>
                  <a:lnTo>
                    <a:pt x="912407" y="908966"/>
                  </a:lnTo>
                  <a:lnTo>
                    <a:pt x="914400" y="89926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3186060" y="171097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833"/>
                  </a:lnTo>
                  <a:lnTo>
                    <a:pt x="905063" y="916329"/>
                  </a:lnTo>
                  <a:lnTo>
                    <a:pt x="905185" y="915776"/>
                  </a:lnTo>
                  <a:lnTo>
                    <a:pt x="905309" y="915218"/>
                  </a:lnTo>
                  <a:lnTo>
                    <a:pt x="905433" y="914659"/>
                  </a:lnTo>
                  <a:lnTo>
                    <a:pt x="90549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318606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319550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3204941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3214381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322382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323326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324270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325214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326158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327102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328046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328990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329934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330878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331822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332766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333710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334654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335598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336542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337486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338430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339374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340318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341262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3422066" y="1728547"/>
              <a:ext cx="923035" cy="914400"/>
            </a:xfrm>
            <a:custGeom>
              <a:avLst/>
              <a:pathLst>
                <a:path w="9230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035" y="896830"/>
                  </a:lnTo>
                  <a:lnTo>
                    <a:pt x="922754" y="898743"/>
                  </a:lnTo>
                  <a:lnTo>
                    <a:pt x="920903" y="909170"/>
                  </a:lnTo>
                  <a:lnTo>
                    <a:pt x="91981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2185395" y="169340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978" y="931969"/>
                  </a:lnTo>
                  <a:lnTo>
                    <a:pt x="912336" y="930161"/>
                  </a:lnTo>
                  <a:lnTo>
                    <a:pt x="909337" y="920668"/>
                  </a:lnTo>
                  <a:lnTo>
                    <a:pt x="907586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218539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219483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220427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221371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222315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223259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224203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225147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226091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227035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227979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228923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229867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230811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231755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232699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850">
                <a:alpha val="100000"/>
              </a:srgbClr>
            </a:solidFill>
            <a:ln w="5420" cap="flat">
              <a:solidFill>
                <a:srgbClr val="1C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233643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B9850">
                <a:alpha val="100000"/>
              </a:srgbClr>
            </a:solidFill>
            <a:ln w="5420" cap="flat">
              <a:solidFill>
                <a:srgbClr val="1B9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234587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C9950">
                <a:alpha val="100000"/>
              </a:srgbClr>
            </a:solidFill>
            <a:ln w="5420" cap="flat">
              <a:solidFill>
                <a:srgbClr val="1C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235531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1F9950">
                <a:alpha val="100000"/>
              </a:srgbClr>
            </a:solidFill>
            <a:ln w="5420" cap="flat">
              <a:solidFill>
                <a:srgbClr val="1F9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2364760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49A51">
                <a:alpha val="100000"/>
              </a:srgbClr>
            </a:solidFill>
            <a:ln w="5420" cap="flat">
              <a:solidFill>
                <a:srgbClr val="24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237420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2383640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239308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2402521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241196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2421401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243084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244028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244972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245916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246860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2487483" y="171097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09" y="896830"/>
                  </a:lnTo>
                  <a:lnTo>
                    <a:pt x="909707" y="902532"/>
                  </a:lnTo>
                  <a:lnTo>
                    <a:pt x="913569" y="910977"/>
                  </a:lnTo>
                  <a:lnTo>
                    <a:pt x="914400" y="91299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2487483" y="1710977"/>
              <a:ext cx="914974" cy="914400"/>
            </a:xfrm>
            <a:custGeom>
              <a:avLst/>
              <a:pathLst>
                <a:path w="914974" h="914400">
                  <a:moveTo>
                    <a:pt x="914400" y="914400"/>
                  </a:moveTo>
                  <a:lnTo>
                    <a:pt x="914400" y="912999"/>
                  </a:lnTo>
                  <a:lnTo>
                    <a:pt x="914974" y="914400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3176620" y="1693407"/>
              <a:ext cx="914400" cy="921432"/>
            </a:xfrm>
            <a:custGeom>
              <a:avLst/>
              <a:pathLst>
                <a:path w="914400" h="921432">
                  <a:moveTo>
                    <a:pt x="914400" y="914400"/>
                  </a:moveTo>
                  <a:lnTo>
                    <a:pt x="914400" y="921432"/>
                  </a:lnTo>
                  <a:lnTo>
                    <a:pt x="911640" y="919468"/>
                  </a:lnTo>
                  <a:lnTo>
                    <a:pt x="906267" y="915037"/>
                  </a:lnTo>
                  <a:lnTo>
                    <a:pt x="905592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317662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30" y="931969"/>
                  </a:lnTo>
                  <a:lnTo>
                    <a:pt x="914997" y="931670"/>
                  </a:lnTo>
                  <a:lnTo>
                    <a:pt x="915120" y="931111"/>
                  </a:lnTo>
                  <a:lnTo>
                    <a:pt x="915244" y="930553"/>
                  </a:lnTo>
                  <a:lnTo>
                    <a:pt x="915368" y="929994"/>
                  </a:lnTo>
                  <a:lnTo>
                    <a:pt x="915492" y="929435"/>
                  </a:lnTo>
                  <a:lnTo>
                    <a:pt x="915616" y="928877"/>
                  </a:lnTo>
                  <a:lnTo>
                    <a:pt x="915740" y="928318"/>
                  </a:lnTo>
                  <a:lnTo>
                    <a:pt x="915863" y="927759"/>
                  </a:lnTo>
                  <a:lnTo>
                    <a:pt x="915987" y="927200"/>
                  </a:lnTo>
                  <a:lnTo>
                    <a:pt x="916111" y="926642"/>
                  </a:lnTo>
                  <a:lnTo>
                    <a:pt x="916235" y="926083"/>
                  </a:lnTo>
                  <a:lnTo>
                    <a:pt x="916359" y="925524"/>
                  </a:lnTo>
                  <a:lnTo>
                    <a:pt x="916483" y="924966"/>
                  </a:lnTo>
                  <a:lnTo>
                    <a:pt x="916607" y="924407"/>
                  </a:lnTo>
                  <a:lnTo>
                    <a:pt x="916731" y="923848"/>
                  </a:lnTo>
                  <a:lnTo>
                    <a:pt x="916876" y="923194"/>
                  </a:lnTo>
                  <a:lnTo>
                    <a:pt x="914400" y="92143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318606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319550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3204941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3214381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322382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323326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324270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325214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326158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327102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328046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328990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329934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330878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331822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332766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333710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334654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335598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336542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337486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338430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339374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340318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341262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3422066" y="171097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920"/>
                  </a:lnTo>
                  <a:lnTo>
                    <a:pt x="92303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3431507" y="1693407"/>
              <a:ext cx="918988" cy="926490"/>
            </a:xfrm>
            <a:custGeom>
              <a:avLst/>
              <a:pathLst>
                <a:path w="918988" h="926490">
                  <a:moveTo>
                    <a:pt x="914400" y="914400"/>
                  </a:moveTo>
                  <a:lnTo>
                    <a:pt x="918988" y="914400"/>
                  </a:lnTo>
                  <a:lnTo>
                    <a:pt x="918867" y="914670"/>
                  </a:lnTo>
                  <a:lnTo>
                    <a:pt x="914965" y="922475"/>
                  </a:lnTo>
                  <a:lnTo>
                    <a:pt x="914870" y="923289"/>
                  </a:lnTo>
                  <a:lnTo>
                    <a:pt x="914400" y="92649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2175955" y="1675838"/>
              <a:ext cx="914400" cy="921728"/>
            </a:xfrm>
            <a:custGeom>
              <a:avLst/>
              <a:pathLst>
                <a:path w="914400" h="921728">
                  <a:moveTo>
                    <a:pt x="914400" y="914400"/>
                  </a:moveTo>
                  <a:lnTo>
                    <a:pt x="914400" y="921728"/>
                  </a:lnTo>
                  <a:lnTo>
                    <a:pt x="913596" y="918442"/>
                  </a:lnTo>
                  <a:lnTo>
                    <a:pt x="912741" y="914400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217595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026" y="931969"/>
                  </a:lnTo>
                  <a:lnTo>
                    <a:pt x="916047" y="928466"/>
                  </a:lnTo>
                  <a:lnTo>
                    <a:pt x="914400" y="92172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218539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219483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220427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221371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222315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223259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224203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225147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226091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227035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227979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228923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2">
                <a:alpha val="100000"/>
              </a:srgbClr>
            </a:solidFill>
            <a:ln w="5420" cap="flat">
              <a:solidFill>
                <a:srgbClr val="36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229867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230811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A9C51">
                <a:alpha val="100000"/>
              </a:srgbClr>
            </a:solidFill>
            <a:ln w="5420" cap="flat">
              <a:solidFill>
                <a:srgbClr val="2A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231755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232699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233643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29A51">
                <a:alpha val="100000"/>
              </a:srgbClr>
            </a:solidFill>
            <a:ln w="5420" cap="flat">
              <a:solidFill>
                <a:srgbClr val="22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234587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39A51">
                <a:alpha val="100000"/>
              </a:srgbClr>
            </a:solidFill>
            <a:ln w="5420" cap="flat">
              <a:solidFill>
                <a:srgbClr val="239A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235531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59B51">
                <a:alpha val="100000"/>
              </a:srgbClr>
            </a:solidFill>
            <a:ln w="5420" cap="flat">
              <a:solidFill>
                <a:srgbClr val="259B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2364760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299C51">
                <a:alpha val="100000"/>
              </a:srgbClr>
            </a:solidFill>
            <a:ln w="5420" cap="flat">
              <a:solidFill>
                <a:srgbClr val="299C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237420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E9E52">
                <a:alpha val="100000"/>
              </a:srgbClr>
            </a:solidFill>
            <a:ln w="5420" cap="flat">
              <a:solidFill>
                <a:srgbClr val="2E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2383640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4A052">
                <a:alpha val="100000"/>
              </a:srgbClr>
            </a:solidFill>
            <a:ln w="5420" cap="flat">
              <a:solidFill>
                <a:srgbClr val="34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239308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2402521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241196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2421401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243084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244028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244972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245916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2478042" y="169340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138" y="896830"/>
                  </a:lnTo>
                  <a:lnTo>
                    <a:pt x="910503" y="898961"/>
                  </a:lnTo>
                  <a:lnTo>
                    <a:pt x="911444" y="905656"/>
                  </a:lnTo>
                  <a:lnTo>
                    <a:pt x="914399" y="91088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2478042" y="1693407"/>
              <a:ext cx="916249" cy="914400"/>
            </a:xfrm>
            <a:custGeom>
              <a:avLst/>
              <a:pathLst>
                <a:path w="916249" h="914400">
                  <a:moveTo>
                    <a:pt x="914399" y="914400"/>
                  </a:moveTo>
                  <a:lnTo>
                    <a:pt x="914399" y="910889"/>
                  </a:lnTo>
                  <a:lnTo>
                    <a:pt x="915052" y="912045"/>
                  </a:lnTo>
                  <a:lnTo>
                    <a:pt x="916249" y="914400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3157740" y="1675838"/>
              <a:ext cx="914400" cy="921729"/>
            </a:xfrm>
            <a:custGeom>
              <a:avLst/>
              <a:pathLst>
                <a:path w="914400" h="921729">
                  <a:moveTo>
                    <a:pt x="914400" y="914400"/>
                  </a:moveTo>
                  <a:lnTo>
                    <a:pt x="914400" y="921729"/>
                  </a:lnTo>
                  <a:lnTo>
                    <a:pt x="909869" y="916291"/>
                  </a:lnTo>
                  <a:lnTo>
                    <a:pt x="908459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3157740" y="1675838"/>
              <a:ext cx="923840" cy="931373"/>
            </a:xfrm>
            <a:custGeom>
              <a:avLst/>
              <a:pathLst>
                <a:path w="923840" h="93137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373"/>
                  </a:lnTo>
                  <a:lnTo>
                    <a:pt x="919905" y="927663"/>
                  </a:lnTo>
                  <a:lnTo>
                    <a:pt x="914808" y="922219"/>
                  </a:lnTo>
                  <a:lnTo>
                    <a:pt x="914400" y="92172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3167180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32" y="931969"/>
                  </a:lnTo>
                  <a:lnTo>
                    <a:pt x="914399" y="93137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317662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318606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319550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3204941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3214381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322382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323326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324270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325214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326158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327102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328046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328990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329934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330878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331822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332766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333710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334654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335598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336542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337486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338430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339374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340318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341262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342206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3431507" y="169340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313"/>
                  </a:lnTo>
                  <a:lnTo>
                    <a:pt x="922708" y="906121"/>
                  </a:lnTo>
                  <a:lnTo>
                    <a:pt x="918988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3440947" y="1675838"/>
              <a:ext cx="916997" cy="920883"/>
            </a:xfrm>
            <a:custGeom>
              <a:avLst/>
              <a:pathLst>
                <a:path w="916997" h="920883">
                  <a:moveTo>
                    <a:pt x="914400" y="914400"/>
                  </a:moveTo>
                  <a:lnTo>
                    <a:pt x="916997" y="914400"/>
                  </a:lnTo>
                  <a:lnTo>
                    <a:pt x="916861" y="914775"/>
                  </a:lnTo>
                  <a:lnTo>
                    <a:pt x="914400" y="92088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2175955" y="165826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41" y="931969"/>
                  </a:lnTo>
                  <a:lnTo>
                    <a:pt x="911429" y="925764"/>
                  </a:lnTo>
                  <a:lnTo>
                    <a:pt x="909552" y="915320"/>
                  </a:lnTo>
                  <a:lnTo>
                    <a:pt x="909415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217595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218539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219483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220427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221371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222315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h4729"/>
            <p:cNvSpPr/>
            <p:nvPr/>
          </p:nvSpPr>
          <p:spPr>
            <a:xfrm>
              <a:off x="223259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h4730"/>
            <p:cNvSpPr/>
            <p:nvPr/>
          </p:nvSpPr>
          <p:spPr>
            <a:xfrm>
              <a:off x="224203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h4731"/>
            <p:cNvSpPr/>
            <p:nvPr/>
          </p:nvSpPr>
          <p:spPr>
            <a:xfrm>
              <a:off x="225147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h4732"/>
            <p:cNvSpPr/>
            <p:nvPr/>
          </p:nvSpPr>
          <p:spPr>
            <a:xfrm>
              <a:off x="226091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h4733"/>
            <p:cNvSpPr/>
            <p:nvPr/>
          </p:nvSpPr>
          <p:spPr>
            <a:xfrm>
              <a:off x="227035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h4734"/>
            <p:cNvSpPr/>
            <p:nvPr/>
          </p:nvSpPr>
          <p:spPr>
            <a:xfrm>
              <a:off x="227979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h4735"/>
            <p:cNvSpPr/>
            <p:nvPr/>
          </p:nvSpPr>
          <p:spPr>
            <a:xfrm>
              <a:off x="228923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h4736"/>
            <p:cNvSpPr/>
            <p:nvPr/>
          </p:nvSpPr>
          <p:spPr>
            <a:xfrm>
              <a:off x="229867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h4737"/>
            <p:cNvSpPr/>
            <p:nvPr/>
          </p:nvSpPr>
          <p:spPr>
            <a:xfrm>
              <a:off x="230811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h4738"/>
            <p:cNvSpPr/>
            <p:nvPr/>
          </p:nvSpPr>
          <p:spPr>
            <a:xfrm>
              <a:off x="231755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29F52">
                <a:alpha val="100000"/>
              </a:srgbClr>
            </a:solidFill>
            <a:ln w="5420" cap="flat">
              <a:solidFill>
                <a:srgbClr val="32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h4739"/>
            <p:cNvSpPr/>
            <p:nvPr/>
          </p:nvSpPr>
          <p:spPr>
            <a:xfrm>
              <a:off x="232699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09E52">
                <a:alpha val="100000"/>
              </a:srgbClr>
            </a:solidFill>
            <a:ln w="5420" cap="flat">
              <a:solidFill>
                <a:srgbClr val="30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h4740"/>
            <p:cNvSpPr/>
            <p:nvPr/>
          </p:nvSpPr>
          <p:spPr>
            <a:xfrm>
              <a:off x="233643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h4741"/>
            <p:cNvSpPr/>
            <p:nvPr/>
          </p:nvSpPr>
          <p:spPr>
            <a:xfrm>
              <a:off x="234587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2F9E52">
                <a:alpha val="100000"/>
              </a:srgbClr>
            </a:solidFill>
            <a:ln w="5420" cap="flat">
              <a:solidFill>
                <a:srgbClr val="2F9E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h4742"/>
            <p:cNvSpPr/>
            <p:nvPr/>
          </p:nvSpPr>
          <p:spPr>
            <a:xfrm>
              <a:off x="235531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19F52">
                <a:alpha val="100000"/>
              </a:srgbClr>
            </a:solidFill>
            <a:ln w="5420" cap="flat">
              <a:solidFill>
                <a:srgbClr val="319F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h4743"/>
            <p:cNvSpPr/>
            <p:nvPr/>
          </p:nvSpPr>
          <p:spPr>
            <a:xfrm>
              <a:off x="2364760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h4744"/>
            <p:cNvSpPr/>
            <p:nvPr/>
          </p:nvSpPr>
          <p:spPr>
            <a:xfrm>
              <a:off x="237420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h4745"/>
            <p:cNvSpPr/>
            <p:nvPr/>
          </p:nvSpPr>
          <p:spPr>
            <a:xfrm>
              <a:off x="2383640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h4746"/>
            <p:cNvSpPr/>
            <p:nvPr/>
          </p:nvSpPr>
          <p:spPr>
            <a:xfrm>
              <a:off x="239308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h4747"/>
            <p:cNvSpPr/>
            <p:nvPr/>
          </p:nvSpPr>
          <p:spPr>
            <a:xfrm>
              <a:off x="2402521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h4748"/>
            <p:cNvSpPr/>
            <p:nvPr/>
          </p:nvSpPr>
          <p:spPr>
            <a:xfrm>
              <a:off x="241196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h4749"/>
            <p:cNvSpPr/>
            <p:nvPr/>
          </p:nvSpPr>
          <p:spPr>
            <a:xfrm>
              <a:off x="2421401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h4750"/>
            <p:cNvSpPr/>
            <p:nvPr/>
          </p:nvSpPr>
          <p:spPr>
            <a:xfrm>
              <a:off x="243084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h4751"/>
            <p:cNvSpPr/>
            <p:nvPr/>
          </p:nvSpPr>
          <p:spPr>
            <a:xfrm>
              <a:off x="244028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h4752"/>
            <p:cNvSpPr/>
            <p:nvPr/>
          </p:nvSpPr>
          <p:spPr>
            <a:xfrm>
              <a:off x="244972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h4753"/>
            <p:cNvSpPr/>
            <p:nvPr/>
          </p:nvSpPr>
          <p:spPr>
            <a:xfrm>
              <a:off x="245916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h4754"/>
            <p:cNvSpPr/>
            <p:nvPr/>
          </p:nvSpPr>
          <p:spPr>
            <a:xfrm>
              <a:off x="2468602" y="1675838"/>
              <a:ext cx="919578" cy="914400"/>
            </a:xfrm>
            <a:custGeom>
              <a:avLst/>
              <a:pathLst>
                <a:path w="919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278" y="896830"/>
                  </a:lnTo>
                  <a:lnTo>
                    <a:pt x="918127" y="905934"/>
                  </a:lnTo>
                  <a:lnTo>
                    <a:pt x="919578" y="914400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h4755"/>
            <p:cNvSpPr/>
            <p:nvPr/>
          </p:nvSpPr>
          <p:spPr>
            <a:xfrm>
              <a:off x="3148299" y="1658268"/>
              <a:ext cx="914399" cy="927252"/>
            </a:xfrm>
            <a:custGeom>
              <a:avLst/>
              <a:pathLst>
                <a:path w="914399" h="927252">
                  <a:moveTo>
                    <a:pt x="914399" y="914400"/>
                  </a:moveTo>
                  <a:lnTo>
                    <a:pt x="914399" y="927252"/>
                  </a:lnTo>
                  <a:lnTo>
                    <a:pt x="909959" y="920616"/>
                  </a:lnTo>
                  <a:lnTo>
                    <a:pt x="906215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h4756"/>
            <p:cNvSpPr/>
            <p:nvPr/>
          </p:nvSpPr>
          <p:spPr>
            <a:xfrm>
              <a:off x="3148299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99" y="931969"/>
                  </a:lnTo>
                  <a:lnTo>
                    <a:pt x="914542" y="927464"/>
                  </a:lnTo>
                  <a:lnTo>
                    <a:pt x="914399" y="92725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h4757"/>
            <p:cNvSpPr/>
            <p:nvPr/>
          </p:nvSpPr>
          <p:spPr>
            <a:xfrm>
              <a:off x="315774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h4758"/>
            <p:cNvSpPr/>
            <p:nvPr/>
          </p:nvSpPr>
          <p:spPr>
            <a:xfrm>
              <a:off x="3167180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h4759"/>
            <p:cNvSpPr/>
            <p:nvPr/>
          </p:nvSpPr>
          <p:spPr>
            <a:xfrm>
              <a:off x="317662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h4760"/>
            <p:cNvSpPr/>
            <p:nvPr/>
          </p:nvSpPr>
          <p:spPr>
            <a:xfrm>
              <a:off x="318606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h4761"/>
            <p:cNvSpPr/>
            <p:nvPr/>
          </p:nvSpPr>
          <p:spPr>
            <a:xfrm>
              <a:off x="319550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h4762"/>
            <p:cNvSpPr/>
            <p:nvPr/>
          </p:nvSpPr>
          <p:spPr>
            <a:xfrm>
              <a:off x="3204941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h4763"/>
            <p:cNvSpPr/>
            <p:nvPr/>
          </p:nvSpPr>
          <p:spPr>
            <a:xfrm>
              <a:off x="3214381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h4764"/>
            <p:cNvSpPr/>
            <p:nvPr/>
          </p:nvSpPr>
          <p:spPr>
            <a:xfrm>
              <a:off x="322382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h4765"/>
            <p:cNvSpPr/>
            <p:nvPr/>
          </p:nvSpPr>
          <p:spPr>
            <a:xfrm>
              <a:off x="323326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h4766"/>
            <p:cNvSpPr/>
            <p:nvPr/>
          </p:nvSpPr>
          <p:spPr>
            <a:xfrm>
              <a:off x="324270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h4767"/>
            <p:cNvSpPr/>
            <p:nvPr/>
          </p:nvSpPr>
          <p:spPr>
            <a:xfrm>
              <a:off x="325214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h4768"/>
            <p:cNvSpPr/>
            <p:nvPr/>
          </p:nvSpPr>
          <p:spPr>
            <a:xfrm>
              <a:off x="326158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h4769"/>
            <p:cNvSpPr/>
            <p:nvPr/>
          </p:nvSpPr>
          <p:spPr>
            <a:xfrm>
              <a:off x="327102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h4770"/>
            <p:cNvSpPr/>
            <p:nvPr/>
          </p:nvSpPr>
          <p:spPr>
            <a:xfrm>
              <a:off x="328046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h4771"/>
            <p:cNvSpPr/>
            <p:nvPr/>
          </p:nvSpPr>
          <p:spPr>
            <a:xfrm>
              <a:off x="328990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h4772"/>
            <p:cNvSpPr/>
            <p:nvPr/>
          </p:nvSpPr>
          <p:spPr>
            <a:xfrm>
              <a:off x="329934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h4773"/>
            <p:cNvSpPr/>
            <p:nvPr/>
          </p:nvSpPr>
          <p:spPr>
            <a:xfrm>
              <a:off x="330878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h4774"/>
            <p:cNvSpPr/>
            <p:nvPr/>
          </p:nvSpPr>
          <p:spPr>
            <a:xfrm>
              <a:off x="331822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h4775"/>
            <p:cNvSpPr/>
            <p:nvPr/>
          </p:nvSpPr>
          <p:spPr>
            <a:xfrm>
              <a:off x="332766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h4776"/>
            <p:cNvSpPr/>
            <p:nvPr/>
          </p:nvSpPr>
          <p:spPr>
            <a:xfrm>
              <a:off x="333710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h4777"/>
            <p:cNvSpPr/>
            <p:nvPr/>
          </p:nvSpPr>
          <p:spPr>
            <a:xfrm>
              <a:off x="334654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h4778"/>
            <p:cNvSpPr/>
            <p:nvPr/>
          </p:nvSpPr>
          <p:spPr>
            <a:xfrm>
              <a:off x="335598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h4779"/>
            <p:cNvSpPr/>
            <p:nvPr/>
          </p:nvSpPr>
          <p:spPr>
            <a:xfrm>
              <a:off x="336542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h4780"/>
            <p:cNvSpPr/>
            <p:nvPr/>
          </p:nvSpPr>
          <p:spPr>
            <a:xfrm>
              <a:off x="337486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h4781"/>
            <p:cNvSpPr/>
            <p:nvPr/>
          </p:nvSpPr>
          <p:spPr>
            <a:xfrm>
              <a:off x="338430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h4782"/>
            <p:cNvSpPr/>
            <p:nvPr/>
          </p:nvSpPr>
          <p:spPr>
            <a:xfrm>
              <a:off x="339374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h4783"/>
            <p:cNvSpPr/>
            <p:nvPr/>
          </p:nvSpPr>
          <p:spPr>
            <a:xfrm>
              <a:off x="340318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h4784"/>
            <p:cNvSpPr/>
            <p:nvPr/>
          </p:nvSpPr>
          <p:spPr>
            <a:xfrm>
              <a:off x="341262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h4785"/>
            <p:cNvSpPr/>
            <p:nvPr/>
          </p:nvSpPr>
          <p:spPr>
            <a:xfrm>
              <a:off x="342206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h4786"/>
            <p:cNvSpPr/>
            <p:nvPr/>
          </p:nvSpPr>
          <p:spPr>
            <a:xfrm>
              <a:off x="343150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h4787"/>
            <p:cNvSpPr/>
            <p:nvPr/>
          </p:nvSpPr>
          <p:spPr>
            <a:xfrm>
              <a:off x="3440947" y="167583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0519"/>
                  </a:lnTo>
                  <a:lnTo>
                    <a:pt x="922420" y="901269"/>
                  </a:lnTo>
                  <a:lnTo>
                    <a:pt x="921383" y="901817"/>
                  </a:lnTo>
                  <a:lnTo>
                    <a:pt x="920196" y="905519"/>
                  </a:lnTo>
                  <a:lnTo>
                    <a:pt x="916997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h4788"/>
            <p:cNvSpPr/>
            <p:nvPr/>
          </p:nvSpPr>
          <p:spPr>
            <a:xfrm>
              <a:off x="3450387" y="1658268"/>
              <a:ext cx="921388" cy="918088"/>
            </a:xfrm>
            <a:custGeom>
              <a:avLst/>
              <a:pathLst>
                <a:path w="921388" h="918088">
                  <a:moveTo>
                    <a:pt x="914400" y="914400"/>
                  </a:moveTo>
                  <a:lnTo>
                    <a:pt x="921388" y="914400"/>
                  </a:lnTo>
                  <a:lnTo>
                    <a:pt x="920163" y="915046"/>
                  </a:lnTo>
                  <a:lnTo>
                    <a:pt x="918726" y="915804"/>
                  </a:lnTo>
                  <a:lnTo>
                    <a:pt x="917289" y="916563"/>
                  </a:lnTo>
                  <a:lnTo>
                    <a:pt x="915852" y="917321"/>
                  </a:lnTo>
                  <a:lnTo>
                    <a:pt x="914400" y="91808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h4789"/>
            <p:cNvSpPr/>
            <p:nvPr/>
          </p:nvSpPr>
          <p:spPr>
            <a:xfrm>
              <a:off x="2175955" y="164069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415" y="931969"/>
                  </a:lnTo>
                  <a:lnTo>
                    <a:pt x="907972" y="922277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h4790"/>
            <p:cNvSpPr/>
            <p:nvPr/>
          </p:nvSpPr>
          <p:spPr>
            <a:xfrm>
              <a:off x="217595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h4791"/>
            <p:cNvSpPr/>
            <p:nvPr/>
          </p:nvSpPr>
          <p:spPr>
            <a:xfrm>
              <a:off x="218539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h4792"/>
            <p:cNvSpPr/>
            <p:nvPr/>
          </p:nvSpPr>
          <p:spPr>
            <a:xfrm>
              <a:off x="219483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h4793"/>
            <p:cNvSpPr/>
            <p:nvPr/>
          </p:nvSpPr>
          <p:spPr>
            <a:xfrm>
              <a:off x="220427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h4794"/>
            <p:cNvSpPr/>
            <p:nvPr/>
          </p:nvSpPr>
          <p:spPr>
            <a:xfrm>
              <a:off x="221371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h4795"/>
            <p:cNvSpPr/>
            <p:nvPr/>
          </p:nvSpPr>
          <p:spPr>
            <a:xfrm>
              <a:off x="222315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h4796"/>
            <p:cNvSpPr/>
            <p:nvPr/>
          </p:nvSpPr>
          <p:spPr>
            <a:xfrm>
              <a:off x="223259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h4797"/>
            <p:cNvSpPr/>
            <p:nvPr/>
          </p:nvSpPr>
          <p:spPr>
            <a:xfrm>
              <a:off x="224203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h4798"/>
            <p:cNvSpPr/>
            <p:nvPr/>
          </p:nvSpPr>
          <p:spPr>
            <a:xfrm>
              <a:off x="225147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h4799"/>
            <p:cNvSpPr/>
            <p:nvPr/>
          </p:nvSpPr>
          <p:spPr>
            <a:xfrm>
              <a:off x="226091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h4800"/>
            <p:cNvSpPr/>
            <p:nvPr/>
          </p:nvSpPr>
          <p:spPr>
            <a:xfrm>
              <a:off x="227035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h4801"/>
            <p:cNvSpPr/>
            <p:nvPr/>
          </p:nvSpPr>
          <p:spPr>
            <a:xfrm>
              <a:off x="227979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h4802"/>
            <p:cNvSpPr/>
            <p:nvPr/>
          </p:nvSpPr>
          <p:spPr>
            <a:xfrm>
              <a:off x="228923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h4803"/>
            <p:cNvSpPr/>
            <p:nvPr/>
          </p:nvSpPr>
          <p:spPr>
            <a:xfrm>
              <a:off x="229867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h4804"/>
            <p:cNvSpPr/>
            <p:nvPr/>
          </p:nvSpPr>
          <p:spPr>
            <a:xfrm>
              <a:off x="230811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h4805"/>
            <p:cNvSpPr/>
            <p:nvPr/>
          </p:nvSpPr>
          <p:spPr>
            <a:xfrm>
              <a:off x="231755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h4806"/>
            <p:cNvSpPr/>
            <p:nvPr/>
          </p:nvSpPr>
          <p:spPr>
            <a:xfrm>
              <a:off x="232699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h4807"/>
            <p:cNvSpPr/>
            <p:nvPr/>
          </p:nvSpPr>
          <p:spPr>
            <a:xfrm>
              <a:off x="233643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h4808"/>
            <p:cNvSpPr/>
            <p:nvPr/>
          </p:nvSpPr>
          <p:spPr>
            <a:xfrm>
              <a:off x="234587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h4809"/>
            <p:cNvSpPr/>
            <p:nvPr/>
          </p:nvSpPr>
          <p:spPr>
            <a:xfrm>
              <a:off x="235531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h4810"/>
            <p:cNvSpPr/>
            <p:nvPr/>
          </p:nvSpPr>
          <p:spPr>
            <a:xfrm>
              <a:off x="2364760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h4811"/>
            <p:cNvSpPr/>
            <p:nvPr/>
          </p:nvSpPr>
          <p:spPr>
            <a:xfrm>
              <a:off x="237420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h4812"/>
            <p:cNvSpPr/>
            <p:nvPr/>
          </p:nvSpPr>
          <p:spPr>
            <a:xfrm>
              <a:off x="2383640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h4813"/>
            <p:cNvSpPr/>
            <p:nvPr/>
          </p:nvSpPr>
          <p:spPr>
            <a:xfrm>
              <a:off x="239308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h4814"/>
            <p:cNvSpPr/>
            <p:nvPr/>
          </p:nvSpPr>
          <p:spPr>
            <a:xfrm>
              <a:off x="2402521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h4815"/>
            <p:cNvSpPr/>
            <p:nvPr/>
          </p:nvSpPr>
          <p:spPr>
            <a:xfrm>
              <a:off x="241196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h4816"/>
            <p:cNvSpPr/>
            <p:nvPr/>
          </p:nvSpPr>
          <p:spPr>
            <a:xfrm>
              <a:off x="2421401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h4817"/>
            <p:cNvSpPr/>
            <p:nvPr/>
          </p:nvSpPr>
          <p:spPr>
            <a:xfrm>
              <a:off x="243084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h4818"/>
            <p:cNvSpPr/>
            <p:nvPr/>
          </p:nvSpPr>
          <p:spPr>
            <a:xfrm>
              <a:off x="244028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h4819"/>
            <p:cNvSpPr/>
            <p:nvPr/>
          </p:nvSpPr>
          <p:spPr>
            <a:xfrm>
              <a:off x="244972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h4820"/>
            <p:cNvSpPr/>
            <p:nvPr/>
          </p:nvSpPr>
          <p:spPr>
            <a:xfrm>
              <a:off x="2468602" y="165826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959" y="896830"/>
                  </a:lnTo>
                  <a:lnTo>
                    <a:pt x="913608" y="902919"/>
                  </a:lnTo>
                  <a:lnTo>
                    <a:pt x="914400" y="906267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h4821"/>
            <p:cNvSpPr/>
            <p:nvPr/>
          </p:nvSpPr>
          <p:spPr>
            <a:xfrm>
              <a:off x="2468602" y="1658268"/>
              <a:ext cx="916278" cy="914400"/>
            </a:xfrm>
            <a:custGeom>
              <a:avLst/>
              <a:pathLst>
                <a:path w="916278" h="914400">
                  <a:moveTo>
                    <a:pt x="914400" y="914400"/>
                  </a:moveTo>
                  <a:lnTo>
                    <a:pt x="914400" y="906267"/>
                  </a:lnTo>
                  <a:lnTo>
                    <a:pt x="916014" y="913100"/>
                  </a:lnTo>
                  <a:lnTo>
                    <a:pt x="916278" y="914400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h4822"/>
            <p:cNvSpPr/>
            <p:nvPr/>
          </p:nvSpPr>
          <p:spPr>
            <a:xfrm>
              <a:off x="3138859" y="1640698"/>
              <a:ext cx="914400" cy="929772"/>
            </a:xfrm>
            <a:custGeom>
              <a:avLst/>
              <a:pathLst>
                <a:path w="914400" h="929772">
                  <a:moveTo>
                    <a:pt x="914400" y="914400"/>
                  </a:moveTo>
                  <a:lnTo>
                    <a:pt x="914400" y="929772"/>
                  </a:lnTo>
                  <a:lnTo>
                    <a:pt x="910837" y="923210"/>
                  </a:lnTo>
                  <a:lnTo>
                    <a:pt x="906880" y="915122"/>
                  </a:lnTo>
                  <a:lnTo>
                    <a:pt x="906562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h4823"/>
            <p:cNvSpPr/>
            <p:nvPr/>
          </p:nvSpPr>
          <p:spPr>
            <a:xfrm>
              <a:off x="313885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5" y="931969"/>
                  </a:lnTo>
                  <a:lnTo>
                    <a:pt x="915014" y="930904"/>
                  </a:lnTo>
                  <a:lnTo>
                    <a:pt x="914400" y="92977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h4824"/>
            <p:cNvSpPr/>
            <p:nvPr/>
          </p:nvSpPr>
          <p:spPr>
            <a:xfrm>
              <a:off x="3148299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h4825"/>
            <p:cNvSpPr/>
            <p:nvPr/>
          </p:nvSpPr>
          <p:spPr>
            <a:xfrm>
              <a:off x="315774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h4826"/>
            <p:cNvSpPr/>
            <p:nvPr/>
          </p:nvSpPr>
          <p:spPr>
            <a:xfrm>
              <a:off x="3167180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h4827"/>
            <p:cNvSpPr/>
            <p:nvPr/>
          </p:nvSpPr>
          <p:spPr>
            <a:xfrm>
              <a:off x="317662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h4828"/>
            <p:cNvSpPr/>
            <p:nvPr/>
          </p:nvSpPr>
          <p:spPr>
            <a:xfrm>
              <a:off x="318606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h4829"/>
            <p:cNvSpPr/>
            <p:nvPr/>
          </p:nvSpPr>
          <p:spPr>
            <a:xfrm>
              <a:off x="319550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h4830"/>
            <p:cNvSpPr/>
            <p:nvPr/>
          </p:nvSpPr>
          <p:spPr>
            <a:xfrm>
              <a:off x="3204941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h4831"/>
            <p:cNvSpPr/>
            <p:nvPr/>
          </p:nvSpPr>
          <p:spPr>
            <a:xfrm>
              <a:off x="3214381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h4832"/>
            <p:cNvSpPr/>
            <p:nvPr/>
          </p:nvSpPr>
          <p:spPr>
            <a:xfrm>
              <a:off x="322382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h4833"/>
            <p:cNvSpPr/>
            <p:nvPr/>
          </p:nvSpPr>
          <p:spPr>
            <a:xfrm>
              <a:off x="323326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h4834"/>
            <p:cNvSpPr/>
            <p:nvPr/>
          </p:nvSpPr>
          <p:spPr>
            <a:xfrm>
              <a:off x="324270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h4835"/>
            <p:cNvSpPr/>
            <p:nvPr/>
          </p:nvSpPr>
          <p:spPr>
            <a:xfrm>
              <a:off x="325214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h4836"/>
            <p:cNvSpPr/>
            <p:nvPr/>
          </p:nvSpPr>
          <p:spPr>
            <a:xfrm>
              <a:off x="326158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h4837"/>
            <p:cNvSpPr/>
            <p:nvPr/>
          </p:nvSpPr>
          <p:spPr>
            <a:xfrm>
              <a:off x="327102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h4838"/>
            <p:cNvSpPr/>
            <p:nvPr/>
          </p:nvSpPr>
          <p:spPr>
            <a:xfrm>
              <a:off x="328046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h4839"/>
            <p:cNvSpPr/>
            <p:nvPr/>
          </p:nvSpPr>
          <p:spPr>
            <a:xfrm>
              <a:off x="328990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h4840"/>
            <p:cNvSpPr/>
            <p:nvPr/>
          </p:nvSpPr>
          <p:spPr>
            <a:xfrm>
              <a:off x="329934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h4841"/>
            <p:cNvSpPr/>
            <p:nvPr/>
          </p:nvSpPr>
          <p:spPr>
            <a:xfrm>
              <a:off x="330878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h4842"/>
            <p:cNvSpPr/>
            <p:nvPr/>
          </p:nvSpPr>
          <p:spPr>
            <a:xfrm>
              <a:off x="331822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h4843"/>
            <p:cNvSpPr/>
            <p:nvPr/>
          </p:nvSpPr>
          <p:spPr>
            <a:xfrm>
              <a:off x="332766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h4844"/>
            <p:cNvSpPr/>
            <p:nvPr/>
          </p:nvSpPr>
          <p:spPr>
            <a:xfrm>
              <a:off x="333710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h4845"/>
            <p:cNvSpPr/>
            <p:nvPr/>
          </p:nvSpPr>
          <p:spPr>
            <a:xfrm>
              <a:off x="334654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h4846"/>
            <p:cNvSpPr/>
            <p:nvPr/>
          </p:nvSpPr>
          <p:spPr>
            <a:xfrm>
              <a:off x="335598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h4847"/>
            <p:cNvSpPr/>
            <p:nvPr/>
          </p:nvSpPr>
          <p:spPr>
            <a:xfrm>
              <a:off x="336542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h4848"/>
            <p:cNvSpPr/>
            <p:nvPr/>
          </p:nvSpPr>
          <p:spPr>
            <a:xfrm>
              <a:off x="337486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h4849"/>
            <p:cNvSpPr/>
            <p:nvPr/>
          </p:nvSpPr>
          <p:spPr>
            <a:xfrm>
              <a:off x="338430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h4850"/>
            <p:cNvSpPr/>
            <p:nvPr/>
          </p:nvSpPr>
          <p:spPr>
            <a:xfrm>
              <a:off x="339374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h4851"/>
            <p:cNvSpPr/>
            <p:nvPr/>
          </p:nvSpPr>
          <p:spPr>
            <a:xfrm>
              <a:off x="340318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h4852"/>
            <p:cNvSpPr/>
            <p:nvPr/>
          </p:nvSpPr>
          <p:spPr>
            <a:xfrm>
              <a:off x="341262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h4853"/>
            <p:cNvSpPr/>
            <p:nvPr/>
          </p:nvSpPr>
          <p:spPr>
            <a:xfrm>
              <a:off x="342206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h4854"/>
            <p:cNvSpPr/>
            <p:nvPr/>
          </p:nvSpPr>
          <p:spPr>
            <a:xfrm>
              <a:off x="343150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h4855"/>
            <p:cNvSpPr/>
            <p:nvPr/>
          </p:nvSpPr>
          <p:spPr>
            <a:xfrm>
              <a:off x="344094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h4856"/>
            <p:cNvSpPr/>
            <p:nvPr/>
          </p:nvSpPr>
          <p:spPr>
            <a:xfrm>
              <a:off x="3450387" y="165826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107"/>
                  </a:lnTo>
                  <a:lnTo>
                    <a:pt x="923037" y="913530"/>
                  </a:lnTo>
                  <a:lnTo>
                    <a:pt x="921600" y="914288"/>
                  </a:lnTo>
                  <a:lnTo>
                    <a:pt x="921388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h4857"/>
            <p:cNvSpPr/>
            <p:nvPr/>
          </p:nvSpPr>
          <p:spPr>
            <a:xfrm>
              <a:off x="3459827" y="1640698"/>
              <a:ext cx="923840" cy="930677"/>
            </a:xfrm>
            <a:custGeom>
              <a:avLst/>
              <a:pathLst>
                <a:path w="923840" h="9306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5127"/>
                  </a:lnTo>
                  <a:lnTo>
                    <a:pt x="921816" y="926502"/>
                  </a:lnTo>
                  <a:lnTo>
                    <a:pt x="916477" y="929582"/>
                  </a:lnTo>
                  <a:lnTo>
                    <a:pt x="915035" y="930342"/>
                  </a:lnTo>
                  <a:lnTo>
                    <a:pt x="914400" y="93067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h4858"/>
            <p:cNvSpPr/>
            <p:nvPr/>
          </p:nvSpPr>
          <p:spPr>
            <a:xfrm>
              <a:off x="3469268" y="1640698"/>
              <a:ext cx="923840" cy="925127"/>
            </a:xfrm>
            <a:custGeom>
              <a:avLst/>
              <a:pathLst>
                <a:path w="923840" h="92512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938"/>
                  </a:lnTo>
                  <a:lnTo>
                    <a:pt x="922775" y="918892"/>
                  </a:lnTo>
                  <a:lnTo>
                    <a:pt x="917625" y="922936"/>
                  </a:lnTo>
                  <a:lnTo>
                    <a:pt x="914400" y="92512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h4859"/>
            <p:cNvSpPr/>
            <p:nvPr/>
          </p:nvSpPr>
          <p:spPr>
            <a:xfrm>
              <a:off x="3478708" y="1640698"/>
              <a:ext cx="918350" cy="917938"/>
            </a:xfrm>
            <a:custGeom>
              <a:avLst/>
              <a:pathLst>
                <a:path w="918350" h="917938">
                  <a:moveTo>
                    <a:pt x="914400" y="914400"/>
                  </a:moveTo>
                  <a:lnTo>
                    <a:pt x="918350" y="914400"/>
                  </a:lnTo>
                  <a:lnTo>
                    <a:pt x="914400" y="9179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h4860"/>
            <p:cNvSpPr/>
            <p:nvPr/>
          </p:nvSpPr>
          <p:spPr>
            <a:xfrm>
              <a:off x="2175955" y="162312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033" y="931969"/>
                  </a:lnTo>
                  <a:lnTo>
                    <a:pt x="906691" y="929095"/>
                  </a:lnTo>
                  <a:lnTo>
                    <a:pt x="905713" y="918233"/>
                  </a:lnTo>
                  <a:lnTo>
                    <a:pt x="905478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h4861"/>
            <p:cNvSpPr/>
            <p:nvPr/>
          </p:nvSpPr>
          <p:spPr>
            <a:xfrm>
              <a:off x="217595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h4862"/>
            <p:cNvSpPr/>
            <p:nvPr/>
          </p:nvSpPr>
          <p:spPr>
            <a:xfrm>
              <a:off x="218539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h4863"/>
            <p:cNvSpPr/>
            <p:nvPr/>
          </p:nvSpPr>
          <p:spPr>
            <a:xfrm>
              <a:off x="219483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h4864"/>
            <p:cNvSpPr/>
            <p:nvPr/>
          </p:nvSpPr>
          <p:spPr>
            <a:xfrm>
              <a:off x="220427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h4865"/>
            <p:cNvSpPr/>
            <p:nvPr/>
          </p:nvSpPr>
          <p:spPr>
            <a:xfrm>
              <a:off x="221371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h4866"/>
            <p:cNvSpPr/>
            <p:nvPr/>
          </p:nvSpPr>
          <p:spPr>
            <a:xfrm>
              <a:off x="222315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h4867"/>
            <p:cNvSpPr/>
            <p:nvPr/>
          </p:nvSpPr>
          <p:spPr>
            <a:xfrm>
              <a:off x="223259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h4868"/>
            <p:cNvSpPr/>
            <p:nvPr/>
          </p:nvSpPr>
          <p:spPr>
            <a:xfrm>
              <a:off x="224203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h4869"/>
            <p:cNvSpPr/>
            <p:nvPr/>
          </p:nvSpPr>
          <p:spPr>
            <a:xfrm>
              <a:off x="225147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h4870"/>
            <p:cNvSpPr/>
            <p:nvPr/>
          </p:nvSpPr>
          <p:spPr>
            <a:xfrm>
              <a:off x="226091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h4871"/>
            <p:cNvSpPr/>
            <p:nvPr/>
          </p:nvSpPr>
          <p:spPr>
            <a:xfrm>
              <a:off x="227035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h4872"/>
            <p:cNvSpPr/>
            <p:nvPr/>
          </p:nvSpPr>
          <p:spPr>
            <a:xfrm>
              <a:off x="227979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h4873"/>
            <p:cNvSpPr/>
            <p:nvPr/>
          </p:nvSpPr>
          <p:spPr>
            <a:xfrm>
              <a:off x="228923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h4874"/>
            <p:cNvSpPr/>
            <p:nvPr/>
          </p:nvSpPr>
          <p:spPr>
            <a:xfrm>
              <a:off x="229867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h4875"/>
            <p:cNvSpPr/>
            <p:nvPr/>
          </p:nvSpPr>
          <p:spPr>
            <a:xfrm>
              <a:off x="230811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h4876"/>
            <p:cNvSpPr/>
            <p:nvPr/>
          </p:nvSpPr>
          <p:spPr>
            <a:xfrm>
              <a:off x="231755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h4877"/>
            <p:cNvSpPr/>
            <p:nvPr/>
          </p:nvSpPr>
          <p:spPr>
            <a:xfrm>
              <a:off x="232699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h4878"/>
            <p:cNvSpPr/>
            <p:nvPr/>
          </p:nvSpPr>
          <p:spPr>
            <a:xfrm>
              <a:off x="233643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h4879"/>
            <p:cNvSpPr/>
            <p:nvPr/>
          </p:nvSpPr>
          <p:spPr>
            <a:xfrm>
              <a:off x="234587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h4880"/>
            <p:cNvSpPr/>
            <p:nvPr/>
          </p:nvSpPr>
          <p:spPr>
            <a:xfrm>
              <a:off x="235531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h4881"/>
            <p:cNvSpPr/>
            <p:nvPr/>
          </p:nvSpPr>
          <p:spPr>
            <a:xfrm>
              <a:off x="2364760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h4882"/>
            <p:cNvSpPr/>
            <p:nvPr/>
          </p:nvSpPr>
          <p:spPr>
            <a:xfrm>
              <a:off x="237420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h4883"/>
            <p:cNvSpPr/>
            <p:nvPr/>
          </p:nvSpPr>
          <p:spPr>
            <a:xfrm>
              <a:off x="2383640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h4884"/>
            <p:cNvSpPr/>
            <p:nvPr/>
          </p:nvSpPr>
          <p:spPr>
            <a:xfrm>
              <a:off x="239308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h4885"/>
            <p:cNvSpPr/>
            <p:nvPr/>
          </p:nvSpPr>
          <p:spPr>
            <a:xfrm>
              <a:off x="2402521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h4886"/>
            <p:cNvSpPr/>
            <p:nvPr/>
          </p:nvSpPr>
          <p:spPr>
            <a:xfrm>
              <a:off x="241196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8B85A">
                <a:alpha val="100000"/>
              </a:srgbClr>
            </a:solidFill>
            <a:ln w="5420" cap="flat">
              <a:solidFill>
                <a:srgbClr val="68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h4887"/>
            <p:cNvSpPr/>
            <p:nvPr/>
          </p:nvSpPr>
          <p:spPr>
            <a:xfrm>
              <a:off x="2421401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h4888"/>
            <p:cNvSpPr/>
            <p:nvPr/>
          </p:nvSpPr>
          <p:spPr>
            <a:xfrm>
              <a:off x="243084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h4889"/>
            <p:cNvSpPr/>
            <p:nvPr/>
          </p:nvSpPr>
          <p:spPr>
            <a:xfrm>
              <a:off x="244028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h4890"/>
            <p:cNvSpPr/>
            <p:nvPr/>
          </p:nvSpPr>
          <p:spPr>
            <a:xfrm>
              <a:off x="244972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h4891"/>
            <p:cNvSpPr/>
            <p:nvPr/>
          </p:nvSpPr>
          <p:spPr>
            <a:xfrm>
              <a:off x="2459162" y="1640698"/>
              <a:ext cx="921399" cy="914400"/>
            </a:xfrm>
            <a:custGeom>
              <a:avLst/>
              <a:pathLst>
                <a:path w="92139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980" y="896830"/>
                  </a:lnTo>
                  <a:lnTo>
                    <a:pt x="917390" y="900903"/>
                  </a:lnTo>
                  <a:lnTo>
                    <a:pt x="920358" y="910557"/>
                  </a:lnTo>
                  <a:lnTo>
                    <a:pt x="921399" y="914400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h4892"/>
            <p:cNvSpPr/>
            <p:nvPr/>
          </p:nvSpPr>
          <p:spPr>
            <a:xfrm>
              <a:off x="3129419" y="1623128"/>
              <a:ext cx="914400" cy="928330"/>
            </a:xfrm>
            <a:custGeom>
              <a:avLst/>
              <a:pathLst>
                <a:path w="914400" h="928330">
                  <a:moveTo>
                    <a:pt x="914400" y="914400"/>
                  </a:moveTo>
                  <a:lnTo>
                    <a:pt x="914400" y="928330"/>
                  </a:lnTo>
                  <a:lnTo>
                    <a:pt x="912595" y="924233"/>
                  </a:lnTo>
                  <a:lnTo>
                    <a:pt x="909109" y="915426"/>
                  </a:lnTo>
                  <a:lnTo>
                    <a:pt x="908746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h4893"/>
            <p:cNvSpPr/>
            <p:nvPr/>
          </p:nvSpPr>
          <p:spPr>
            <a:xfrm>
              <a:off x="312941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03" y="931969"/>
                  </a:lnTo>
                  <a:lnTo>
                    <a:pt x="914400" y="92833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h4894"/>
            <p:cNvSpPr/>
            <p:nvPr/>
          </p:nvSpPr>
          <p:spPr>
            <a:xfrm>
              <a:off x="313885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h4895"/>
            <p:cNvSpPr/>
            <p:nvPr/>
          </p:nvSpPr>
          <p:spPr>
            <a:xfrm>
              <a:off x="3148299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h4896"/>
            <p:cNvSpPr/>
            <p:nvPr/>
          </p:nvSpPr>
          <p:spPr>
            <a:xfrm>
              <a:off x="315774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h4897"/>
            <p:cNvSpPr/>
            <p:nvPr/>
          </p:nvSpPr>
          <p:spPr>
            <a:xfrm>
              <a:off x="3167180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h4898"/>
            <p:cNvSpPr/>
            <p:nvPr/>
          </p:nvSpPr>
          <p:spPr>
            <a:xfrm>
              <a:off x="317662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h4899"/>
            <p:cNvSpPr/>
            <p:nvPr/>
          </p:nvSpPr>
          <p:spPr>
            <a:xfrm>
              <a:off x="318606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h4900"/>
            <p:cNvSpPr/>
            <p:nvPr/>
          </p:nvSpPr>
          <p:spPr>
            <a:xfrm>
              <a:off x="319550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h4901"/>
            <p:cNvSpPr/>
            <p:nvPr/>
          </p:nvSpPr>
          <p:spPr>
            <a:xfrm>
              <a:off x="3204941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h4902"/>
            <p:cNvSpPr/>
            <p:nvPr/>
          </p:nvSpPr>
          <p:spPr>
            <a:xfrm>
              <a:off x="3214381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h4903"/>
            <p:cNvSpPr/>
            <p:nvPr/>
          </p:nvSpPr>
          <p:spPr>
            <a:xfrm>
              <a:off x="322382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h4904"/>
            <p:cNvSpPr/>
            <p:nvPr/>
          </p:nvSpPr>
          <p:spPr>
            <a:xfrm>
              <a:off x="323326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h4905"/>
            <p:cNvSpPr/>
            <p:nvPr/>
          </p:nvSpPr>
          <p:spPr>
            <a:xfrm>
              <a:off x="324270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h4906"/>
            <p:cNvSpPr/>
            <p:nvPr/>
          </p:nvSpPr>
          <p:spPr>
            <a:xfrm>
              <a:off x="325214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h4907"/>
            <p:cNvSpPr/>
            <p:nvPr/>
          </p:nvSpPr>
          <p:spPr>
            <a:xfrm>
              <a:off x="326158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h4908"/>
            <p:cNvSpPr/>
            <p:nvPr/>
          </p:nvSpPr>
          <p:spPr>
            <a:xfrm>
              <a:off x="327102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h4909"/>
            <p:cNvSpPr/>
            <p:nvPr/>
          </p:nvSpPr>
          <p:spPr>
            <a:xfrm>
              <a:off x="328046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h4910"/>
            <p:cNvSpPr/>
            <p:nvPr/>
          </p:nvSpPr>
          <p:spPr>
            <a:xfrm>
              <a:off x="328990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h4911"/>
            <p:cNvSpPr/>
            <p:nvPr/>
          </p:nvSpPr>
          <p:spPr>
            <a:xfrm>
              <a:off x="329934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h4912"/>
            <p:cNvSpPr/>
            <p:nvPr/>
          </p:nvSpPr>
          <p:spPr>
            <a:xfrm>
              <a:off x="330878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h4913"/>
            <p:cNvSpPr/>
            <p:nvPr/>
          </p:nvSpPr>
          <p:spPr>
            <a:xfrm>
              <a:off x="331822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h4914"/>
            <p:cNvSpPr/>
            <p:nvPr/>
          </p:nvSpPr>
          <p:spPr>
            <a:xfrm>
              <a:off x="332766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h4915"/>
            <p:cNvSpPr/>
            <p:nvPr/>
          </p:nvSpPr>
          <p:spPr>
            <a:xfrm>
              <a:off x="333710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h4916"/>
            <p:cNvSpPr/>
            <p:nvPr/>
          </p:nvSpPr>
          <p:spPr>
            <a:xfrm>
              <a:off x="334654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h4917"/>
            <p:cNvSpPr/>
            <p:nvPr/>
          </p:nvSpPr>
          <p:spPr>
            <a:xfrm>
              <a:off x="335598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h4918"/>
            <p:cNvSpPr/>
            <p:nvPr/>
          </p:nvSpPr>
          <p:spPr>
            <a:xfrm>
              <a:off x="336542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h4919"/>
            <p:cNvSpPr/>
            <p:nvPr/>
          </p:nvSpPr>
          <p:spPr>
            <a:xfrm>
              <a:off x="337486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h4920"/>
            <p:cNvSpPr/>
            <p:nvPr/>
          </p:nvSpPr>
          <p:spPr>
            <a:xfrm>
              <a:off x="338430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h4921"/>
            <p:cNvSpPr/>
            <p:nvPr/>
          </p:nvSpPr>
          <p:spPr>
            <a:xfrm>
              <a:off x="339374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h4922"/>
            <p:cNvSpPr/>
            <p:nvPr/>
          </p:nvSpPr>
          <p:spPr>
            <a:xfrm>
              <a:off x="340318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h4923"/>
            <p:cNvSpPr/>
            <p:nvPr/>
          </p:nvSpPr>
          <p:spPr>
            <a:xfrm>
              <a:off x="341262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h4924"/>
            <p:cNvSpPr/>
            <p:nvPr/>
          </p:nvSpPr>
          <p:spPr>
            <a:xfrm>
              <a:off x="342206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h4925"/>
            <p:cNvSpPr/>
            <p:nvPr/>
          </p:nvSpPr>
          <p:spPr>
            <a:xfrm>
              <a:off x="343150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h4926"/>
            <p:cNvSpPr/>
            <p:nvPr/>
          </p:nvSpPr>
          <p:spPr>
            <a:xfrm>
              <a:off x="344094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h4927"/>
            <p:cNvSpPr/>
            <p:nvPr/>
          </p:nvSpPr>
          <p:spPr>
            <a:xfrm>
              <a:off x="345038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h4928"/>
            <p:cNvSpPr/>
            <p:nvPr/>
          </p:nvSpPr>
          <p:spPr>
            <a:xfrm>
              <a:off x="345982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h4929"/>
            <p:cNvSpPr/>
            <p:nvPr/>
          </p:nvSpPr>
          <p:spPr>
            <a:xfrm>
              <a:off x="346926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h4930"/>
            <p:cNvSpPr/>
            <p:nvPr/>
          </p:nvSpPr>
          <p:spPr>
            <a:xfrm>
              <a:off x="3478708" y="164069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779"/>
                  </a:lnTo>
                  <a:lnTo>
                    <a:pt x="923281" y="909413"/>
                  </a:lnTo>
                  <a:lnTo>
                    <a:pt x="91835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h4931"/>
            <p:cNvSpPr/>
            <p:nvPr/>
          </p:nvSpPr>
          <p:spPr>
            <a:xfrm>
              <a:off x="3488148" y="1623128"/>
              <a:ext cx="923840" cy="926348"/>
            </a:xfrm>
            <a:custGeom>
              <a:avLst/>
              <a:pathLst>
                <a:path w="923840" h="92634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21"/>
                  </a:lnTo>
                  <a:lnTo>
                    <a:pt x="923236" y="915726"/>
                  </a:lnTo>
                  <a:lnTo>
                    <a:pt x="918613" y="921570"/>
                  </a:lnTo>
                  <a:lnTo>
                    <a:pt x="914400" y="92634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h4932"/>
            <p:cNvSpPr/>
            <p:nvPr/>
          </p:nvSpPr>
          <p:spPr>
            <a:xfrm>
              <a:off x="3497588" y="1623128"/>
              <a:ext cx="914791" cy="914921"/>
            </a:xfrm>
            <a:custGeom>
              <a:avLst/>
              <a:pathLst>
                <a:path w="914791" h="914921">
                  <a:moveTo>
                    <a:pt x="914400" y="914400"/>
                  </a:moveTo>
                  <a:lnTo>
                    <a:pt x="914791" y="914400"/>
                  </a:lnTo>
                  <a:lnTo>
                    <a:pt x="914400" y="91492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h4933"/>
            <p:cNvSpPr/>
            <p:nvPr/>
          </p:nvSpPr>
          <p:spPr>
            <a:xfrm>
              <a:off x="2166515" y="1605559"/>
              <a:ext cx="914400" cy="922371"/>
            </a:xfrm>
            <a:custGeom>
              <a:avLst/>
              <a:pathLst>
                <a:path w="914400" h="922371">
                  <a:moveTo>
                    <a:pt x="914400" y="914400"/>
                  </a:moveTo>
                  <a:lnTo>
                    <a:pt x="914400" y="922371"/>
                  </a:lnTo>
                  <a:lnTo>
                    <a:pt x="914136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h4934"/>
            <p:cNvSpPr/>
            <p:nvPr/>
          </p:nvSpPr>
          <p:spPr>
            <a:xfrm>
              <a:off x="216651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18" y="931969"/>
                  </a:lnTo>
                  <a:lnTo>
                    <a:pt x="914482" y="924861"/>
                  </a:lnTo>
                  <a:lnTo>
                    <a:pt x="914400" y="922371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h4935"/>
            <p:cNvSpPr/>
            <p:nvPr/>
          </p:nvSpPr>
          <p:spPr>
            <a:xfrm>
              <a:off x="217595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h4936"/>
            <p:cNvSpPr/>
            <p:nvPr/>
          </p:nvSpPr>
          <p:spPr>
            <a:xfrm>
              <a:off x="218539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h4937"/>
            <p:cNvSpPr/>
            <p:nvPr/>
          </p:nvSpPr>
          <p:spPr>
            <a:xfrm>
              <a:off x="219483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h4938"/>
            <p:cNvSpPr/>
            <p:nvPr/>
          </p:nvSpPr>
          <p:spPr>
            <a:xfrm>
              <a:off x="220427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h4939"/>
            <p:cNvSpPr/>
            <p:nvPr/>
          </p:nvSpPr>
          <p:spPr>
            <a:xfrm>
              <a:off x="221371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h4940"/>
            <p:cNvSpPr/>
            <p:nvPr/>
          </p:nvSpPr>
          <p:spPr>
            <a:xfrm>
              <a:off x="222315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h4941"/>
            <p:cNvSpPr/>
            <p:nvPr/>
          </p:nvSpPr>
          <p:spPr>
            <a:xfrm>
              <a:off x="223259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h4942"/>
            <p:cNvSpPr/>
            <p:nvPr/>
          </p:nvSpPr>
          <p:spPr>
            <a:xfrm>
              <a:off x="224203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h4943"/>
            <p:cNvSpPr/>
            <p:nvPr/>
          </p:nvSpPr>
          <p:spPr>
            <a:xfrm>
              <a:off x="225147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h4944"/>
            <p:cNvSpPr/>
            <p:nvPr/>
          </p:nvSpPr>
          <p:spPr>
            <a:xfrm>
              <a:off x="226091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h4945"/>
            <p:cNvSpPr/>
            <p:nvPr/>
          </p:nvSpPr>
          <p:spPr>
            <a:xfrm>
              <a:off x="227035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h4946"/>
            <p:cNvSpPr/>
            <p:nvPr/>
          </p:nvSpPr>
          <p:spPr>
            <a:xfrm>
              <a:off x="227979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h4947"/>
            <p:cNvSpPr/>
            <p:nvPr/>
          </p:nvSpPr>
          <p:spPr>
            <a:xfrm>
              <a:off x="228923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h4948"/>
            <p:cNvSpPr/>
            <p:nvPr/>
          </p:nvSpPr>
          <p:spPr>
            <a:xfrm>
              <a:off x="229867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h4949"/>
            <p:cNvSpPr/>
            <p:nvPr/>
          </p:nvSpPr>
          <p:spPr>
            <a:xfrm>
              <a:off x="230811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h4950"/>
            <p:cNvSpPr/>
            <p:nvPr/>
          </p:nvSpPr>
          <p:spPr>
            <a:xfrm>
              <a:off x="231755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h4951"/>
            <p:cNvSpPr/>
            <p:nvPr/>
          </p:nvSpPr>
          <p:spPr>
            <a:xfrm>
              <a:off x="232699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h4952"/>
            <p:cNvSpPr/>
            <p:nvPr/>
          </p:nvSpPr>
          <p:spPr>
            <a:xfrm>
              <a:off x="233643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h4953"/>
            <p:cNvSpPr/>
            <p:nvPr/>
          </p:nvSpPr>
          <p:spPr>
            <a:xfrm>
              <a:off x="234587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h4954"/>
            <p:cNvSpPr/>
            <p:nvPr/>
          </p:nvSpPr>
          <p:spPr>
            <a:xfrm>
              <a:off x="235531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h4955"/>
            <p:cNvSpPr/>
            <p:nvPr/>
          </p:nvSpPr>
          <p:spPr>
            <a:xfrm>
              <a:off x="2364760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h4956"/>
            <p:cNvSpPr/>
            <p:nvPr/>
          </p:nvSpPr>
          <p:spPr>
            <a:xfrm>
              <a:off x="237420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h4957"/>
            <p:cNvSpPr/>
            <p:nvPr/>
          </p:nvSpPr>
          <p:spPr>
            <a:xfrm>
              <a:off x="2383640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h4958"/>
            <p:cNvSpPr/>
            <p:nvPr/>
          </p:nvSpPr>
          <p:spPr>
            <a:xfrm>
              <a:off x="239308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h4959"/>
            <p:cNvSpPr/>
            <p:nvPr/>
          </p:nvSpPr>
          <p:spPr>
            <a:xfrm>
              <a:off x="2402521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h4960"/>
            <p:cNvSpPr/>
            <p:nvPr/>
          </p:nvSpPr>
          <p:spPr>
            <a:xfrm>
              <a:off x="241196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h4961"/>
            <p:cNvSpPr/>
            <p:nvPr/>
          </p:nvSpPr>
          <p:spPr>
            <a:xfrm>
              <a:off x="2421401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h4962"/>
            <p:cNvSpPr/>
            <p:nvPr/>
          </p:nvSpPr>
          <p:spPr>
            <a:xfrm>
              <a:off x="243084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h4963"/>
            <p:cNvSpPr/>
            <p:nvPr/>
          </p:nvSpPr>
          <p:spPr>
            <a:xfrm>
              <a:off x="244028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h4964"/>
            <p:cNvSpPr/>
            <p:nvPr/>
          </p:nvSpPr>
          <p:spPr>
            <a:xfrm>
              <a:off x="2459162" y="162312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37" y="896830"/>
                  </a:lnTo>
                  <a:lnTo>
                    <a:pt x="910655" y="900106"/>
                  </a:lnTo>
                  <a:lnTo>
                    <a:pt x="914153" y="909124"/>
                  </a:lnTo>
                  <a:lnTo>
                    <a:pt x="914400" y="909837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h4965"/>
            <p:cNvSpPr/>
            <p:nvPr/>
          </p:nvSpPr>
          <p:spPr>
            <a:xfrm>
              <a:off x="2459162" y="1623128"/>
              <a:ext cx="915980" cy="914400"/>
            </a:xfrm>
            <a:custGeom>
              <a:avLst/>
              <a:pathLst>
                <a:path w="915980" h="914400">
                  <a:moveTo>
                    <a:pt x="914400" y="914400"/>
                  </a:moveTo>
                  <a:lnTo>
                    <a:pt x="914400" y="909837"/>
                  </a:lnTo>
                  <a:lnTo>
                    <a:pt x="915980" y="914400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h4966"/>
            <p:cNvSpPr/>
            <p:nvPr/>
          </p:nvSpPr>
          <p:spPr>
            <a:xfrm>
              <a:off x="3119979" y="1605559"/>
              <a:ext cx="914400" cy="920965"/>
            </a:xfrm>
            <a:custGeom>
              <a:avLst/>
              <a:pathLst>
                <a:path w="914400" h="920965">
                  <a:moveTo>
                    <a:pt x="914400" y="914400"/>
                  </a:moveTo>
                  <a:lnTo>
                    <a:pt x="914400" y="920965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h4967"/>
            <p:cNvSpPr/>
            <p:nvPr/>
          </p:nvSpPr>
          <p:spPr>
            <a:xfrm>
              <a:off x="311997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186" y="931969"/>
                  </a:lnTo>
                  <a:lnTo>
                    <a:pt x="915314" y="923864"/>
                  </a:lnTo>
                  <a:lnTo>
                    <a:pt x="914400" y="920965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h4968"/>
            <p:cNvSpPr/>
            <p:nvPr/>
          </p:nvSpPr>
          <p:spPr>
            <a:xfrm>
              <a:off x="312941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h4969"/>
            <p:cNvSpPr/>
            <p:nvPr/>
          </p:nvSpPr>
          <p:spPr>
            <a:xfrm>
              <a:off x="313885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h4970"/>
            <p:cNvSpPr/>
            <p:nvPr/>
          </p:nvSpPr>
          <p:spPr>
            <a:xfrm>
              <a:off x="3148299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h4971"/>
            <p:cNvSpPr/>
            <p:nvPr/>
          </p:nvSpPr>
          <p:spPr>
            <a:xfrm>
              <a:off x="315774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h4972"/>
            <p:cNvSpPr/>
            <p:nvPr/>
          </p:nvSpPr>
          <p:spPr>
            <a:xfrm>
              <a:off x="3167180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h4973"/>
            <p:cNvSpPr/>
            <p:nvPr/>
          </p:nvSpPr>
          <p:spPr>
            <a:xfrm>
              <a:off x="317662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h4974"/>
            <p:cNvSpPr/>
            <p:nvPr/>
          </p:nvSpPr>
          <p:spPr>
            <a:xfrm>
              <a:off x="318606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h4975"/>
            <p:cNvSpPr/>
            <p:nvPr/>
          </p:nvSpPr>
          <p:spPr>
            <a:xfrm>
              <a:off x="319550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h4976"/>
            <p:cNvSpPr/>
            <p:nvPr/>
          </p:nvSpPr>
          <p:spPr>
            <a:xfrm>
              <a:off x="3204941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h4977"/>
            <p:cNvSpPr/>
            <p:nvPr/>
          </p:nvSpPr>
          <p:spPr>
            <a:xfrm>
              <a:off x="3214381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h4978"/>
            <p:cNvSpPr/>
            <p:nvPr/>
          </p:nvSpPr>
          <p:spPr>
            <a:xfrm>
              <a:off x="322382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h4979"/>
            <p:cNvSpPr/>
            <p:nvPr/>
          </p:nvSpPr>
          <p:spPr>
            <a:xfrm>
              <a:off x="323326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h4980"/>
            <p:cNvSpPr/>
            <p:nvPr/>
          </p:nvSpPr>
          <p:spPr>
            <a:xfrm>
              <a:off x="324270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h4981"/>
            <p:cNvSpPr/>
            <p:nvPr/>
          </p:nvSpPr>
          <p:spPr>
            <a:xfrm>
              <a:off x="325214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h4982"/>
            <p:cNvSpPr/>
            <p:nvPr/>
          </p:nvSpPr>
          <p:spPr>
            <a:xfrm>
              <a:off x="326158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h4983"/>
            <p:cNvSpPr/>
            <p:nvPr/>
          </p:nvSpPr>
          <p:spPr>
            <a:xfrm>
              <a:off x="327102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h4984"/>
            <p:cNvSpPr/>
            <p:nvPr/>
          </p:nvSpPr>
          <p:spPr>
            <a:xfrm>
              <a:off x="328046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h4985"/>
            <p:cNvSpPr/>
            <p:nvPr/>
          </p:nvSpPr>
          <p:spPr>
            <a:xfrm>
              <a:off x="328990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h4986"/>
            <p:cNvSpPr/>
            <p:nvPr/>
          </p:nvSpPr>
          <p:spPr>
            <a:xfrm>
              <a:off x="329934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h4987"/>
            <p:cNvSpPr/>
            <p:nvPr/>
          </p:nvSpPr>
          <p:spPr>
            <a:xfrm>
              <a:off x="330878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h4988"/>
            <p:cNvSpPr/>
            <p:nvPr/>
          </p:nvSpPr>
          <p:spPr>
            <a:xfrm>
              <a:off x="331822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h4989"/>
            <p:cNvSpPr/>
            <p:nvPr/>
          </p:nvSpPr>
          <p:spPr>
            <a:xfrm>
              <a:off x="332766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h4990"/>
            <p:cNvSpPr/>
            <p:nvPr/>
          </p:nvSpPr>
          <p:spPr>
            <a:xfrm>
              <a:off x="333710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h4991"/>
            <p:cNvSpPr/>
            <p:nvPr/>
          </p:nvSpPr>
          <p:spPr>
            <a:xfrm>
              <a:off x="334654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h4992"/>
            <p:cNvSpPr/>
            <p:nvPr/>
          </p:nvSpPr>
          <p:spPr>
            <a:xfrm>
              <a:off x="335598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h4993"/>
            <p:cNvSpPr/>
            <p:nvPr/>
          </p:nvSpPr>
          <p:spPr>
            <a:xfrm>
              <a:off x="336542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h4994"/>
            <p:cNvSpPr/>
            <p:nvPr/>
          </p:nvSpPr>
          <p:spPr>
            <a:xfrm>
              <a:off x="337486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h4995"/>
            <p:cNvSpPr/>
            <p:nvPr/>
          </p:nvSpPr>
          <p:spPr>
            <a:xfrm>
              <a:off x="338430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h4996"/>
            <p:cNvSpPr/>
            <p:nvPr/>
          </p:nvSpPr>
          <p:spPr>
            <a:xfrm>
              <a:off x="339374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h4997"/>
            <p:cNvSpPr/>
            <p:nvPr/>
          </p:nvSpPr>
          <p:spPr>
            <a:xfrm>
              <a:off x="340318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h4998"/>
            <p:cNvSpPr/>
            <p:nvPr/>
          </p:nvSpPr>
          <p:spPr>
            <a:xfrm>
              <a:off x="341262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h4999"/>
            <p:cNvSpPr/>
            <p:nvPr/>
          </p:nvSpPr>
          <p:spPr>
            <a:xfrm>
              <a:off x="342206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h5000"/>
            <p:cNvSpPr/>
            <p:nvPr/>
          </p:nvSpPr>
          <p:spPr>
            <a:xfrm>
              <a:off x="343150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h5001"/>
            <p:cNvSpPr/>
            <p:nvPr/>
          </p:nvSpPr>
          <p:spPr>
            <a:xfrm>
              <a:off x="344094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h5002"/>
            <p:cNvSpPr/>
            <p:nvPr/>
          </p:nvSpPr>
          <p:spPr>
            <a:xfrm>
              <a:off x="345038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h5003"/>
            <p:cNvSpPr/>
            <p:nvPr/>
          </p:nvSpPr>
          <p:spPr>
            <a:xfrm>
              <a:off x="345982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h5004"/>
            <p:cNvSpPr/>
            <p:nvPr/>
          </p:nvSpPr>
          <p:spPr>
            <a:xfrm>
              <a:off x="346926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h5005"/>
            <p:cNvSpPr/>
            <p:nvPr/>
          </p:nvSpPr>
          <p:spPr>
            <a:xfrm>
              <a:off x="347870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h5006"/>
            <p:cNvSpPr/>
            <p:nvPr/>
          </p:nvSpPr>
          <p:spPr>
            <a:xfrm>
              <a:off x="348814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h5007"/>
            <p:cNvSpPr/>
            <p:nvPr/>
          </p:nvSpPr>
          <p:spPr>
            <a:xfrm>
              <a:off x="3497588" y="162312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78"/>
                  </a:lnTo>
                  <a:lnTo>
                    <a:pt x="923212" y="907695"/>
                  </a:lnTo>
                  <a:lnTo>
                    <a:pt x="921963" y="908325"/>
                  </a:lnTo>
                  <a:lnTo>
                    <a:pt x="920715" y="908956"/>
                  </a:lnTo>
                  <a:lnTo>
                    <a:pt x="919467" y="909586"/>
                  </a:lnTo>
                  <a:lnTo>
                    <a:pt x="918219" y="910217"/>
                  </a:lnTo>
                  <a:lnTo>
                    <a:pt x="917756" y="910451"/>
                  </a:lnTo>
                  <a:lnTo>
                    <a:pt x="917612" y="910643"/>
                  </a:lnTo>
                  <a:lnTo>
                    <a:pt x="916342" y="912334"/>
                  </a:lnTo>
                  <a:lnTo>
                    <a:pt x="915073" y="914025"/>
                  </a:lnTo>
                  <a:lnTo>
                    <a:pt x="914791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h5008"/>
            <p:cNvSpPr/>
            <p:nvPr/>
          </p:nvSpPr>
          <p:spPr>
            <a:xfrm>
              <a:off x="3507029" y="1605559"/>
              <a:ext cx="923840" cy="924948"/>
            </a:xfrm>
            <a:custGeom>
              <a:avLst/>
              <a:pathLst>
                <a:path w="923840" h="924948">
                  <a:moveTo>
                    <a:pt x="914400" y="914400"/>
                  </a:moveTo>
                  <a:lnTo>
                    <a:pt x="923840" y="914400"/>
                  </a:lnTo>
                  <a:lnTo>
                    <a:pt x="923764" y="920227"/>
                  </a:lnTo>
                  <a:lnTo>
                    <a:pt x="922514" y="920856"/>
                  </a:lnTo>
                  <a:lnTo>
                    <a:pt x="921265" y="921485"/>
                  </a:lnTo>
                  <a:lnTo>
                    <a:pt x="920016" y="922115"/>
                  </a:lnTo>
                  <a:lnTo>
                    <a:pt x="918767" y="922745"/>
                  </a:lnTo>
                  <a:lnTo>
                    <a:pt x="917518" y="923375"/>
                  </a:lnTo>
                  <a:lnTo>
                    <a:pt x="916269" y="924005"/>
                  </a:lnTo>
                  <a:lnTo>
                    <a:pt x="915020" y="924635"/>
                  </a:lnTo>
                  <a:lnTo>
                    <a:pt x="914400" y="924948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h5009"/>
            <p:cNvSpPr/>
            <p:nvPr/>
          </p:nvSpPr>
          <p:spPr>
            <a:xfrm>
              <a:off x="3516469" y="1605559"/>
              <a:ext cx="923840" cy="920188"/>
            </a:xfrm>
            <a:custGeom>
              <a:avLst/>
              <a:pathLst>
                <a:path w="923840" h="92018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201"/>
                  </a:lnTo>
                  <a:lnTo>
                    <a:pt x="919327" y="917708"/>
                  </a:lnTo>
                  <a:lnTo>
                    <a:pt x="918073" y="918339"/>
                  </a:lnTo>
                  <a:lnTo>
                    <a:pt x="916823" y="918968"/>
                  </a:lnTo>
                  <a:lnTo>
                    <a:pt x="915573" y="919597"/>
                  </a:lnTo>
                  <a:lnTo>
                    <a:pt x="914400" y="920188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h5010"/>
            <p:cNvSpPr/>
            <p:nvPr/>
          </p:nvSpPr>
          <p:spPr>
            <a:xfrm>
              <a:off x="3525909" y="1605559"/>
              <a:ext cx="915793" cy="915201"/>
            </a:xfrm>
            <a:custGeom>
              <a:avLst/>
              <a:pathLst>
                <a:path w="915793" h="915201">
                  <a:moveTo>
                    <a:pt x="914400" y="914400"/>
                  </a:moveTo>
                  <a:lnTo>
                    <a:pt x="915793" y="914400"/>
                  </a:lnTo>
                  <a:lnTo>
                    <a:pt x="915535" y="914571"/>
                  </a:lnTo>
                  <a:lnTo>
                    <a:pt x="914400" y="915201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h5011"/>
            <p:cNvSpPr/>
            <p:nvPr/>
          </p:nvSpPr>
          <p:spPr>
            <a:xfrm>
              <a:off x="2166515" y="158798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136" y="931969"/>
                  </a:lnTo>
                  <a:lnTo>
                    <a:pt x="914118" y="931438"/>
                  </a:lnTo>
                  <a:lnTo>
                    <a:pt x="914064" y="920426"/>
                  </a:lnTo>
                  <a:lnTo>
                    <a:pt x="914203" y="914400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h5012"/>
            <p:cNvSpPr/>
            <p:nvPr/>
          </p:nvSpPr>
          <p:spPr>
            <a:xfrm>
              <a:off x="216651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h5013"/>
            <p:cNvSpPr/>
            <p:nvPr/>
          </p:nvSpPr>
          <p:spPr>
            <a:xfrm>
              <a:off x="217595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h5014"/>
            <p:cNvSpPr/>
            <p:nvPr/>
          </p:nvSpPr>
          <p:spPr>
            <a:xfrm>
              <a:off x="218539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h5015"/>
            <p:cNvSpPr/>
            <p:nvPr/>
          </p:nvSpPr>
          <p:spPr>
            <a:xfrm>
              <a:off x="219483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h5016"/>
            <p:cNvSpPr/>
            <p:nvPr/>
          </p:nvSpPr>
          <p:spPr>
            <a:xfrm>
              <a:off x="220427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h5017"/>
            <p:cNvSpPr/>
            <p:nvPr/>
          </p:nvSpPr>
          <p:spPr>
            <a:xfrm>
              <a:off x="221371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h5018"/>
            <p:cNvSpPr/>
            <p:nvPr/>
          </p:nvSpPr>
          <p:spPr>
            <a:xfrm>
              <a:off x="222315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h5019"/>
            <p:cNvSpPr/>
            <p:nvPr/>
          </p:nvSpPr>
          <p:spPr>
            <a:xfrm>
              <a:off x="223259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h5020"/>
            <p:cNvSpPr/>
            <p:nvPr/>
          </p:nvSpPr>
          <p:spPr>
            <a:xfrm>
              <a:off x="224203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h5021"/>
            <p:cNvSpPr/>
            <p:nvPr/>
          </p:nvSpPr>
          <p:spPr>
            <a:xfrm>
              <a:off x="225147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h5022"/>
            <p:cNvSpPr/>
            <p:nvPr/>
          </p:nvSpPr>
          <p:spPr>
            <a:xfrm>
              <a:off x="226091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h5023"/>
            <p:cNvSpPr/>
            <p:nvPr/>
          </p:nvSpPr>
          <p:spPr>
            <a:xfrm>
              <a:off x="227035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h5024"/>
            <p:cNvSpPr/>
            <p:nvPr/>
          </p:nvSpPr>
          <p:spPr>
            <a:xfrm>
              <a:off x="227979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h5025"/>
            <p:cNvSpPr/>
            <p:nvPr/>
          </p:nvSpPr>
          <p:spPr>
            <a:xfrm>
              <a:off x="228923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h5026"/>
            <p:cNvSpPr/>
            <p:nvPr/>
          </p:nvSpPr>
          <p:spPr>
            <a:xfrm>
              <a:off x="229867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h5027"/>
            <p:cNvSpPr/>
            <p:nvPr/>
          </p:nvSpPr>
          <p:spPr>
            <a:xfrm>
              <a:off x="230811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h5028"/>
            <p:cNvSpPr/>
            <p:nvPr/>
          </p:nvSpPr>
          <p:spPr>
            <a:xfrm>
              <a:off x="231755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h5029"/>
            <p:cNvSpPr/>
            <p:nvPr/>
          </p:nvSpPr>
          <p:spPr>
            <a:xfrm>
              <a:off x="232699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h5030"/>
            <p:cNvSpPr/>
            <p:nvPr/>
          </p:nvSpPr>
          <p:spPr>
            <a:xfrm>
              <a:off x="233643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h5031"/>
            <p:cNvSpPr/>
            <p:nvPr/>
          </p:nvSpPr>
          <p:spPr>
            <a:xfrm>
              <a:off x="234587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h5032"/>
            <p:cNvSpPr/>
            <p:nvPr/>
          </p:nvSpPr>
          <p:spPr>
            <a:xfrm>
              <a:off x="235531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h5033"/>
            <p:cNvSpPr/>
            <p:nvPr/>
          </p:nvSpPr>
          <p:spPr>
            <a:xfrm>
              <a:off x="2364760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h5034"/>
            <p:cNvSpPr/>
            <p:nvPr/>
          </p:nvSpPr>
          <p:spPr>
            <a:xfrm>
              <a:off x="237420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h5035"/>
            <p:cNvSpPr/>
            <p:nvPr/>
          </p:nvSpPr>
          <p:spPr>
            <a:xfrm>
              <a:off x="2383640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h5036"/>
            <p:cNvSpPr/>
            <p:nvPr/>
          </p:nvSpPr>
          <p:spPr>
            <a:xfrm>
              <a:off x="239308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h5037"/>
            <p:cNvSpPr/>
            <p:nvPr/>
          </p:nvSpPr>
          <p:spPr>
            <a:xfrm>
              <a:off x="2402521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h5038"/>
            <p:cNvSpPr/>
            <p:nvPr/>
          </p:nvSpPr>
          <p:spPr>
            <a:xfrm>
              <a:off x="241196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h5039"/>
            <p:cNvSpPr/>
            <p:nvPr/>
          </p:nvSpPr>
          <p:spPr>
            <a:xfrm>
              <a:off x="2421401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h5040"/>
            <p:cNvSpPr/>
            <p:nvPr/>
          </p:nvSpPr>
          <p:spPr>
            <a:xfrm>
              <a:off x="243084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h5041"/>
            <p:cNvSpPr/>
            <p:nvPr/>
          </p:nvSpPr>
          <p:spPr>
            <a:xfrm>
              <a:off x="2449722" y="160555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269" y="896830"/>
                  </a:lnTo>
                  <a:lnTo>
                    <a:pt x="912358" y="900731"/>
                  </a:lnTo>
                  <a:lnTo>
                    <a:pt x="914400" y="904971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h5042"/>
            <p:cNvSpPr/>
            <p:nvPr/>
          </p:nvSpPr>
          <p:spPr>
            <a:xfrm>
              <a:off x="2449722" y="1605559"/>
              <a:ext cx="918677" cy="914400"/>
            </a:xfrm>
            <a:custGeom>
              <a:avLst/>
              <a:pathLst>
                <a:path w="918677" h="914400">
                  <a:moveTo>
                    <a:pt x="914400" y="914400"/>
                  </a:moveTo>
                  <a:lnTo>
                    <a:pt x="914400" y="904971"/>
                  </a:lnTo>
                  <a:lnTo>
                    <a:pt x="916346" y="909014"/>
                  </a:lnTo>
                  <a:lnTo>
                    <a:pt x="918677" y="914400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h5043"/>
            <p:cNvSpPr/>
            <p:nvPr/>
          </p:nvSpPr>
          <p:spPr>
            <a:xfrm>
              <a:off x="3119979" y="158798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29" y="931969"/>
                  </a:lnTo>
                  <a:lnTo>
                    <a:pt x="909628" y="922297"/>
                  </a:lnTo>
                  <a:lnTo>
                    <a:pt x="907696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h5044"/>
            <p:cNvSpPr/>
            <p:nvPr/>
          </p:nvSpPr>
          <p:spPr>
            <a:xfrm>
              <a:off x="311997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h5045"/>
            <p:cNvSpPr/>
            <p:nvPr/>
          </p:nvSpPr>
          <p:spPr>
            <a:xfrm>
              <a:off x="312941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h5046"/>
            <p:cNvSpPr/>
            <p:nvPr/>
          </p:nvSpPr>
          <p:spPr>
            <a:xfrm>
              <a:off x="313885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h5047"/>
            <p:cNvSpPr/>
            <p:nvPr/>
          </p:nvSpPr>
          <p:spPr>
            <a:xfrm>
              <a:off x="3148299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h5048"/>
            <p:cNvSpPr/>
            <p:nvPr/>
          </p:nvSpPr>
          <p:spPr>
            <a:xfrm>
              <a:off x="315774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h5049"/>
            <p:cNvSpPr/>
            <p:nvPr/>
          </p:nvSpPr>
          <p:spPr>
            <a:xfrm>
              <a:off x="3167180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h5050"/>
            <p:cNvSpPr/>
            <p:nvPr/>
          </p:nvSpPr>
          <p:spPr>
            <a:xfrm>
              <a:off x="317662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h5051"/>
            <p:cNvSpPr/>
            <p:nvPr/>
          </p:nvSpPr>
          <p:spPr>
            <a:xfrm>
              <a:off x="318606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h5052"/>
            <p:cNvSpPr/>
            <p:nvPr/>
          </p:nvSpPr>
          <p:spPr>
            <a:xfrm>
              <a:off x="319550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h5053"/>
            <p:cNvSpPr/>
            <p:nvPr/>
          </p:nvSpPr>
          <p:spPr>
            <a:xfrm>
              <a:off x="3204941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h5054"/>
            <p:cNvSpPr/>
            <p:nvPr/>
          </p:nvSpPr>
          <p:spPr>
            <a:xfrm>
              <a:off x="3214381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h5055"/>
            <p:cNvSpPr/>
            <p:nvPr/>
          </p:nvSpPr>
          <p:spPr>
            <a:xfrm>
              <a:off x="322382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h5056"/>
            <p:cNvSpPr/>
            <p:nvPr/>
          </p:nvSpPr>
          <p:spPr>
            <a:xfrm>
              <a:off x="323326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h5057"/>
            <p:cNvSpPr/>
            <p:nvPr/>
          </p:nvSpPr>
          <p:spPr>
            <a:xfrm>
              <a:off x="324270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h5058"/>
            <p:cNvSpPr/>
            <p:nvPr/>
          </p:nvSpPr>
          <p:spPr>
            <a:xfrm>
              <a:off x="325214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h5059"/>
            <p:cNvSpPr/>
            <p:nvPr/>
          </p:nvSpPr>
          <p:spPr>
            <a:xfrm>
              <a:off x="326158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h5060"/>
            <p:cNvSpPr/>
            <p:nvPr/>
          </p:nvSpPr>
          <p:spPr>
            <a:xfrm>
              <a:off x="327102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h5061"/>
            <p:cNvSpPr/>
            <p:nvPr/>
          </p:nvSpPr>
          <p:spPr>
            <a:xfrm>
              <a:off x="328046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h5062"/>
            <p:cNvSpPr/>
            <p:nvPr/>
          </p:nvSpPr>
          <p:spPr>
            <a:xfrm>
              <a:off x="328990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h5063"/>
            <p:cNvSpPr/>
            <p:nvPr/>
          </p:nvSpPr>
          <p:spPr>
            <a:xfrm>
              <a:off x="329934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h5064"/>
            <p:cNvSpPr/>
            <p:nvPr/>
          </p:nvSpPr>
          <p:spPr>
            <a:xfrm>
              <a:off x="330878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h5065"/>
            <p:cNvSpPr/>
            <p:nvPr/>
          </p:nvSpPr>
          <p:spPr>
            <a:xfrm>
              <a:off x="331822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h5066"/>
            <p:cNvSpPr/>
            <p:nvPr/>
          </p:nvSpPr>
          <p:spPr>
            <a:xfrm>
              <a:off x="332766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h5067"/>
            <p:cNvSpPr/>
            <p:nvPr/>
          </p:nvSpPr>
          <p:spPr>
            <a:xfrm>
              <a:off x="333710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h5068"/>
            <p:cNvSpPr/>
            <p:nvPr/>
          </p:nvSpPr>
          <p:spPr>
            <a:xfrm>
              <a:off x="334654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h5069"/>
            <p:cNvSpPr/>
            <p:nvPr/>
          </p:nvSpPr>
          <p:spPr>
            <a:xfrm>
              <a:off x="335598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h5070"/>
            <p:cNvSpPr/>
            <p:nvPr/>
          </p:nvSpPr>
          <p:spPr>
            <a:xfrm>
              <a:off x="336542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h5071"/>
            <p:cNvSpPr/>
            <p:nvPr/>
          </p:nvSpPr>
          <p:spPr>
            <a:xfrm>
              <a:off x="337486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h5072"/>
            <p:cNvSpPr/>
            <p:nvPr/>
          </p:nvSpPr>
          <p:spPr>
            <a:xfrm>
              <a:off x="338430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h5073"/>
            <p:cNvSpPr/>
            <p:nvPr/>
          </p:nvSpPr>
          <p:spPr>
            <a:xfrm>
              <a:off x="339374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h5074"/>
            <p:cNvSpPr/>
            <p:nvPr/>
          </p:nvSpPr>
          <p:spPr>
            <a:xfrm>
              <a:off x="340318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h5075"/>
            <p:cNvSpPr/>
            <p:nvPr/>
          </p:nvSpPr>
          <p:spPr>
            <a:xfrm>
              <a:off x="341262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h5076"/>
            <p:cNvSpPr/>
            <p:nvPr/>
          </p:nvSpPr>
          <p:spPr>
            <a:xfrm>
              <a:off x="342206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h5077"/>
            <p:cNvSpPr/>
            <p:nvPr/>
          </p:nvSpPr>
          <p:spPr>
            <a:xfrm>
              <a:off x="343150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h5078"/>
            <p:cNvSpPr/>
            <p:nvPr/>
          </p:nvSpPr>
          <p:spPr>
            <a:xfrm>
              <a:off x="344094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h5079"/>
            <p:cNvSpPr/>
            <p:nvPr/>
          </p:nvSpPr>
          <p:spPr>
            <a:xfrm>
              <a:off x="345038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h5080"/>
            <p:cNvSpPr/>
            <p:nvPr/>
          </p:nvSpPr>
          <p:spPr>
            <a:xfrm>
              <a:off x="345982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h5081"/>
            <p:cNvSpPr/>
            <p:nvPr/>
          </p:nvSpPr>
          <p:spPr>
            <a:xfrm>
              <a:off x="346926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h5082"/>
            <p:cNvSpPr/>
            <p:nvPr/>
          </p:nvSpPr>
          <p:spPr>
            <a:xfrm>
              <a:off x="347870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h5083"/>
            <p:cNvSpPr/>
            <p:nvPr/>
          </p:nvSpPr>
          <p:spPr>
            <a:xfrm>
              <a:off x="348814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h5084"/>
            <p:cNvSpPr/>
            <p:nvPr/>
          </p:nvSpPr>
          <p:spPr>
            <a:xfrm>
              <a:off x="349758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h5085"/>
            <p:cNvSpPr/>
            <p:nvPr/>
          </p:nvSpPr>
          <p:spPr>
            <a:xfrm>
              <a:off x="350702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h5086"/>
            <p:cNvSpPr/>
            <p:nvPr/>
          </p:nvSpPr>
          <p:spPr>
            <a:xfrm>
              <a:off x="351646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h5087"/>
            <p:cNvSpPr/>
            <p:nvPr/>
          </p:nvSpPr>
          <p:spPr>
            <a:xfrm>
              <a:off x="3525909" y="160555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984"/>
                  </a:lnTo>
                  <a:lnTo>
                    <a:pt x="922292" y="910365"/>
                  </a:lnTo>
                  <a:lnTo>
                    <a:pt x="921644" y="910460"/>
                  </a:lnTo>
                  <a:lnTo>
                    <a:pt x="921088" y="910891"/>
                  </a:lnTo>
                  <a:lnTo>
                    <a:pt x="915793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h5088"/>
            <p:cNvSpPr/>
            <p:nvPr/>
          </p:nvSpPr>
          <p:spPr>
            <a:xfrm>
              <a:off x="3535349" y="1587989"/>
              <a:ext cx="923840" cy="927553"/>
            </a:xfrm>
            <a:custGeom>
              <a:avLst/>
              <a:pathLst>
                <a:path w="923840" h="9275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715"/>
                  </a:lnTo>
                  <a:lnTo>
                    <a:pt x="918875" y="926449"/>
                  </a:lnTo>
                  <a:lnTo>
                    <a:pt x="914400" y="927553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h5089"/>
            <p:cNvSpPr/>
            <p:nvPr/>
          </p:nvSpPr>
          <p:spPr>
            <a:xfrm>
              <a:off x="3544790" y="1587989"/>
              <a:ext cx="923840" cy="924715"/>
            </a:xfrm>
            <a:custGeom>
              <a:avLst/>
              <a:pathLst>
                <a:path w="923840" h="9247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265"/>
                  </a:lnTo>
                  <a:lnTo>
                    <a:pt x="921309" y="921685"/>
                  </a:lnTo>
                  <a:lnTo>
                    <a:pt x="915406" y="924363"/>
                  </a:lnTo>
                  <a:lnTo>
                    <a:pt x="914400" y="924715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h5090"/>
            <p:cNvSpPr/>
            <p:nvPr/>
          </p:nvSpPr>
          <p:spPr>
            <a:xfrm>
              <a:off x="3554230" y="1587989"/>
              <a:ext cx="923840" cy="920265"/>
            </a:xfrm>
            <a:custGeom>
              <a:avLst/>
              <a:pathLst>
                <a:path w="923840" h="92026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633"/>
                  </a:lnTo>
                  <a:lnTo>
                    <a:pt x="922803" y="915270"/>
                  </a:lnTo>
                  <a:lnTo>
                    <a:pt x="921099" y="916319"/>
                  </a:lnTo>
                  <a:lnTo>
                    <a:pt x="919395" y="917368"/>
                  </a:lnTo>
                  <a:lnTo>
                    <a:pt x="917686" y="918421"/>
                  </a:lnTo>
                  <a:lnTo>
                    <a:pt x="914400" y="920265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h5091"/>
            <p:cNvSpPr/>
            <p:nvPr/>
          </p:nvSpPr>
          <p:spPr>
            <a:xfrm>
              <a:off x="3563670" y="1587989"/>
              <a:ext cx="914779" cy="914633"/>
            </a:xfrm>
            <a:custGeom>
              <a:avLst/>
              <a:pathLst>
                <a:path w="914779" h="914633">
                  <a:moveTo>
                    <a:pt x="914400" y="914400"/>
                  </a:moveTo>
                  <a:lnTo>
                    <a:pt x="914779" y="914400"/>
                  </a:lnTo>
                  <a:lnTo>
                    <a:pt x="914400" y="914633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h5092"/>
            <p:cNvSpPr/>
            <p:nvPr/>
          </p:nvSpPr>
          <p:spPr>
            <a:xfrm>
              <a:off x="2166515" y="158798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203" y="914400"/>
                  </a:lnTo>
                  <a:lnTo>
                    <a:pt x="914318" y="909423"/>
                  </a:lnTo>
                  <a:lnTo>
                    <a:pt x="914340" y="908820"/>
                  </a:lnTo>
                  <a:lnTo>
                    <a:pt x="914363" y="908215"/>
                  </a:lnTo>
                  <a:lnTo>
                    <a:pt x="914385" y="907611"/>
                  </a:lnTo>
                  <a:lnTo>
                    <a:pt x="914400" y="907231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h5093"/>
            <p:cNvSpPr/>
            <p:nvPr/>
          </p:nvSpPr>
          <p:spPr>
            <a:xfrm>
              <a:off x="2175955" y="157041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01"/>
                  </a:lnTo>
                  <a:lnTo>
                    <a:pt x="904968" y="924576"/>
                  </a:lnTo>
                  <a:lnTo>
                    <a:pt x="904990" y="923971"/>
                  </a:lnTo>
                  <a:lnTo>
                    <a:pt x="905013" y="923367"/>
                  </a:lnTo>
                  <a:lnTo>
                    <a:pt x="905035" y="922762"/>
                  </a:lnTo>
                  <a:lnTo>
                    <a:pt x="905058" y="922157"/>
                  </a:lnTo>
                  <a:lnTo>
                    <a:pt x="905080" y="921553"/>
                  </a:lnTo>
                  <a:lnTo>
                    <a:pt x="905103" y="920948"/>
                  </a:lnTo>
                  <a:lnTo>
                    <a:pt x="905125" y="920343"/>
                  </a:lnTo>
                  <a:lnTo>
                    <a:pt x="905148" y="919739"/>
                  </a:lnTo>
                  <a:lnTo>
                    <a:pt x="905170" y="919134"/>
                  </a:lnTo>
                  <a:lnTo>
                    <a:pt x="905193" y="918530"/>
                  </a:lnTo>
                  <a:lnTo>
                    <a:pt x="905215" y="917925"/>
                  </a:lnTo>
                  <a:lnTo>
                    <a:pt x="905238" y="917320"/>
                  </a:lnTo>
                  <a:lnTo>
                    <a:pt x="905260" y="916716"/>
                  </a:lnTo>
                  <a:lnTo>
                    <a:pt x="905283" y="916111"/>
                  </a:lnTo>
                  <a:lnTo>
                    <a:pt x="905305" y="915506"/>
                  </a:lnTo>
                  <a:lnTo>
                    <a:pt x="905328" y="914902"/>
                  </a:lnTo>
                  <a:lnTo>
                    <a:pt x="905347" y="91439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h5094"/>
            <p:cNvSpPr/>
            <p:nvPr/>
          </p:nvSpPr>
          <p:spPr>
            <a:xfrm>
              <a:off x="217595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h5095"/>
            <p:cNvSpPr/>
            <p:nvPr/>
          </p:nvSpPr>
          <p:spPr>
            <a:xfrm>
              <a:off x="218539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h5096"/>
            <p:cNvSpPr/>
            <p:nvPr/>
          </p:nvSpPr>
          <p:spPr>
            <a:xfrm>
              <a:off x="219483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h5097"/>
            <p:cNvSpPr/>
            <p:nvPr/>
          </p:nvSpPr>
          <p:spPr>
            <a:xfrm>
              <a:off x="220427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h5098"/>
            <p:cNvSpPr/>
            <p:nvPr/>
          </p:nvSpPr>
          <p:spPr>
            <a:xfrm>
              <a:off x="221371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h5099"/>
            <p:cNvSpPr/>
            <p:nvPr/>
          </p:nvSpPr>
          <p:spPr>
            <a:xfrm>
              <a:off x="222315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h5100"/>
            <p:cNvSpPr/>
            <p:nvPr/>
          </p:nvSpPr>
          <p:spPr>
            <a:xfrm>
              <a:off x="223259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h5101"/>
            <p:cNvSpPr/>
            <p:nvPr/>
          </p:nvSpPr>
          <p:spPr>
            <a:xfrm>
              <a:off x="224203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h5102"/>
            <p:cNvSpPr/>
            <p:nvPr/>
          </p:nvSpPr>
          <p:spPr>
            <a:xfrm>
              <a:off x="225147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h5103"/>
            <p:cNvSpPr/>
            <p:nvPr/>
          </p:nvSpPr>
          <p:spPr>
            <a:xfrm>
              <a:off x="226091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h5104"/>
            <p:cNvSpPr/>
            <p:nvPr/>
          </p:nvSpPr>
          <p:spPr>
            <a:xfrm>
              <a:off x="227035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h5105"/>
            <p:cNvSpPr/>
            <p:nvPr/>
          </p:nvSpPr>
          <p:spPr>
            <a:xfrm>
              <a:off x="227979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h5106"/>
            <p:cNvSpPr/>
            <p:nvPr/>
          </p:nvSpPr>
          <p:spPr>
            <a:xfrm>
              <a:off x="228923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h5107"/>
            <p:cNvSpPr/>
            <p:nvPr/>
          </p:nvSpPr>
          <p:spPr>
            <a:xfrm>
              <a:off x="229867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h5108"/>
            <p:cNvSpPr/>
            <p:nvPr/>
          </p:nvSpPr>
          <p:spPr>
            <a:xfrm>
              <a:off x="230811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h5109"/>
            <p:cNvSpPr/>
            <p:nvPr/>
          </p:nvSpPr>
          <p:spPr>
            <a:xfrm>
              <a:off x="231755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h5110"/>
            <p:cNvSpPr/>
            <p:nvPr/>
          </p:nvSpPr>
          <p:spPr>
            <a:xfrm>
              <a:off x="232699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h5111"/>
            <p:cNvSpPr/>
            <p:nvPr/>
          </p:nvSpPr>
          <p:spPr>
            <a:xfrm>
              <a:off x="233643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h5112"/>
            <p:cNvSpPr/>
            <p:nvPr/>
          </p:nvSpPr>
          <p:spPr>
            <a:xfrm>
              <a:off x="234587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h5113"/>
            <p:cNvSpPr/>
            <p:nvPr/>
          </p:nvSpPr>
          <p:spPr>
            <a:xfrm>
              <a:off x="235531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h5114"/>
            <p:cNvSpPr/>
            <p:nvPr/>
          </p:nvSpPr>
          <p:spPr>
            <a:xfrm>
              <a:off x="2364760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h5115"/>
            <p:cNvSpPr/>
            <p:nvPr/>
          </p:nvSpPr>
          <p:spPr>
            <a:xfrm>
              <a:off x="237420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h5116"/>
            <p:cNvSpPr/>
            <p:nvPr/>
          </p:nvSpPr>
          <p:spPr>
            <a:xfrm>
              <a:off x="2383640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h5117"/>
            <p:cNvSpPr/>
            <p:nvPr/>
          </p:nvSpPr>
          <p:spPr>
            <a:xfrm>
              <a:off x="239308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h5118"/>
            <p:cNvSpPr/>
            <p:nvPr/>
          </p:nvSpPr>
          <p:spPr>
            <a:xfrm>
              <a:off x="2402521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h5119"/>
            <p:cNvSpPr/>
            <p:nvPr/>
          </p:nvSpPr>
          <p:spPr>
            <a:xfrm>
              <a:off x="241196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h5120"/>
            <p:cNvSpPr/>
            <p:nvPr/>
          </p:nvSpPr>
          <p:spPr>
            <a:xfrm>
              <a:off x="2421401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h5121"/>
            <p:cNvSpPr/>
            <p:nvPr/>
          </p:nvSpPr>
          <p:spPr>
            <a:xfrm>
              <a:off x="2440281" y="158798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81" y="896830"/>
                  </a:lnTo>
                  <a:lnTo>
                    <a:pt x="913145" y="902967"/>
                  </a:lnTo>
                  <a:lnTo>
                    <a:pt x="914400" y="905076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h5122"/>
            <p:cNvSpPr/>
            <p:nvPr/>
          </p:nvSpPr>
          <p:spPr>
            <a:xfrm>
              <a:off x="2440281" y="1587989"/>
              <a:ext cx="919709" cy="914400"/>
            </a:xfrm>
            <a:custGeom>
              <a:avLst/>
              <a:pathLst>
                <a:path w="919709" h="914400">
                  <a:moveTo>
                    <a:pt x="914400" y="914400"/>
                  </a:moveTo>
                  <a:lnTo>
                    <a:pt x="914400" y="905076"/>
                  </a:lnTo>
                  <a:lnTo>
                    <a:pt x="917580" y="910422"/>
                  </a:lnTo>
                  <a:lnTo>
                    <a:pt x="919709" y="914400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h5123"/>
            <p:cNvSpPr/>
            <p:nvPr/>
          </p:nvSpPr>
          <p:spPr>
            <a:xfrm>
              <a:off x="3110538" y="1570419"/>
              <a:ext cx="914400" cy="919298"/>
            </a:xfrm>
            <a:custGeom>
              <a:avLst/>
              <a:pathLst>
                <a:path w="914400" h="919298">
                  <a:moveTo>
                    <a:pt x="914400" y="914399"/>
                  </a:moveTo>
                  <a:lnTo>
                    <a:pt x="914400" y="919298"/>
                  </a:lnTo>
                  <a:lnTo>
                    <a:pt x="913517" y="91439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h5124"/>
            <p:cNvSpPr/>
            <p:nvPr/>
          </p:nvSpPr>
          <p:spPr>
            <a:xfrm>
              <a:off x="311053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137" y="931969"/>
                  </a:lnTo>
                  <a:lnTo>
                    <a:pt x="916633" y="929912"/>
                  </a:lnTo>
                  <a:lnTo>
                    <a:pt x="914478" y="919736"/>
                  </a:lnTo>
                  <a:lnTo>
                    <a:pt x="914400" y="91929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h5125"/>
            <p:cNvSpPr/>
            <p:nvPr/>
          </p:nvSpPr>
          <p:spPr>
            <a:xfrm>
              <a:off x="311997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h5126"/>
            <p:cNvSpPr/>
            <p:nvPr/>
          </p:nvSpPr>
          <p:spPr>
            <a:xfrm>
              <a:off x="312941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h5127"/>
            <p:cNvSpPr/>
            <p:nvPr/>
          </p:nvSpPr>
          <p:spPr>
            <a:xfrm>
              <a:off x="313885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h5128"/>
            <p:cNvSpPr/>
            <p:nvPr/>
          </p:nvSpPr>
          <p:spPr>
            <a:xfrm>
              <a:off x="3148299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h5129"/>
            <p:cNvSpPr/>
            <p:nvPr/>
          </p:nvSpPr>
          <p:spPr>
            <a:xfrm>
              <a:off x="315774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h5130"/>
            <p:cNvSpPr/>
            <p:nvPr/>
          </p:nvSpPr>
          <p:spPr>
            <a:xfrm>
              <a:off x="3167180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h5131"/>
            <p:cNvSpPr/>
            <p:nvPr/>
          </p:nvSpPr>
          <p:spPr>
            <a:xfrm>
              <a:off x="317662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h5132"/>
            <p:cNvSpPr/>
            <p:nvPr/>
          </p:nvSpPr>
          <p:spPr>
            <a:xfrm>
              <a:off x="318606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h5133"/>
            <p:cNvSpPr/>
            <p:nvPr/>
          </p:nvSpPr>
          <p:spPr>
            <a:xfrm>
              <a:off x="319550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h5134"/>
            <p:cNvSpPr/>
            <p:nvPr/>
          </p:nvSpPr>
          <p:spPr>
            <a:xfrm>
              <a:off x="3204941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h5135"/>
            <p:cNvSpPr/>
            <p:nvPr/>
          </p:nvSpPr>
          <p:spPr>
            <a:xfrm>
              <a:off x="3214381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h5136"/>
            <p:cNvSpPr/>
            <p:nvPr/>
          </p:nvSpPr>
          <p:spPr>
            <a:xfrm>
              <a:off x="322382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h5137"/>
            <p:cNvSpPr/>
            <p:nvPr/>
          </p:nvSpPr>
          <p:spPr>
            <a:xfrm>
              <a:off x="323326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h5138"/>
            <p:cNvSpPr/>
            <p:nvPr/>
          </p:nvSpPr>
          <p:spPr>
            <a:xfrm>
              <a:off x="324270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h5139"/>
            <p:cNvSpPr/>
            <p:nvPr/>
          </p:nvSpPr>
          <p:spPr>
            <a:xfrm>
              <a:off x="325214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h5140"/>
            <p:cNvSpPr/>
            <p:nvPr/>
          </p:nvSpPr>
          <p:spPr>
            <a:xfrm>
              <a:off x="326158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h5141"/>
            <p:cNvSpPr/>
            <p:nvPr/>
          </p:nvSpPr>
          <p:spPr>
            <a:xfrm>
              <a:off x="327102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h5142"/>
            <p:cNvSpPr/>
            <p:nvPr/>
          </p:nvSpPr>
          <p:spPr>
            <a:xfrm>
              <a:off x="328046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h5143"/>
            <p:cNvSpPr/>
            <p:nvPr/>
          </p:nvSpPr>
          <p:spPr>
            <a:xfrm>
              <a:off x="328990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h5144"/>
            <p:cNvSpPr/>
            <p:nvPr/>
          </p:nvSpPr>
          <p:spPr>
            <a:xfrm>
              <a:off x="329934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h5145"/>
            <p:cNvSpPr/>
            <p:nvPr/>
          </p:nvSpPr>
          <p:spPr>
            <a:xfrm>
              <a:off x="330878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h5146"/>
            <p:cNvSpPr/>
            <p:nvPr/>
          </p:nvSpPr>
          <p:spPr>
            <a:xfrm>
              <a:off x="331822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h5147"/>
            <p:cNvSpPr/>
            <p:nvPr/>
          </p:nvSpPr>
          <p:spPr>
            <a:xfrm>
              <a:off x="332766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h5148"/>
            <p:cNvSpPr/>
            <p:nvPr/>
          </p:nvSpPr>
          <p:spPr>
            <a:xfrm>
              <a:off x="333710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h5149"/>
            <p:cNvSpPr/>
            <p:nvPr/>
          </p:nvSpPr>
          <p:spPr>
            <a:xfrm>
              <a:off x="334654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h5150"/>
            <p:cNvSpPr/>
            <p:nvPr/>
          </p:nvSpPr>
          <p:spPr>
            <a:xfrm>
              <a:off x="335598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h5151"/>
            <p:cNvSpPr/>
            <p:nvPr/>
          </p:nvSpPr>
          <p:spPr>
            <a:xfrm>
              <a:off x="336542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h5152"/>
            <p:cNvSpPr/>
            <p:nvPr/>
          </p:nvSpPr>
          <p:spPr>
            <a:xfrm>
              <a:off x="337486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h5153"/>
            <p:cNvSpPr/>
            <p:nvPr/>
          </p:nvSpPr>
          <p:spPr>
            <a:xfrm>
              <a:off x="338430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h5154"/>
            <p:cNvSpPr/>
            <p:nvPr/>
          </p:nvSpPr>
          <p:spPr>
            <a:xfrm>
              <a:off x="339374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h5155"/>
            <p:cNvSpPr/>
            <p:nvPr/>
          </p:nvSpPr>
          <p:spPr>
            <a:xfrm>
              <a:off x="340318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h5156"/>
            <p:cNvSpPr/>
            <p:nvPr/>
          </p:nvSpPr>
          <p:spPr>
            <a:xfrm>
              <a:off x="341262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h5157"/>
            <p:cNvSpPr/>
            <p:nvPr/>
          </p:nvSpPr>
          <p:spPr>
            <a:xfrm>
              <a:off x="342206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h5158"/>
            <p:cNvSpPr/>
            <p:nvPr/>
          </p:nvSpPr>
          <p:spPr>
            <a:xfrm>
              <a:off x="343150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h5159"/>
            <p:cNvSpPr/>
            <p:nvPr/>
          </p:nvSpPr>
          <p:spPr>
            <a:xfrm>
              <a:off x="344094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h5160"/>
            <p:cNvSpPr/>
            <p:nvPr/>
          </p:nvSpPr>
          <p:spPr>
            <a:xfrm>
              <a:off x="345038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h5161"/>
            <p:cNvSpPr/>
            <p:nvPr/>
          </p:nvSpPr>
          <p:spPr>
            <a:xfrm>
              <a:off x="345982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h5162"/>
            <p:cNvSpPr/>
            <p:nvPr/>
          </p:nvSpPr>
          <p:spPr>
            <a:xfrm>
              <a:off x="346926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h5163"/>
            <p:cNvSpPr/>
            <p:nvPr/>
          </p:nvSpPr>
          <p:spPr>
            <a:xfrm>
              <a:off x="347870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h5164"/>
            <p:cNvSpPr/>
            <p:nvPr/>
          </p:nvSpPr>
          <p:spPr>
            <a:xfrm>
              <a:off x="348814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h5165"/>
            <p:cNvSpPr/>
            <p:nvPr/>
          </p:nvSpPr>
          <p:spPr>
            <a:xfrm>
              <a:off x="349758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h5166"/>
            <p:cNvSpPr/>
            <p:nvPr/>
          </p:nvSpPr>
          <p:spPr>
            <a:xfrm>
              <a:off x="350702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h5167"/>
            <p:cNvSpPr/>
            <p:nvPr/>
          </p:nvSpPr>
          <p:spPr>
            <a:xfrm>
              <a:off x="351646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h5168"/>
            <p:cNvSpPr/>
            <p:nvPr/>
          </p:nvSpPr>
          <p:spPr>
            <a:xfrm>
              <a:off x="352590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h5169"/>
            <p:cNvSpPr/>
            <p:nvPr/>
          </p:nvSpPr>
          <p:spPr>
            <a:xfrm>
              <a:off x="353534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h5170"/>
            <p:cNvSpPr/>
            <p:nvPr/>
          </p:nvSpPr>
          <p:spPr>
            <a:xfrm>
              <a:off x="354479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h5171"/>
            <p:cNvSpPr/>
            <p:nvPr/>
          </p:nvSpPr>
          <p:spPr>
            <a:xfrm>
              <a:off x="355423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h5172"/>
            <p:cNvSpPr/>
            <p:nvPr/>
          </p:nvSpPr>
          <p:spPr>
            <a:xfrm>
              <a:off x="3563670" y="158798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831"/>
                  </a:lnTo>
                  <a:lnTo>
                    <a:pt x="923594" y="908982"/>
                  </a:lnTo>
                  <a:lnTo>
                    <a:pt x="921889" y="910029"/>
                  </a:lnTo>
                  <a:lnTo>
                    <a:pt x="920183" y="911077"/>
                  </a:lnTo>
                  <a:lnTo>
                    <a:pt x="918478" y="912125"/>
                  </a:lnTo>
                  <a:lnTo>
                    <a:pt x="916772" y="913173"/>
                  </a:lnTo>
                  <a:lnTo>
                    <a:pt x="915068" y="914222"/>
                  </a:lnTo>
                  <a:lnTo>
                    <a:pt x="914779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h5173"/>
            <p:cNvSpPr/>
            <p:nvPr/>
          </p:nvSpPr>
          <p:spPr>
            <a:xfrm>
              <a:off x="3573110" y="1570419"/>
              <a:ext cx="923840" cy="926401"/>
            </a:xfrm>
            <a:custGeom>
              <a:avLst/>
              <a:pathLst>
                <a:path w="923840" h="92640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612"/>
                  </a:lnTo>
                  <a:lnTo>
                    <a:pt x="922688" y="921317"/>
                  </a:lnTo>
                  <a:lnTo>
                    <a:pt x="920981" y="922364"/>
                  </a:lnTo>
                  <a:lnTo>
                    <a:pt x="919274" y="923410"/>
                  </a:lnTo>
                  <a:lnTo>
                    <a:pt x="917567" y="924457"/>
                  </a:lnTo>
                  <a:lnTo>
                    <a:pt x="915860" y="925504"/>
                  </a:lnTo>
                  <a:lnTo>
                    <a:pt x="914400" y="926401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h5174"/>
            <p:cNvSpPr/>
            <p:nvPr/>
          </p:nvSpPr>
          <p:spPr>
            <a:xfrm>
              <a:off x="3582550" y="1570419"/>
              <a:ext cx="923669" cy="920612"/>
            </a:xfrm>
            <a:custGeom>
              <a:avLst/>
              <a:pathLst>
                <a:path w="923669" h="920612">
                  <a:moveTo>
                    <a:pt x="914400" y="914399"/>
                  </a:moveTo>
                  <a:lnTo>
                    <a:pt x="923669" y="914399"/>
                  </a:lnTo>
                  <a:lnTo>
                    <a:pt x="921408" y="916102"/>
                  </a:lnTo>
                  <a:lnTo>
                    <a:pt x="916670" y="919222"/>
                  </a:lnTo>
                  <a:lnTo>
                    <a:pt x="914956" y="920271"/>
                  </a:lnTo>
                  <a:lnTo>
                    <a:pt x="914400" y="92061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h5175"/>
            <p:cNvSpPr/>
            <p:nvPr/>
          </p:nvSpPr>
          <p:spPr>
            <a:xfrm>
              <a:off x="2175955" y="155284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50" y="931867"/>
                  </a:lnTo>
                  <a:lnTo>
                    <a:pt x="905373" y="931262"/>
                  </a:lnTo>
                  <a:lnTo>
                    <a:pt x="905395" y="930658"/>
                  </a:lnTo>
                  <a:lnTo>
                    <a:pt x="905418" y="930053"/>
                  </a:lnTo>
                  <a:lnTo>
                    <a:pt x="905441" y="929448"/>
                  </a:lnTo>
                  <a:lnTo>
                    <a:pt x="905463" y="928844"/>
                  </a:lnTo>
                  <a:lnTo>
                    <a:pt x="905486" y="928239"/>
                  </a:lnTo>
                  <a:lnTo>
                    <a:pt x="905508" y="927635"/>
                  </a:lnTo>
                  <a:lnTo>
                    <a:pt x="905531" y="927030"/>
                  </a:lnTo>
                  <a:lnTo>
                    <a:pt x="905553" y="926425"/>
                  </a:lnTo>
                  <a:lnTo>
                    <a:pt x="905576" y="925821"/>
                  </a:lnTo>
                  <a:lnTo>
                    <a:pt x="905598" y="925216"/>
                  </a:lnTo>
                  <a:lnTo>
                    <a:pt x="905832" y="920589"/>
                  </a:lnTo>
                  <a:lnTo>
                    <a:pt x="905813" y="920436"/>
                  </a:lnTo>
                  <a:lnTo>
                    <a:pt x="905532" y="918209"/>
                  </a:lnTo>
                  <a:lnTo>
                    <a:pt x="905252" y="915983"/>
                  </a:lnTo>
                  <a:lnTo>
                    <a:pt x="905052" y="91439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h5176"/>
            <p:cNvSpPr/>
            <p:nvPr/>
          </p:nvSpPr>
          <p:spPr>
            <a:xfrm>
              <a:off x="217595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h5177"/>
            <p:cNvSpPr/>
            <p:nvPr/>
          </p:nvSpPr>
          <p:spPr>
            <a:xfrm>
              <a:off x="218539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h5178"/>
            <p:cNvSpPr/>
            <p:nvPr/>
          </p:nvSpPr>
          <p:spPr>
            <a:xfrm>
              <a:off x="219483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h5179"/>
            <p:cNvSpPr/>
            <p:nvPr/>
          </p:nvSpPr>
          <p:spPr>
            <a:xfrm>
              <a:off x="220427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h5180"/>
            <p:cNvSpPr/>
            <p:nvPr/>
          </p:nvSpPr>
          <p:spPr>
            <a:xfrm>
              <a:off x="221371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h5181"/>
            <p:cNvSpPr/>
            <p:nvPr/>
          </p:nvSpPr>
          <p:spPr>
            <a:xfrm>
              <a:off x="222315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h5182"/>
            <p:cNvSpPr/>
            <p:nvPr/>
          </p:nvSpPr>
          <p:spPr>
            <a:xfrm>
              <a:off x="223259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h5183"/>
            <p:cNvSpPr/>
            <p:nvPr/>
          </p:nvSpPr>
          <p:spPr>
            <a:xfrm>
              <a:off x="224203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h5184"/>
            <p:cNvSpPr/>
            <p:nvPr/>
          </p:nvSpPr>
          <p:spPr>
            <a:xfrm>
              <a:off x="225147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h5185"/>
            <p:cNvSpPr/>
            <p:nvPr/>
          </p:nvSpPr>
          <p:spPr>
            <a:xfrm>
              <a:off x="226091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h5186"/>
            <p:cNvSpPr/>
            <p:nvPr/>
          </p:nvSpPr>
          <p:spPr>
            <a:xfrm>
              <a:off x="227035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h5187"/>
            <p:cNvSpPr/>
            <p:nvPr/>
          </p:nvSpPr>
          <p:spPr>
            <a:xfrm>
              <a:off x="227979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h5188"/>
            <p:cNvSpPr/>
            <p:nvPr/>
          </p:nvSpPr>
          <p:spPr>
            <a:xfrm>
              <a:off x="228923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h5189"/>
            <p:cNvSpPr/>
            <p:nvPr/>
          </p:nvSpPr>
          <p:spPr>
            <a:xfrm>
              <a:off x="229867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h5190"/>
            <p:cNvSpPr/>
            <p:nvPr/>
          </p:nvSpPr>
          <p:spPr>
            <a:xfrm>
              <a:off x="230811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h5191"/>
            <p:cNvSpPr/>
            <p:nvPr/>
          </p:nvSpPr>
          <p:spPr>
            <a:xfrm>
              <a:off x="231755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h5192"/>
            <p:cNvSpPr/>
            <p:nvPr/>
          </p:nvSpPr>
          <p:spPr>
            <a:xfrm>
              <a:off x="232699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h5193"/>
            <p:cNvSpPr/>
            <p:nvPr/>
          </p:nvSpPr>
          <p:spPr>
            <a:xfrm>
              <a:off x="233643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h5194"/>
            <p:cNvSpPr/>
            <p:nvPr/>
          </p:nvSpPr>
          <p:spPr>
            <a:xfrm>
              <a:off x="234587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h5195"/>
            <p:cNvSpPr/>
            <p:nvPr/>
          </p:nvSpPr>
          <p:spPr>
            <a:xfrm>
              <a:off x="235531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h5196"/>
            <p:cNvSpPr/>
            <p:nvPr/>
          </p:nvSpPr>
          <p:spPr>
            <a:xfrm>
              <a:off x="2364760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h5197"/>
            <p:cNvSpPr/>
            <p:nvPr/>
          </p:nvSpPr>
          <p:spPr>
            <a:xfrm>
              <a:off x="237420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h5198"/>
            <p:cNvSpPr/>
            <p:nvPr/>
          </p:nvSpPr>
          <p:spPr>
            <a:xfrm>
              <a:off x="2383640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h5199"/>
            <p:cNvSpPr/>
            <p:nvPr/>
          </p:nvSpPr>
          <p:spPr>
            <a:xfrm>
              <a:off x="239308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h5200"/>
            <p:cNvSpPr/>
            <p:nvPr/>
          </p:nvSpPr>
          <p:spPr>
            <a:xfrm>
              <a:off x="2402521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h5201"/>
            <p:cNvSpPr/>
            <p:nvPr/>
          </p:nvSpPr>
          <p:spPr>
            <a:xfrm>
              <a:off x="241196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h5202"/>
            <p:cNvSpPr/>
            <p:nvPr/>
          </p:nvSpPr>
          <p:spPr>
            <a:xfrm>
              <a:off x="2430841" y="157041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6937" y="896830"/>
                  </a:lnTo>
                  <a:lnTo>
                    <a:pt x="907436" y="900211"/>
                  </a:lnTo>
                  <a:lnTo>
                    <a:pt x="908101" y="900925"/>
                  </a:lnTo>
                  <a:lnTo>
                    <a:pt x="913112" y="906985"/>
                  </a:lnTo>
                  <a:lnTo>
                    <a:pt x="914400" y="90872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h5203"/>
            <p:cNvSpPr/>
            <p:nvPr/>
          </p:nvSpPr>
          <p:spPr>
            <a:xfrm>
              <a:off x="2430841" y="1570419"/>
              <a:ext cx="918521" cy="914399"/>
            </a:xfrm>
            <a:custGeom>
              <a:avLst/>
              <a:pathLst>
                <a:path w="918521" h="914399">
                  <a:moveTo>
                    <a:pt x="914400" y="914399"/>
                  </a:moveTo>
                  <a:lnTo>
                    <a:pt x="914400" y="908728"/>
                  </a:lnTo>
                  <a:lnTo>
                    <a:pt x="917945" y="913529"/>
                  </a:lnTo>
                  <a:lnTo>
                    <a:pt x="918521" y="91439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h5204"/>
            <p:cNvSpPr/>
            <p:nvPr/>
          </p:nvSpPr>
          <p:spPr>
            <a:xfrm>
              <a:off x="3110538" y="155284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3517" y="931969"/>
                  </a:lnTo>
                  <a:lnTo>
                    <a:pt x="912610" y="926935"/>
                  </a:lnTo>
                  <a:lnTo>
                    <a:pt x="911033" y="916398"/>
                  </a:lnTo>
                  <a:lnTo>
                    <a:pt x="910793" y="91439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h5205"/>
            <p:cNvSpPr/>
            <p:nvPr/>
          </p:nvSpPr>
          <p:spPr>
            <a:xfrm>
              <a:off x="311053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h5206"/>
            <p:cNvSpPr/>
            <p:nvPr/>
          </p:nvSpPr>
          <p:spPr>
            <a:xfrm>
              <a:off x="311997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h5207"/>
            <p:cNvSpPr/>
            <p:nvPr/>
          </p:nvSpPr>
          <p:spPr>
            <a:xfrm>
              <a:off x="312941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h5208"/>
            <p:cNvSpPr/>
            <p:nvPr/>
          </p:nvSpPr>
          <p:spPr>
            <a:xfrm>
              <a:off x="313885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h5209"/>
            <p:cNvSpPr/>
            <p:nvPr/>
          </p:nvSpPr>
          <p:spPr>
            <a:xfrm>
              <a:off x="3148299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h5210"/>
            <p:cNvSpPr/>
            <p:nvPr/>
          </p:nvSpPr>
          <p:spPr>
            <a:xfrm>
              <a:off x="315774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h5211"/>
            <p:cNvSpPr/>
            <p:nvPr/>
          </p:nvSpPr>
          <p:spPr>
            <a:xfrm>
              <a:off x="3167180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h5212"/>
            <p:cNvSpPr/>
            <p:nvPr/>
          </p:nvSpPr>
          <p:spPr>
            <a:xfrm>
              <a:off x="317662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h5213"/>
            <p:cNvSpPr/>
            <p:nvPr/>
          </p:nvSpPr>
          <p:spPr>
            <a:xfrm>
              <a:off x="318606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h5214"/>
            <p:cNvSpPr/>
            <p:nvPr/>
          </p:nvSpPr>
          <p:spPr>
            <a:xfrm>
              <a:off x="319550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h5215"/>
            <p:cNvSpPr/>
            <p:nvPr/>
          </p:nvSpPr>
          <p:spPr>
            <a:xfrm>
              <a:off x="3204941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h5216"/>
            <p:cNvSpPr/>
            <p:nvPr/>
          </p:nvSpPr>
          <p:spPr>
            <a:xfrm>
              <a:off x="3214381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h5217"/>
            <p:cNvSpPr/>
            <p:nvPr/>
          </p:nvSpPr>
          <p:spPr>
            <a:xfrm>
              <a:off x="322382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h5218"/>
            <p:cNvSpPr/>
            <p:nvPr/>
          </p:nvSpPr>
          <p:spPr>
            <a:xfrm>
              <a:off x="323326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h5219"/>
            <p:cNvSpPr/>
            <p:nvPr/>
          </p:nvSpPr>
          <p:spPr>
            <a:xfrm>
              <a:off x="324270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h5220"/>
            <p:cNvSpPr/>
            <p:nvPr/>
          </p:nvSpPr>
          <p:spPr>
            <a:xfrm>
              <a:off x="325214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h5221"/>
            <p:cNvSpPr/>
            <p:nvPr/>
          </p:nvSpPr>
          <p:spPr>
            <a:xfrm>
              <a:off x="326158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h5222"/>
            <p:cNvSpPr/>
            <p:nvPr/>
          </p:nvSpPr>
          <p:spPr>
            <a:xfrm>
              <a:off x="327102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h5223"/>
            <p:cNvSpPr/>
            <p:nvPr/>
          </p:nvSpPr>
          <p:spPr>
            <a:xfrm>
              <a:off x="328046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h5224"/>
            <p:cNvSpPr/>
            <p:nvPr/>
          </p:nvSpPr>
          <p:spPr>
            <a:xfrm>
              <a:off x="328990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h5225"/>
            <p:cNvSpPr/>
            <p:nvPr/>
          </p:nvSpPr>
          <p:spPr>
            <a:xfrm>
              <a:off x="329934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h5226"/>
            <p:cNvSpPr/>
            <p:nvPr/>
          </p:nvSpPr>
          <p:spPr>
            <a:xfrm>
              <a:off x="330878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h5227"/>
            <p:cNvSpPr/>
            <p:nvPr/>
          </p:nvSpPr>
          <p:spPr>
            <a:xfrm>
              <a:off x="331822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h5228"/>
            <p:cNvSpPr/>
            <p:nvPr/>
          </p:nvSpPr>
          <p:spPr>
            <a:xfrm>
              <a:off x="332766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h5229"/>
            <p:cNvSpPr/>
            <p:nvPr/>
          </p:nvSpPr>
          <p:spPr>
            <a:xfrm>
              <a:off x="333710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h5230"/>
            <p:cNvSpPr/>
            <p:nvPr/>
          </p:nvSpPr>
          <p:spPr>
            <a:xfrm>
              <a:off x="334654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h5231"/>
            <p:cNvSpPr/>
            <p:nvPr/>
          </p:nvSpPr>
          <p:spPr>
            <a:xfrm>
              <a:off x="335598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h5232"/>
            <p:cNvSpPr/>
            <p:nvPr/>
          </p:nvSpPr>
          <p:spPr>
            <a:xfrm>
              <a:off x="336542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h5233"/>
            <p:cNvSpPr/>
            <p:nvPr/>
          </p:nvSpPr>
          <p:spPr>
            <a:xfrm>
              <a:off x="337486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h5234"/>
            <p:cNvSpPr/>
            <p:nvPr/>
          </p:nvSpPr>
          <p:spPr>
            <a:xfrm>
              <a:off x="338430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h5235"/>
            <p:cNvSpPr/>
            <p:nvPr/>
          </p:nvSpPr>
          <p:spPr>
            <a:xfrm>
              <a:off x="339374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h5236"/>
            <p:cNvSpPr/>
            <p:nvPr/>
          </p:nvSpPr>
          <p:spPr>
            <a:xfrm>
              <a:off x="340318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h5237"/>
            <p:cNvSpPr/>
            <p:nvPr/>
          </p:nvSpPr>
          <p:spPr>
            <a:xfrm>
              <a:off x="341262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h5238"/>
            <p:cNvSpPr/>
            <p:nvPr/>
          </p:nvSpPr>
          <p:spPr>
            <a:xfrm>
              <a:off x="342206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h5239"/>
            <p:cNvSpPr/>
            <p:nvPr/>
          </p:nvSpPr>
          <p:spPr>
            <a:xfrm>
              <a:off x="343150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h5240"/>
            <p:cNvSpPr/>
            <p:nvPr/>
          </p:nvSpPr>
          <p:spPr>
            <a:xfrm>
              <a:off x="344094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h5241"/>
            <p:cNvSpPr/>
            <p:nvPr/>
          </p:nvSpPr>
          <p:spPr>
            <a:xfrm>
              <a:off x="345038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h5242"/>
            <p:cNvSpPr/>
            <p:nvPr/>
          </p:nvSpPr>
          <p:spPr>
            <a:xfrm>
              <a:off x="345982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h5243"/>
            <p:cNvSpPr/>
            <p:nvPr/>
          </p:nvSpPr>
          <p:spPr>
            <a:xfrm>
              <a:off x="346926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h5244"/>
            <p:cNvSpPr/>
            <p:nvPr/>
          </p:nvSpPr>
          <p:spPr>
            <a:xfrm>
              <a:off x="347870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h5245"/>
            <p:cNvSpPr/>
            <p:nvPr/>
          </p:nvSpPr>
          <p:spPr>
            <a:xfrm>
              <a:off x="348814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h5246"/>
            <p:cNvSpPr/>
            <p:nvPr/>
          </p:nvSpPr>
          <p:spPr>
            <a:xfrm>
              <a:off x="349758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h5247"/>
            <p:cNvSpPr/>
            <p:nvPr/>
          </p:nvSpPr>
          <p:spPr>
            <a:xfrm>
              <a:off x="350702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h5248"/>
            <p:cNvSpPr/>
            <p:nvPr/>
          </p:nvSpPr>
          <p:spPr>
            <a:xfrm>
              <a:off x="351646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h5249"/>
            <p:cNvSpPr/>
            <p:nvPr/>
          </p:nvSpPr>
          <p:spPr>
            <a:xfrm>
              <a:off x="352590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h5250"/>
            <p:cNvSpPr/>
            <p:nvPr/>
          </p:nvSpPr>
          <p:spPr>
            <a:xfrm>
              <a:off x="353534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h5251"/>
            <p:cNvSpPr/>
            <p:nvPr/>
          </p:nvSpPr>
          <p:spPr>
            <a:xfrm>
              <a:off x="354479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h5252"/>
            <p:cNvSpPr/>
            <p:nvPr/>
          </p:nvSpPr>
          <p:spPr>
            <a:xfrm>
              <a:off x="355423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h5253"/>
            <p:cNvSpPr/>
            <p:nvPr/>
          </p:nvSpPr>
          <p:spPr>
            <a:xfrm>
              <a:off x="356367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h5254"/>
            <p:cNvSpPr/>
            <p:nvPr/>
          </p:nvSpPr>
          <p:spPr>
            <a:xfrm>
              <a:off x="357311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h5255"/>
            <p:cNvSpPr/>
            <p:nvPr/>
          </p:nvSpPr>
          <p:spPr>
            <a:xfrm>
              <a:off x="3582550" y="157041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71"/>
                  </a:lnTo>
                  <a:lnTo>
                    <a:pt x="923669" y="9143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h5256"/>
            <p:cNvSpPr/>
            <p:nvPr/>
          </p:nvSpPr>
          <p:spPr>
            <a:xfrm>
              <a:off x="3591991" y="1552849"/>
              <a:ext cx="923840" cy="931841"/>
            </a:xfrm>
            <a:custGeom>
              <a:avLst/>
              <a:pathLst>
                <a:path w="923840" h="93184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3894"/>
                  </a:lnTo>
                  <a:lnTo>
                    <a:pt x="922645" y="924970"/>
                  </a:lnTo>
                  <a:lnTo>
                    <a:pt x="921196" y="926276"/>
                  </a:lnTo>
                  <a:lnTo>
                    <a:pt x="916626" y="930164"/>
                  </a:lnTo>
                  <a:lnTo>
                    <a:pt x="914400" y="931841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h5257"/>
            <p:cNvSpPr/>
            <p:nvPr/>
          </p:nvSpPr>
          <p:spPr>
            <a:xfrm>
              <a:off x="3601431" y="1552849"/>
              <a:ext cx="923840" cy="923894"/>
            </a:xfrm>
            <a:custGeom>
              <a:avLst/>
              <a:pathLst>
                <a:path w="923840" h="92389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399"/>
                  </a:lnTo>
                  <a:lnTo>
                    <a:pt x="923306" y="915879"/>
                  </a:lnTo>
                  <a:lnTo>
                    <a:pt x="921862" y="917177"/>
                  </a:lnTo>
                  <a:lnTo>
                    <a:pt x="920418" y="918476"/>
                  </a:lnTo>
                  <a:lnTo>
                    <a:pt x="918975" y="919774"/>
                  </a:lnTo>
                  <a:lnTo>
                    <a:pt x="917532" y="921073"/>
                  </a:lnTo>
                  <a:lnTo>
                    <a:pt x="916089" y="922372"/>
                  </a:lnTo>
                  <a:lnTo>
                    <a:pt x="914647" y="923671"/>
                  </a:lnTo>
                  <a:lnTo>
                    <a:pt x="914400" y="923894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h5258"/>
            <p:cNvSpPr/>
            <p:nvPr/>
          </p:nvSpPr>
          <p:spPr>
            <a:xfrm>
              <a:off x="3610871" y="1552849"/>
              <a:ext cx="915873" cy="915399"/>
            </a:xfrm>
            <a:custGeom>
              <a:avLst/>
              <a:pathLst>
                <a:path w="915873" h="915399">
                  <a:moveTo>
                    <a:pt x="914400" y="914399"/>
                  </a:moveTo>
                  <a:lnTo>
                    <a:pt x="915873" y="914399"/>
                  </a:lnTo>
                  <a:lnTo>
                    <a:pt x="915119" y="914753"/>
                  </a:lnTo>
                  <a:lnTo>
                    <a:pt x="914400" y="9153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h5259"/>
            <p:cNvSpPr/>
            <p:nvPr/>
          </p:nvSpPr>
          <p:spPr>
            <a:xfrm>
              <a:off x="2166515" y="1535279"/>
              <a:ext cx="914400" cy="931229"/>
            </a:xfrm>
            <a:custGeom>
              <a:avLst/>
              <a:pathLst>
                <a:path w="914400" h="931229">
                  <a:moveTo>
                    <a:pt x="914400" y="914400"/>
                  </a:moveTo>
                  <a:lnTo>
                    <a:pt x="914400" y="931229"/>
                  </a:lnTo>
                  <a:lnTo>
                    <a:pt x="914131" y="929099"/>
                  </a:lnTo>
                  <a:lnTo>
                    <a:pt x="913850" y="926873"/>
                  </a:lnTo>
                  <a:lnTo>
                    <a:pt x="913570" y="924646"/>
                  </a:lnTo>
                  <a:lnTo>
                    <a:pt x="913289" y="922420"/>
                  </a:lnTo>
                  <a:lnTo>
                    <a:pt x="913008" y="920193"/>
                  </a:lnTo>
                  <a:lnTo>
                    <a:pt x="912726" y="917967"/>
                  </a:lnTo>
                  <a:lnTo>
                    <a:pt x="912444" y="915732"/>
                  </a:lnTo>
                  <a:lnTo>
                    <a:pt x="912294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h5260"/>
            <p:cNvSpPr/>
            <p:nvPr/>
          </p:nvSpPr>
          <p:spPr>
            <a:xfrm>
              <a:off x="216651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93" y="931969"/>
                  </a:lnTo>
                  <a:lnTo>
                    <a:pt x="914400" y="93122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h5261"/>
            <p:cNvSpPr/>
            <p:nvPr/>
          </p:nvSpPr>
          <p:spPr>
            <a:xfrm>
              <a:off x="217595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h5262"/>
            <p:cNvSpPr/>
            <p:nvPr/>
          </p:nvSpPr>
          <p:spPr>
            <a:xfrm>
              <a:off x="218539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h5263"/>
            <p:cNvSpPr/>
            <p:nvPr/>
          </p:nvSpPr>
          <p:spPr>
            <a:xfrm>
              <a:off x="219483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h5264"/>
            <p:cNvSpPr/>
            <p:nvPr/>
          </p:nvSpPr>
          <p:spPr>
            <a:xfrm>
              <a:off x="220427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h5265"/>
            <p:cNvSpPr/>
            <p:nvPr/>
          </p:nvSpPr>
          <p:spPr>
            <a:xfrm>
              <a:off x="221371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h5266"/>
            <p:cNvSpPr/>
            <p:nvPr/>
          </p:nvSpPr>
          <p:spPr>
            <a:xfrm>
              <a:off x="222315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h5267"/>
            <p:cNvSpPr/>
            <p:nvPr/>
          </p:nvSpPr>
          <p:spPr>
            <a:xfrm>
              <a:off x="223259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h5268"/>
            <p:cNvSpPr/>
            <p:nvPr/>
          </p:nvSpPr>
          <p:spPr>
            <a:xfrm>
              <a:off x="224203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h5269"/>
            <p:cNvSpPr/>
            <p:nvPr/>
          </p:nvSpPr>
          <p:spPr>
            <a:xfrm>
              <a:off x="225147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h5270"/>
            <p:cNvSpPr/>
            <p:nvPr/>
          </p:nvSpPr>
          <p:spPr>
            <a:xfrm>
              <a:off x="226091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h5271"/>
            <p:cNvSpPr/>
            <p:nvPr/>
          </p:nvSpPr>
          <p:spPr>
            <a:xfrm>
              <a:off x="227035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h5272"/>
            <p:cNvSpPr/>
            <p:nvPr/>
          </p:nvSpPr>
          <p:spPr>
            <a:xfrm>
              <a:off x="227979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h5273"/>
            <p:cNvSpPr/>
            <p:nvPr/>
          </p:nvSpPr>
          <p:spPr>
            <a:xfrm>
              <a:off x="228923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h5274"/>
            <p:cNvSpPr/>
            <p:nvPr/>
          </p:nvSpPr>
          <p:spPr>
            <a:xfrm>
              <a:off x="229867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h5275"/>
            <p:cNvSpPr/>
            <p:nvPr/>
          </p:nvSpPr>
          <p:spPr>
            <a:xfrm>
              <a:off x="230811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h5276"/>
            <p:cNvSpPr/>
            <p:nvPr/>
          </p:nvSpPr>
          <p:spPr>
            <a:xfrm>
              <a:off x="231755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h5277"/>
            <p:cNvSpPr/>
            <p:nvPr/>
          </p:nvSpPr>
          <p:spPr>
            <a:xfrm>
              <a:off x="232699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h5278"/>
            <p:cNvSpPr/>
            <p:nvPr/>
          </p:nvSpPr>
          <p:spPr>
            <a:xfrm>
              <a:off x="233643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h5279"/>
            <p:cNvSpPr/>
            <p:nvPr/>
          </p:nvSpPr>
          <p:spPr>
            <a:xfrm>
              <a:off x="234587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h5280"/>
            <p:cNvSpPr/>
            <p:nvPr/>
          </p:nvSpPr>
          <p:spPr>
            <a:xfrm>
              <a:off x="235531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h5281"/>
            <p:cNvSpPr/>
            <p:nvPr/>
          </p:nvSpPr>
          <p:spPr>
            <a:xfrm>
              <a:off x="2364760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h5282"/>
            <p:cNvSpPr/>
            <p:nvPr/>
          </p:nvSpPr>
          <p:spPr>
            <a:xfrm>
              <a:off x="237420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h5283"/>
            <p:cNvSpPr/>
            <p:nvPr/>
          </p:nvSpPr>
          <p:spPr>
            <a:xfrm>
              <a:off x="2383640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h5284"/>
            <p:cNvSpPr/>
            <p:nvPr/>
          </p:nvSpPr>
          <p:spPr>
            <a:xfrm>
              <a:off x="239308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h5285"/>
            <p:cNvSpPr/>
            <p:nvPr/>
          </p:nvSpPr>
          <p:spPr>
            <a:xfrm>
              <a:off x="2402521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h5286"/>
            <p:cNvSpPr/>
            <p:nvPr/>
          </p:nvSpPr>
          <p:spPr>
            <a:xfrm>
              <a:off x="2421401" y="1552849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07" y="896830"/>
                  </a:lnTo>
                  <a:lnTo>
                    <a:pt x="913575" y="897626"/>
                  </a:lnTo>
                  <a:lnTo>
                    <a:pt x="914399" y="902244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h5287"/>
            <p:cNvSpPr/>
            <p:nvPr/>
          </p:nvSpPr>
          <p:spPr>
            <a:xfrm>
              <a:off x="2421401" y="1552849"/>
              <a:ext cx="916377" cy="914399"/>
            </a:xfrm>
            <a:custGeom>
              <a:avLst/>
              <a:pathLst>
                <a:path w="916377" h="914399">
                  <a:moveTo>
                    <a:pt x="914399" y="914399"/>
                  </a:moveTo>
                  <a:lnTo>
                    <a:pt x="914399" y="902244"/>
                  </a:lnTo>
                  <a:lnTo>
                    <a:pt x="915461" y="908190"/>
                  </a:lnTo>
                  <a:lnTo>
                    <a:pt x="916377" y="91439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h5288"/>
            <p:cNvSpPr/>
            <p:nvPr/>
          </p:nvSpPr>
          <p:spPr>
            <a:xfrm>
              <a:off x="3110538" y="153527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93" y="931969"/>
                  </a:lnTo>
                  <a:lnTo>
                    <a:pt x="909752" y="923293"/>
                  </a:lnTo>
                  <a:lnTo>
                    <a:pt x="908942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h5289"/>
            <p:cNvSpPr/>
            <p:nvPr/>
          </p:nvSpPr>
          <p:spPr>
            <a:xfrm>
              <a:off x="311053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h5290"/>
            <p:cNvSpPr/>
            <p:nvPr/>
          </p:nvSpPr>
          <p:spPr>
            <a:xfrm>
              <a:off x="311997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h5291"/>
            <p:cNvSpPr/>
            <p:nvPr/>
          </p:nvSpPr>
          <p:spPr>
            <a:xfrm>
              <a:off x="312941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h5292"/>
            <p:cNvSpPr/>
            <p:nvPr/>
          </p:nvSpPr>
          <p:spPr>
            <a:xfrm>
              <a:off x="313885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h5293"/>
            <p:cNvSpPr/>
            <p:nvPr/>
          </p:nvSpPr>
          <p:spPr>
            <a:xfrm>
              <a:off x="3148299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h5294"/>
            <p:cNvSpPr/>
            <p:nvPr/>
          </p:nvSpPr>
          <p:spPr>
            <a:xfrm>
              <a:off x="315774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h5295"/>
            <p:cNvSpPr/>
            <p:nvPr/>
          </p:nvSpPr>
          <p:spPr>
            <a:xfrm>
              <a:off x="3167180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h5296"/>
            <p:cNvSpPr/>
            <p:nvPr/>
          </p:nvSpPr>
          <p:spPr>
            <a:xfrm>
              <a:off x="317662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h5297"/>
            <p:cNvSpPr/>
            <p:nvPr/>
          </p:nvSpPr>
          <p:spPr>
            <a:xfrm>
              <a:off x="318606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h5298"/>
            <p:cNvSpPr/>
            <p:nvPr/>
          </p:nvSpPr>
          <p:spPr>
            <a:xfrm>
              <a:off x="319550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h5299"/>
            <p:cNvSpPr/>
            <p:nvPr/>
          </p:nvSpPr>
          <p:spPr>
            <a:xfrm>
              <a:off x="3204941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h5300"/>
            <p:cNvSpPr/>
            <p:nvPr/>
          </p:nvSpPr>
          <p:spPr>
            <a:xfrm>
              <a:off x="3214381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h5301"/>
            <p:cNvSpPr/>
            <p:nvPr/>
          </p:nvSpPr>
          <p:spPr>
            <a:xfrm>
              <a:off x="322382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h5302"/>
            <p:cNvSpPr/>
            <p:nvPr/>
          </p:nvSpPr>
          <p:spPr>
            <a:xfrm>
              <a:off x="323326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h5303"/>
            <p:cNvSpPr/>
            <p:nvPr/>
          </p:nvSpPr>
          <p:spPr>
            <a:xfrm>
              <a:off x="324270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h5304"/>
            <p:cNvSpPr/>
            <p:nvPr/>
          </p:nvSpPr>
          <p:spPr>
            <a:xfrm>
              <a:off x="325214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h5305"/>
            <p:cNvSpPr/>
            <p:nvPr/>
          </p:nvSpPr>
          <p:spPr>
            <a:xfrm>
              <a:off x="326158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h5306"/>
            <p:cNvSpPr/>
            <p:nvPr/>
          </p:nvSpPr>
          <p:spPr>
            <a:xfrm>
              <a:off x="327102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h5307"/>
            <p:cNvSpPr/>
            <p:nvPr/>
          </p:nvSpPr>
          <p:spPr>
            <a:xfrm>
              <a:off x="328046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h5308"/>
            <p:cNvSpPr/>
            <p:nvPr/>
          </p:nvSpPr>
          <p:spPr>
            <a:xfrm>
              <a:off x="328990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h5309"/>
            <p:cNvSpPr/>
            <p:nvPr/>
          </p:nvSpPr>
          <p:spPr>
            <a:xfrm>
              <a:off x="329934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h5310"/>
            <p:cNvSpPr/>
            <p:nvPr/>
          </p:nvSpPr>
          <p:spPr>
            <a:xfrm>
              <a:off x="330878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h5311"/>
            <p:cNvSpPr/>
            <p:nvPr/>
          </p:nvSpPr>
          <p:spPr>
            <a:xfrm>
              <a:off x="331822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h5312"/>
            <p:cNvSpPr/>
            <p:nvPr/>
          </p:nvSpPr>
          <p:spPr>
            <a:xfrm>
              <a:off x="332766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h5313"/>
            <p:cNvSpPr/>
            <p:nvPr/>
          </p:nvSpPr>
          <p:spPr>
            <a:xfrm>
              <a:off x="333710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h5314"/>
            <p:cNvSpPr/>
            <p:nvPr/>
          </p:nvSpPr>
          <p:spPr>
            <a:xfrm>
              <a:off x="334654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h5315"/>
            <p:cNvSpPr/>
            <p:nvPr/>
          </p:nvSpPr>
          <p:spPr>
            <a:xfrm>
              <a:off x="335598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h5316"/>
            <p:cNvSpPr/>
            <p:nvPr/>
          </p:nvSpPr>
          <p:spPr>
            <a:xfrm>
              <a:off x="336542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h5317"/>
            <p:cNvSpPr/>
            <p:nvPr/>
          </p:nvSpPr>
          <p:spPr>
            <a:xfrm>
              <a:off x="337486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h5318"/>
            <p:cNvSpPr/>
            <p:nvPr/>
          </p:nvSpPr>
          <p:spPr>
            <a:xfrm>
              <a:off x="338430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h5319"/>
            <p:cNvSpPr/>
            <p:nvPr/>
          </p:nvSpPr>
          <p:spPr>
            <a:xfrm>
              <a:off x="339374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h5320"/>
            <p:cNvSpPr/>
            <p:nvPr/>
          </p:nvSpPr>
          <p:spPr>
            <a:xfrm>
              <a:off x="340318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h5321"/>
            <p:cNvSpPr/>
            <p:nvPr/>
          </p:nvSpPr>
          <p:spPr>
            <a:xfrm>
              <a:off x="341262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h5322"/>
            <p:cNvSpPr/>
            <p:nvPr/>
          </p:nvSpPr>
          <p:spPr>
            <a:xfrm>
              <a:off x="342206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h5323"/>
            <p:cNvSpPr/>
            <p:nvPr/>
          </p:nvSpPr>
          <p:spPr>
            <a:xfrm>
              <a:off x="343150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h5324"/>
            <p:cNvSpPr/>
            <p:nvPr/>
          </p:nvSpPr>
          <p:spPr>
            <a:xfrm>
              <a:off x="344094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h5325"/>
            <p:cNvSpPr/>
            <p:nvPr/>
          </p:nvSpPr>
          <p:spPr>
            <a:xfrm>
              <a:off x="345038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h5326"/>
            <p:cNvSpPr/>
            <p:nvPr/>
          </p:nvSpPr>
          <p:spPr>
            <a:xfrm>
              <a:off x="345982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h5327"/>
            <p:cNvSpPr/>
            <p:nvPr/>
          </p:nvSpPr>
          <p:spPr>
            <a:xfrm>
              <a:off x="346926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h5328"/>
            <p:cNvSpPr/>
            <p:nvPr/>
          </p:nvSpPr>
          <p:spPr>
            <a:xfrm>
              <a:off x="347870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h5329"/>
            <p:cNvSpPr/>
            <p:nvPr/>
          </p:nvSpPr>
          <p:spPr>
            <a:xfrm>
              <a:off x="348814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h5330"/>
            <p:cNvSpPr/>
            <p:nvPr/>
          </p:nvSpPr>
          <p:spPr>
            <a:xfrm>
              <a:off x="349758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h5331"/>
            <p:cNvSpPr/>
            <p:nvPr/>
          </p:nvSpPr>
          <p:spPr>
            <a:xfrm>
              <a:off x="350702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h5332"/>
            <p:cNvSpPr/>
            <p:nvPr/>
          </p:nvSpPr>
          <p:spPr>
            <a:xfrm>
              <a:off x="351646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h5333"/>
            <p:cNvSpPr/>
            <p:nvPr/>
          </p:nvSpPr>
          <p:spPr>
            <a:xfrm>
              <a:off x="352590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h5334"/>
            <p:cNvSpPr/>
            <p:nvPr/>
          </p:nvSpPr>
          <p:spPr>
            <a:xfrm>
              <a:off x="353534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h5335"/>
            <p:cNvSpPr/>
            <p:nvPr/>
          </p:nvSpPr>
          <p:spPr>
            <a:xfrm>
              <a:off x="354479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h5336"/>
            <p:cNvSpPr/>
            <p:nvPr/>
          </p:nvSpPr>
          <p:spPr>
            <a:xfrm>
              <a:off x="355423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h5337"/>
            <p:cNvSpPr/>
            <p:nvPr/>
          </p:nvSpPr>
          <p:spPr>
            <a:xfrm>
              <a:off x="356367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h5338"/>
            <p:cNvSpPr/>
            <p:nvPr/>
          </p:nvSpPr>
          <p:spPr>
            <a:xfrm>
              <a:off x="357311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h5339"/>
            <p:cNvSpPr/>
            <p:nvPr/>
          </p:nvSpPr>
          <p:spPr>
            <a:xfrm>
              <a:off x="358255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h5340"/>
            <p:cNvSpPr/>
            <p:nvPr/>
          </p:nvSpPr>
          <p:spPr>
            <a:xfrm>
              <a:off x="359199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h5341"/>
            <p:cNvSpPr/>
            <p:nvPr/>
          </p:nvSpPr>
          <p:spPr>
            <a:xfrm>
              <a:off x="360143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h5342"/>
            <p:cNvSpPr/>
            <p:nvPr/>
          </p:nvSpPr>
          <p:spPr>
            <a:xfrm>
              <a:off x="3610871" y="155284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48" y="910713"/>
                  </a:lnTo>
                  <a:lnTo>
                    <a:pt x="922650" y="911226"/>
                  </a:lnTo>
                  <a:lnTo>
                    <a:pt x="921552" y="911740"/>
                  </a:lnTo>
                  <a:lnTo>
                    <a:pt x="920455" y="912254"/>
                  </a:lnTo>
                  <a:lnTo>
                    <a:pt x="919357" y="912768"/>
                  </a:lnTo>
                  <a:lnTo>
                    <a:pt x="918260" y="913281"/>
                  </a:lnTo>
                  <a:lnTo>
                    <a:pt x="917162" y="913795"/>
                  </a:lnTo>
                  <a:lnTo>
                    <a:pt x="916065" y="914310"/>
                  </a:lnTo>
                  <a:lnTo>
                    <a:pt x="915873" y="9143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h5343"/>
            <p:cNvSpPr/>
            <p:nvPr/>
          </p:nvSpPr>
          <p:spPr>
            <a:xfrm>
              <a:off x="3620311" y="1535279"/>
              <a:ext cx="923840" cy="928240"/>
            </a:xfrm>
            <a:custGeom>
              <a:avLst/>
              <a:pathLst>
                <a:path w="923840" h="92824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829"/>
                  </a:lnTo>
                  <a:lnTo>
                    <a:pt x="923093" y="924178"/>
                  </a:lnTo>
                  <a:lnTo>
                    <a:pt x="921995" y="924691"/>
                  </a:lnTo>
                  <a:lnTo>
                    <a:pt x="920896" y="925203"/>
                  </a:lnTo>
                  <a:lnTo>
                    <a:pt x="919798" y="925716"/>
                  </a:lnTo>
                  <a:lnTo>
                    <a:pt x="918700" y="926229"/>
                  </a:lnTo>
                  <a:lnTo>
                    <a:pt x="917601" y="926743"/>
                  </a:lnTo>
                  <a:lnTo>
                    <a:pt x="916503" y="927256"/>
                  </a:lnTo>
                  <a:lnTo>
                    <a:pt x="915405" y="927769"/>
                  </a:lnTo>
                  <a:lnTo>
                    <a:pt x="914400" y="92824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h5344"/>
            <p:cNvSpPr/>
            <p:nvPr/>
          </p:nvSpPr>
          <p:spPr>
            <a:xfrm>
              <a:off x="3629752" y="1535279"/>
              <a:ext cx="923840" cy="923829"/>
            </a:xfrm>
            <a:custGeom>
              <a:avLst/>
              <a:pathLst>
                <a:path w="923840" h="9238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242"/>
                  </a:lnTo>
                  <a:lnTo>
                    <a:pt x="920250" y="921101"/>
                  </a:lnTo>
                  <a:lnTo>
                    <a:pt x="919147" y="921615"/>
                  </a:lnTo>
                  <a:lnTo>
                    <a:pt x="918048" y="922127"/>
                  </a:lnTo>
                  <a:lnTo>
                    <a:pt x="916949" y="922640"/>
                  </a:lnTo>
                  <a:lnTo>
                    <a:pt x="915851" y="923152"/>
                  </a:lnTo>
                  <a:lnTo>
                    <a:pt x="914752" y="923665"/>
                  </a:lnTo>
                  <a:lnTo>
                    <a:pt x="914400" y="92382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h5345"/>
            <p:cNvSpPr/>
            <p:nvPr/>
          </p:nvSpPr>
          <p:spPr>
            <a:xfrm>
              <a:off x="3639192" y="1535279"/>
              <a:ext cx="922453" cy="919242"/>
            </a:xfrm>
            <a:custGeom>
              <a:avLst/>
              <a:pathLst>
                <a:path w="922453" h="919242">
                  <a:moveTo>
                    <a:pt x="914400" y="914400"/>
                  </a:moveTo>
                  <a:lnTo>
                    <a:pt x="922453" y="914400"/>
                  </a:lnTo>
                  <a:lnTo>
                    <a:pt x="922098" y="914660"/>
                  </a:lnTo>
                  <a:lnTo>
                    <a:pt x="916499" y="918154"/>
                  </a:lnTo>
                  <a:lnTo>
                    <a:pt x="914400" y="91924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h5346"/>
            <p:cNvSpPr/>
            <p:nvPr/>
          </p:nvSpPr>
          <p:spPr>
            <a:xfrm>
              <a:off x="2166515" y="151771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294" y="931969"/>
                  </a:lnTo>
                  <a:lnTo>
                    <a:pt x="911312" y="923249"/>
                  </a:lnTo>
                  <a:lnTo>
                    <a:pt x="910556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h5347"/>
            <p:cNvSpPr/>
            <p:nvPr/>
          </p:nvSpPr>
          <p:spPr>
            <a:xfrm>
              <a:off x="216651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h5348"/>
            <p:cNvSpPr/>
            <p:nvPr/>
          </p:nvSpPr>
          <p:spPr>
            <a:xfrm>
              <a:off x="217595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h5349"/>
            <p:cNvSpPr/>
            <p:nvPr/>
          </p:nvSpPr>
          <p:spPr>
            <a:xfrm>
              <a:off x="218539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h5350"/>
            <p:cNvSpPr/>
            <p:nvPr/>
          </p:nvSpPr>
          <p:spPr>
            <a:xfrm>
              <a:off x="219483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h5351"/>
            <p:cNvSpPr/>
            <p:nvPr/>
          </p:nvSpPr>
          <p:spPr>
            <a:xfrm>
              <a:off x="220427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h5352"/>
            <p:cNvSpPr/>
            <p:nvPr/>
          </p:nvSpPr>
          <p:spPr>
            <a:xfrm>
              <a:off x="221371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h5353"/>
            <p:cNvSpPr/>
            <p:nvPr/>
          </p:nvSpPr>
          <p:spPr>
            <a:xfrm>
              <a:off x="222315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h5354"/>
            <p:cNvSpPr/>
            <p:nvPr/>
          </p:nvSpPr>
          <p:spPr>
            <a:xfrm>
              <a:off x="223259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h5355"/>
            <p:cNvSpPr/>
            <p:nvPr/>
          </p:nvSpPr>
          <p:spPr>
            <a:xfrm>
              <a:off x="224203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h5356"/>
            <p:cNvSpPr/>
            <p:nvPr/>
          </p:nvSpPr>
          <p:spPr>
            <a:xfrm>
              <a:off x="225147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h5357"/>
            <p:cNvSpPr/>
            <p:nvPr/>
          </p:nvSpPr>
          <p:spPr>
            <a:xfrm>
              <a:off x="226091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h5358"/>
            <p:cNvSpPr/>
            <p:nvPr/>
          </p:nvSpPr>
          <p:spPr>
            <a:xfrm>
              <a:off x="227035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h5359"/>
            <p:cNvSpPr/>
            <p:nvPr/>
          </p:nvSpPr>
          <p:spPr>
            <a:xfrm>
              <a:off x="227979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h5360"/>
            <p:cNvSpPr/>
            <p:nvPr/>
          </p:nvSpPr>
          <p:spPr>
            <a:xfrm>
              <a:off x="228923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h5361"/>
            <p:cNvSpPr/>
            <p:nvPr/>
          </p:nvSpPr>
          <p:spPr>
            <a:xfrm>
              <a:off x="229867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h5362"/>
            <p:cNvSpPr/>
            <p:nvPr/>
          </p:nvSpPr>
          <p:spPr>
            <a:xfrm>
              <a:off x="230811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h5363"/>
            <p:cNvSpPr/>
            <p:nvPr/>
          </p:nvSpPr>
          <p:spPr>
            <a:xfrm>
              <a:off x="231755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h5364"/>
            <p:cNvSpPr/>
            <p:nvPr/>
          </p:nvSpPr>
          <p:spPr>
            <a:xfrm>
              <a:off x="232699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h5365"/>
            <p:cNvSpPr/>
            <p:nvPr/>
          </p:nvSpPr>
          <p:spPr>
            <a:xfrm>
              <a:off x="233643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h5366"/>
            <p:cNvSpPr/>
            <p:nvPr/>
          </p:nvSpPr>
          <p:spPr>
            <a:xfrm>
              <a:off x="234587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h5367"/>
            <p:cNvSpPr/>
            <p:nvPr/>
          </p:nvSpPr>
          <p:spPr>
            <a:xfrm>
              <a:off x="235531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h5368"/>
            <p:cNvSpPr/>
            <p:nvPr/>
          </p:nvSpPr>
          <p:spPr>
            <a:xfrm>
              <a:off x="2364760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h5369"/>
            <p:cNvSpPr/>
            <p:nvPr/>
          </p:nvSpPr>
          <p:spPr>
            <a:xfrm>
              <a:off x="237420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h5370"/>
            <p:cNvSpPr/>
            <p:nvPr/>
          </p:nvSpPr>
          <p:spPr>
            <a:xfrm>
              <a:off x="2383640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h5371"/>
            <p:cNvSpPr/>
            <p:nvPr/>
          </p:nvSpPr>
          <p:spPr>
            <a:xfrm>
              <a:off x="239308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h5372"/>
            <p:cNvSpPr/>
            <p:nvPr/>
          </p:nvSpPr>
          <p:spPr>
            <a:xfrm>
              <a:off x="2402521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h5373"/>
            <p:cNvSpPr/>
            <p:nvPr/>
          </p:nvSpPr>
          <p:spPr>
            <a:xfrm>
              <a:off x="2411961" y="1535279"/>
              <a:ext cx="922848" cy="914400"/>
            </a:xfrm>
            <a:custGeom>
              <a:avLst/>
              <a:pathLst>
                <a:path w="9228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79" y="896830"/>
                  </a:lnTo>
                  <a:lnTo>
                    <a:pt x="920832" y="904832"/>
                  </a:lnTo>
                  <a:lnTo>
                    <a:pt x="922848" y="914400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h5374"/>
            <p:cNvSpPr/>
            <p:nvPr/>
          </p:nvSpPr>
          <p:spPr>
            <a:xfrm>
              <a:off x="3110538" y="151771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42" y="931969"/>
                  </a:lnTo>
                  <a:lnTo>
                    <a:pt x="908770" y="930078"/>
                  </a:lnTo>
                  <a:lnTo>
                    <a:pt x="908090" y="919214"/>
                  </a:lnTo>
                  <a:lnTo>
                    <a:pt x="907924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h5375"/>
            <p:cNvSpPr/>
            <p:nvPr/>
          </p:nvSpPr>
          <p:spPr>
            <a:xfrm>
              <a:off x="311053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h5376"/>
            <p:cNvSpPr/>
            <p:nvPr/>
          </p:nvSpPr>
          <p:spPr>
            <a:xfrm>
              <a:off x="311997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h5377"/>
            <p:cNvSpPr/>
            <p:nvPr/>
          </p:nvSpPr>
          <p:spPr>
            <a:xfrm>
              <a:off x="312941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h5378"/>
            <p:cNvSpPr/>
            <p:nvPr/>
          </p:nvSpPr>
          <p:spPr>
            <a:xfrm>
              <a:off x="313885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h5379"/>
            <p:cNvSpPr/>
            <p:nvPr/>
          </p:nvSpPr>
          <p:spPr>
            <a:xfrm>
              <a:off x="3148299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h5380"/>
            <p:cNvSpPr/>
            <p:nvPr/>
          </p:nvSpPr>
          <p:spPr>
            <a:xfrm>
              <a:off x="315774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h5381"/>
            <p:cNvSpPr/>
            <p:nvPr/>
          </p:nvSpPr>
          <p:spPr>
            <a:xfrm>
              <a:off x="3167180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h5382"/>
            <p:cNvSpPr/>
            <p:nvPr/>
          </p:nvSpPr>
          <p:spPr>
            <a:xfrm>
              <a:off x="317662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h5383"/>
            <p:cNvSpPr/>
            <p:nvPr/>
          </p:nvSpPr>
          <p:spPr>
            <a:xfrm>
              <a:off x="318606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h5384"/>
            <p:cNvSpPr/>
            <p:nvPr/>
          </p:nvSpPr>
          <p:spPr>
            <a:xfrm>
              <a:off x="319550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h5385"/>
            <p:cNvSpPr/>
            <p:nvPr/>
          </p:nvSpPr>
          <p:spPr>
            <a:xfrm>
              <a:off x="3204941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h5386"/>
            <p:cNvSpPr/>
            <p:nvPr/>
          </p:nvSpPr>
          <p:spPr>
            <a:xfrm>
              <a:off x="3214381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h5387"/>
            <p:cNvSpPr/>
            <p:nvPr/>
          </p:nvSpPr>
          <p:spPr>
            <a:xfrm>
              <a:off x="322382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h5388"/>
            <p:cNvSpPr/>
            <p:nvPr/>
          </p:nvSpPr>
          <p:spPr>
            <a:xfrm>
              <a:off x="323326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h5389"/>
            <p:cNvSpPr/>
            <p:nvPr/>
          </p:nvSpPr>
          <p:spPr>
            <a:xfrm>
              <a:off x="324270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h5390"/>
            <p:cNvSpPr/>
            <p:nvPr/>
          </p:nvSpPr>
          <p:spPr>
            <a:xfrm>
              <a:off x="325214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h5391"/>
            <p:cNvSpPr/>
            <p:nvPr/>
          </p:nvSpPr>
          <p:spPr>
            <a:xfrm>
              <a:off x="326158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h5392"/>
            <p:cNvSpPr/>
            <p:nvPr/>
          </p:nvSpPr>
          <p:spPr>
            <a:xfrm>
              <a:off x="327102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h5393"/>
            <p:cNvSpPr/>
            <p:nvPr/>
          </p:nvSpPr>
          <p:spPr>
            <a:xfrm>
              <a:off x="328046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h5394"/>
            <p:cNvSpPr/>
            <p:nvPr/>
          </p:nvSpPr>
          <p:spPr>
            <a:xfrm>
              <a:off x="328990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h5395"/>
            <p:cNvSpPr/>
            <p:nvPr/>
          </p:nvSpPr>
          <p:spPr>
            <a:xfrm>
              <a:off x="329934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h5396"/>
            <p:cNvSpPr/>
            <p:nvPr/>
          </p:nvSpPr>
          <p:spPr>
            <a:xfrm>
              <a:off x="330878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h5397"/>
            <p:cNvSpPr/>
            <p:nvPr/>
          </p:nvSpPr>
          <p:spPr>
            <a:xfrm>
              <a:off x="331822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h5398"/>
            <p:cNvSpPr/>
            <p:nvPr/>
          </p:nvSpPr>
          <p:spPr>
            <a:xfrm>
              <a:off x="332766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h5399"/>
            <p:cNvSpPr/>
            <p:nvPr/>
          </p:nvSpPr>
          <p:spPr>
            <a:xfrm>
              <a:off x="333710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h5400"/>
            <p:cNvSpPr/>
            <p:nvPr/>
          </p:nvSpPr>
          <p:spPr>
            <a:xfrm>
              <a:off x="334654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h5401"/>
            <p:cNvSpPr/>
            <p:nvPr/>
          </p:nvSpPr>
          <p:spPr>
            <a:xfrm>
              <a:off x="335598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h5402"/>
            <p:cNvSpPr/>
            <p:nvPr/>
          </p:nvSpPr>
          <p:spPr>
            <a:xfrm>
              <a:off x="336542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h5403"/>
            <p:cNvSpPr/>
            <p:nvPr/>
          </p:nvSpPr>
          <p:spPr>
            <a:xfrm>
              <a:off x="337486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h5404"/>
            <p:cNvSpPr/>
            <p:nvPr/>
          </p:nvSpPr>
          <p:spPr>
            <a:xfrm>
              <a:off x="338430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h5405"/>
            <p:cNvSpPr/>
            <p:nvPr/>
          </p:nvSpPr>
          <p:spPr>
            <a:xfrm>
              <a:off x="339374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h5406"/>
            <p:cNvSpPr/>
            <p:nvPr/>
          </p:nvSpPr>
          <p:spPr>
            <a:xfrm>
              <a:off x="340318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h5407"/>
            <p:cNvSpPr/>
            <p:nvPr/>
          </p:nvSpPr>
          <p:spPr>
            <a:xfrm>
              <a:off x="341262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h5408"/>
            <p:cNvSpPr/>
            <p:nvPr/>
          </p:nvSpPr>
          <p:spPr>
            <a:xfrm>
              <a:off x="342206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h5409"/>
            <p:cNvSpPr/>
            <p:nvPr/>
          </p:nvSpPr>
          <p:spPr>
            <a:xfrm>
              <a:off x="343150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h5410"/>
            <p:cNvSpPr/>
            <p:nvPr/>
          </p:nvSpPr>
          <p:spPr>
            <a:xfrm>
              <a:off x="344094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h5411"/>
            <p:cNvSpPr/>
            <p:nvPr/>
          </p:nvSpPr>
          <p:spPr>
            <a:xfrm>
              <a:off x="345038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h5412"/>
            <p:cNvSpPr/>
            <p:nvPr/>
          </p:nvSpPr>
          <p:spPr>
            <a:xfrm>
              <a:off x="345982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h5413"/>
            <p:cNvSpPr/>
            <p:nvPr/>
          </p:nvSpPr>
          <p:spPr>
            <a:xfrm>
              <a:off x="346926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h5414"/>
            <p:cNvSpPr/>
            <p:nvPr/>
          </p:nvSpPr>
          <p:spPr>
            <a:xfrm>
              <a:off x="347870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h5415"/>
            <p:cNvSpPr/>
            <p:nvPr/>
          </p:nvSpPr>
          <p:spPr>
            <a:xfrm>
              <a:off x="348814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h5416"/>
            <p:cNvSpPr/>
            <p:nvPr/>
          </p:nvSpPr>
          <p:spPr>
            <a:xfrm>
              <a:off x="349758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h5417"/>
            <p:cNvSpPr/>
            <p:nvPr/>
          </p:nvSpPr>
          <p:spPr>
            <a:xfrm>
              <a:off x="350702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h5418"/>
            <p:cNvSpPr/>
            <p:nvPr/>
          </p:nvSpPr>
          <p:spPr>
            <a:xfrm>
              <a:off x="351646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h5419"/>
            <p:cNvSpPr/>
            <p:nvPr/>
          </p:nvSpPr>
          <p:spPr>
            <a:xfrm>
              <a:off x="352590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h5420"/>
            <p:cNvSpPr/>
            <p:nvPr/>
          </p:nvSpPr>
          <p:spPr>
            <a:xfrm>
              <a:off x="353534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h5421"/>
            <p:cNvSpPr/>
            <p:nvPr/>
          </p:nvSpPr>
          <p:spPr>
            <a:xfrm>
              <a:off x="354479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h5422"/>
            <p:cNvSpPr/>
            <p:nvPr/>
          </p:nvSpPr>
          <p:spPr>
            <a:xfrm>
              <a:off x="355423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h5423"/>
            <p:cNvSpPr/>
            <p:nvPr/>
          </p:nvSpPr>
          <p:spPr>
            <a:xfrm>
              <a:off x="356367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h5424"/>
            <p:cNvSpPr/>
            <p:nvPr/>
          </p:nvSpPr>
          <p:spPr>
            <a:xfrm>
              <a:off x="357311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h5425"/>
            <p:cNvSpPr/>
            <p:nvPr/>
          </p:nvSpPr>
          <p:spPr>
            <a:xfrm>
              <a:off x="358255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h5426"/>
            <p:cNvSpPr/>
            <p:nvPr/>
          </p:nvSpPr>
          <p:spPr>
            <a:xfrm>
              <a:off x="359199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h5427"/>
            <p:cNvSpPr/>
            <p:nvPr/>
          </p:nvSpPr>
          <p:spPr>
            <a:xfrm>
              <a:off x="360143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h5428"/>
            <p:cNvSpPr/>
            <p:nvPr/>
          </p:nvSpPr>
          <p:spPr>
            <a:xfrm>
              <a:off x="361087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h5429"/>
            <p:cNvSpPr/>
            <p:nvPr/>
          </p:nvSpPr>
          <p:spPr>
            <a:xfrm>
              <a:off x="362031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h5430"/>
            <p:cNvSpPr/>
            <p:nvPr/>
          </p:nvSpPr>
          <p:spPr>
            <a:xfrm>
              <a:off x="362975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h5431"/>
            <p:cNvSpPr/>
            <p:nvPr/>
          </p:nvSpPr>
          <p:spPr>
            <a:xfrm>
              <a:off x="3639192" y="153527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381"/>
                  </a:lnTo>
                  <a:lnTo>
                    <a:pt x="922453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h5432"/>
            <p:cNvSpPr/>
            <p:nvPr/>
          </p:nvSpPr>
          <p:spPr>
            <a:xfrm>
              <a:off x="3648632" y="1517710"/>
              <a:ext cx="923840" cy="930951"/>
            </a:xfrm>
            <a:custGeom>
              <a:avLst/>
              <a:pathLst>
                <a:path w="923840" h="930951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331"/>
                  </a:lnTo>
                  <a:lnTo>
                    <a:pt x="923525" y="923636"/>
                  </a:lnTo>
                  <a:lnTo>
                    <a:pt x="918152" y="928197"/>
                  </a:lnTo>
                  <a:lnTo>
                    <a:pt x="914400" y="930951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h5433"/>
            <p:cNvSpPr/>
            <p:nvPr/>
          </p:nvSpPr>
          <p:spPr>
            <a:xfrm>
              <a:off x="3658072" y="1517710"/>
              <a:ext cx="923121" cy="923331"/>
            </a:xfrm>
            <a:custGeom>
              <a:avLst/>
              <a:pathLst>
                <a:path w="923121" h="923331">
                  <a:moveTo>
                    <a:pt x="914400" y="914400"/>
                  </a:moveTo>
                  <a:lnTo>
                    <a:pt x="923121" y="914400"/>
                  </a:lnTo>
                  <a:lnTo>
                    <a:pt x="919323" y="918561"/>
                  </a:lnTo>
                  <a:lnTo>
                    <a:pt x="914400" y="923331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h5434"/>
            <p:cNvSpPr/>
            <p:nvPr/>
          </p:nvSpPr>
          <p:spPr>
            <a:xfrm>
              <a:off x="2157074" y="1500140"/>
              <a:ext cx="914400" cy="919531"/>
            </a:xfrm>
            <a:custGeom>
              <a:avLst/>
              <a:pathLst>
                <a:path w="914400" h="919531">
                  <a:moveTo>
                    <a:pt x="914400" y="914400"/>
                  </a:moveTo>
                  <a:lnTo>
                    <a:pt x="914400" y="919531"/>
                  </a:lnTo>
                  <a:lnTo>
                    <a:pt x="911974" y="917627"/>
                  </a:lnTo>
                  <a:lnTo>
                    <a:pt x="908386" y="914400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h5435"/>
            <p:cNvSpPr/>
            <p:nvPr/>
          </p:nvSpPr>
          <p:spPr>
            <a:xfrm>
              <a:off x="215707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996" y="931969"/>
                  </a:lnTo>
                  <a:lnTo>
                    <a:pt x="919885" y="930675"/>
                  </a:lnTo>
                  <a:lnTo>
                    <a:pt x="919449" y="923260"/>
                  </a:lnTo>
                  <a:lnTo>
                    <a:pt x="917319" y="921822"/>
                  </a:lnTo>
                  <a:lnTo>
                    <a:pt x="914400" y="919531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h5436"/>
            <p:cNvSpPr/>
            <p:nvPr/>
          </p:nvSpPr>
          <p:spPr>
            <a:xfrm>
              <a:off x="216651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h5437"/>
            <p:cNvSpPr/>
            <p:nvPr/>
          </p:nvSpPr>
          <p:spPr>
            <a:xfrm>
              <a:off x="217595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h5438"/>
            <p:cNvSpPr/>
            <p:nvPr/>
          </p:nvSpPr>
          <p:spPr>
            <a:xfrm>
              <a:off x="218539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h5439"/>
            <p:cNvSpPr/>
            <p:nvPr/>
          </p:nvSpPr>
          <p:spPr>
            <a:xfrm>
              <a:off x="219483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h5440"/>
            <p:cNvSpPr/>
            <p:nvPr/>
          </p:nvSpPr>
          <p:spPr>
            <a:xfrm>
              <a:off x="220427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h5441"/>
            <p:cNvSpPr/>
            <p:nvPr/>
          </p:nvSpPr>
          <p:spPr>
            <a:xfrm>
              <a:off x="221371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h5442"/>
            <p:cNvSpPr/>
            <p:nvPr/>
          </p:nvSpPr>
          <p:spPr>
            <a:xfrm>
              <a:off x="222315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h5443"/>
            <p:cNvSpPr/>
            <p:nvPr/>
          </p:nvSpPr>
          <p:spPr>
            <a:xfrm>
              <a:off x="223259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h5444"/>
            <p:cNvSpPr/>
            <p:nvPr/>
          </p:nvSpPr>
          <p:spPr>
            <a:xfrm>
              <a:off x="224203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h5445"/>
            <p:cNvSpPr/>
            <p:nvPr/>
          </p:nvSpPr>
          <p:spPr>
            <a:xfrm>
              <a:off x="225147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h5446"/>
            <p:cNvSpPr/>
            <p:nvPr/>
          </p:nvSpPr>
          <p:spPr>
            <a:xfrm>
              <a:off x="226091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h5447"/>
            <p:cNvSpPr/>
            <p:nvPr/>
          </p:nvSpPr>
          <p:spPr>
            <a:xfrm>
              <a:off x="227035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h5448"/>
            <p:cNvSpPr/>
            <p:nvPr/>
          </p:nvSpPr>
          <p:spPr>
            <a:xfrm>
              <a:off x="227979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h5449"/>
            <p:cNvSpPr/>
            <p:nvPr/>
          </p:nvSpPr>
          <p:spPr>
            <a:xfrm>
              <a:off x="228923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h5450"/>
            <p:cNvSpPr/>
            <p:nvPr/>
          </p:nvSpPr>
          <p:spPr>
            <a:xfrm>
              <a:off x="229867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h5451"/>
            <p:cNvSpPr/>
            <p:nvPr/>
          </p:nvSpPr>
          <p:spPr>
            <a:xfrm>
              <a:off x="230811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h5452"/>
            <p:cNvSpPr/>
            <p:nvPr/>
          </p:nvSpPr>
          <p:spPr>
            <a:xfrm>
              <a:off x="231755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h5453"/>
            <p:cNvSpPr/>
            <p:nvPr/>
          </p:nvSpPr>
          <p:spPr>
            <a:xfrm>
              <a:off x="232699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h5454"/>
            <p:cNvSpPr/>
            <p:nvPr/>
          </p:nvSpPr>
          <p:spPr>
            <a:xfrm>
              <a:off x="233643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h5455"/>
            <p:cNvSpPr/>
            <p:nvPr/>
          </p:nvSpPr>
          <p:spPr>
            <a:xfrm>
              <a:off x="234587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h5456"/>
            <p:cNvSpPr/>
            <p:nvPr/>
          </p:nvSpPr>
          <p:spPr>
            <a:xfrm>
              <a:off x="235531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h5457"/>
            <p:cNvSpPr/>
            <p:nvPr/>
          </p:nvSpPr>
          <p:spPr>
            <a:xfrm>
              <a:off x="2364760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h5458"/>
            <p:cNvSpPr/>
            <p:nvPr/>
          </p:nvSpPr>
          <p:spPr>
            <a:xfrm>
              <a:off x="237420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h5459"/>
            <p:cNvSpPr/>
            <p:nvPr/>
          </p:nvSpPr>
          <p:spPr>
            <a:xfrm>
              <a:off x="2383640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h5460"/>
            <p:cNvSpPr/>
            <p:nvPr/>
          </p:nvSpPr>
          <p:spPr>
            <a:xfrm>
              <a:off x="239308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h5461"/>
            <p:cNvSpPr/>
            <p:nvPr/>
          </p:nvSpPr>
          <p:spPr>
            <a:xfrm>
              <a:off x="2411961" y="15177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843" y="896830"/>
                  </a:lnTo>
                  <a:lnTo>
                    <a:pt x="914400" y="89859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h5462"/>
            <p:cNvSpPr/>
            <p:nvPr/>
          </p:nvSpPr>
          <p:spPr>
            <a:xfrm>
              <a:off x="2411961" y="1517710"/>
              <a:ext cx="918879" cy="914400"/>
            </a:xfrm>
            <a:custGeom>
              <a:avLst/>
              <a:pathLst>
                <a:path w="918879" h="914400">
                  <a:moveTo>
                    <a:pt x="914400" y="914400"/>
                  </a:moveTo>
                  <a:lnTo>
                    <a:pt x="914400" y="898590"/>
                  </a:lnTo>
                  <a:lnTo>
                    <a:pt x="915601" y="902389"/>
                  </a:lnTo>
                  <a:lnTo>
                    <a:pt x="918359" y="912267"/>
                  </a:lnTo>
                  <a:lnTo>
                    <a:pt x="918879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h5463"/>
            <p:cNvSpPr/>
            <p:nvPr/>
          </p:nvSpPr>
          <p:spPr>
            <a:xfrm>
              <a:off x="3110538" y="150014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924" y="931969"/>
                  </a:lnTo>
                  <a:lnTo>
                    <a:pt x="907714" y="925868"/>
                  </a:lnTo>
                  <a:lnTo>
                    <a:pt x="907642" y="914931"/>
                  </a:lnTo>
                  <a:lnTo>
                    <a:pt x="907653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h5464"/>
            <p:cNvSpPr/>
            <p:nvPr/>
          </p:nvSpPr>
          <p:spPr>
            <a:xfrm>
              <a:off x="311053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h5465"/>
            <p:cNvSpPr/>
            <p:nvPr/>
          </p:nvSpPr>
          <p:spPr>
            <a:xfrm>
              <a:off x="311997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h5466"/>
            <p:cNvSpPr/>
            <p:nvPr/>
          </p:nvSpPr>
          <p:spPr>
            <a:xfrm>
              <a:off x="312941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h5467"/>
            <p:cNvSpPr/>
            <p:nvPr/>
          </p:nvSpPr>
          <p:spPr>
            <a:xfrm>
              <a:off x="313885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h5468"/>
            <p:cNvSpPr/>
            <p:nvPr/>
          </p:nvSpPr>
          <p:spPr>
            <a:xfrm>
              <a:off x="3148299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h5469"/>
            <p:cNvSpPr/>
            <p:nvPr/>
          </p:nvSpPr>
          <p:spPr>
            <a:xfrm>
              <a:off x="315774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h5470"/>
            <p:cNvSpPr/>
            <p:nvPr/>
          </p:nvSpPr>
          <p:spPr>
            <a:xfrm>
              <a:off x="3167180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h5471"/>
            <p:cNvSpPr/>
            <p:nvPr/>
          </p:nvSpPr>
          <p:spPr>
            <a:xfrm>
              <a:off x="317662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h5472"/>
            <p:cNvSpPr/>
            <p:nvPr/>
          </p:nvSpPr>
          <p:spPr>
            <a:xfrm>
              <a:off x="318606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h5473"/>
            <p:cNvSpPr/>
            <p:nvPr/>
          </p:nvSpPr>
          <p:spPr>
            <a:xfrm>
              <a:off x="319550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h5474"/>
            <p:cNvSpPr/>
            <p:nvPr/>
          </p:nvSpPr>
          <p:spPr>
            <a:xfrm>
              <a:off x="3204941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h5475"/>
            <p:cNvSpPr/>
            <p:nvPr/>
          </p:nvSpPr>
          <p:spPr>
            <a:xfrm>
              <a:off x="3214381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h5476"/>
            <p:cNvSpPr/>
            <p:nvPr/>
          </p:nvSpPr>
          <p:spPr>
            <a:xfrm>
              <a:off x="322382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h5477"/>
            <p:cNvSpPr/>
            <p:nvPr/>
          </p:nvSpPr>
          <p:spPr>
            <a:xfrm>
              <a:off x="323326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h5478"/>
            <p:cNvSpPr/>
            <p:nvPr/>
          </p:nvSpPr>
          <p:spPr>
            <a:xfrm>
              <a:off x="324270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h5479"/>
            <p:cNvSpPr/>
            <p:nvPr/>
          </p:nvSpPr>
          <p:spPr>
            <a:xfrm>
              <a:off x="325214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h5480"/>
            <p:cNvSpPr/>
            <p:nvPr/>
          </p:nvSpPr>
          <p:spPr>
            <a:xfrm>
              <a:off x="326158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h5481"/>
            <p:cNvSpPr/>
            <p:nvPr/>
          </p:nvSpPr>
          <p:spPr>
            <a:xfrm>
              <a:off x="327102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h5482"/>
            <p:cNvSpPr/>
            <p:nvPr/>
          </p:nvSpPr>
          <p:spPr>
            <a:xfrm>
              <a:off x="328046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h5483"/>
            <p:cNvSpPr/>
            <p:nvPr/>
          </p:nvSpPr>
          <p:spPr>
            <a:xfrm>
              <a:off x="328990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h5484"/>
            <p:cNvSpPr/>
            <p:nvPr/>
          </p:nvSpPr>
          <p:spPr>
            <a:xfrm>
              <a:off x="329934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h5485"/>
            <p:cNvSpPr/>
            <p:nvPr/>
          </p:nvSpPr>
          <p:spPr>
            <a:xfrm>
              <a:off x="330878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h5486"/>
            <p:cNvSpPr/>
            <p:nvPr/>
          </p:nvSpPr>
          <p:spPr>
            <a:xfrm>
              <a:off x="331822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h5487"/>
            <p:cNvSpPr/>
            <p:nvPr/>
          </p:nvSpPr>
          <p:spPr>
            <a:xfrm>
              <a:off x="332766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h5488"/>
            <p:cNvSpPr/>
            <p:nvPr/>
          </p:nvSpPr>
          <p:spPr>
            <a:xfrm>
              <a:off x="333710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h5489"/>
            <p:cNvSpPr/>
            <p:nvPr/>
          </p:nvSpPr>
          <p:spPr>
            <a:xfrm>
              <a:off x="334654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h5490"/>
            <p:cNvSpPr/>
            <p:nvPr/>
          </p:nvSpPr>
          <p:spPr>
            <a:xfrm>
              <a:off x="335598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h5491"/>
            <p:cNvSpPr/>
            <p:nvPr/>
          </p:nvSpPr>
          <p:spPr>
            <a:xfrm>
              <a:off x="336542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h5492"/>
            <p:cNvSpPr/>
            <p:nvPr/>
          </p:nvSpPr>
          <p:spPr>
            <a:xfrm>
              <a:off x="337486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h5493"/>
            <p:cNvSpPr/>
            <p:nvPr/>
          </p:nvSpPr>
          <p:spPr>
            <a:xfrm>
              <a:off x="338430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h5494"/>
            <p:cNvSpPr/>
            <p:nvPr/>
          </p:nvSpPr>
          <p:spPr>
            <a:xfrm>
              <a:off x="339374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h5495"/>
            <p:cNvSpPr/>
            <p:nvPr/>
          </p:nvSpPr>
          <p:spPr>
            <a:xfrm>
              <a:off x="340318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h5496"/>
            <p:cNvSpPr/>
            <p:nvPr/>
          </p:nvSpPr>
          <p:spPr>
            <a:xfrm>
              <a:off x="341262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h5497"/>
            <p:cNvSpPr/>
            <p:nvPr/>
          </p:nvSpPr>
          <p:spPr>
            <a:xfrm>
              <a:off x="342206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h5498"/>
            <p:cNvSpPr/>
            <p:nvPr/>
          </p:nvSpPr>
          <p:spPr>
            <a:xfrm>
              <a:off x="343150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h5499"/>
            <p:cNvSpPr/>
            <p:nvPr/>
          </p:nvSpPr>
          <p:spPr>
            <a:xfrm>
              <a:off x="344094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h5500"/>
            <p:cNvSpPr/>
            <p:nvPr/>
          </p:nvSpPr>
          <p:spPr>
            <a:xfrm>
              <a:off x="345038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h5501"/>
            <p:cNvSpPr/>
            <p:nvPr/>
          </p:nvSpPr>
          <p:spPr>
            <a:xfrm>
              <a:off x="345982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h5502"/>
            <p:cNvSpPr/>
            <p:nvPr/>
          </p:nvSpPr>
          <p:spPr>
            <a:xfrm>
              <a:off x="346926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h5503"/>
            <p:cNvSpPr/>
            <p:nvPr/>
          </p:nvSpPr>
          <p:spPr>
            <a:xfrm>
              <a:off x="347870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h5504"/>
            <p:cNvSpPr/>
            <p:nvPr/>
          </p:nvSpPr>
          <p:spPr>
            <a:xfrm>
              <a:off x="348814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h5505"/>
            <p:cNvSpPr/>
            <p:nvPr/>
          </p:nvSpPr>
          <p:spPr>
            <a:xfrm>
              <a:off x="349758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h5506"/>
            <p:cNvSpPr/>
            <p:nvPr/>
          </p:nvSpPr>
          <p:spPr>
            <a:xfrm>
              <a:off x="350702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h5507"/>
            <p:cNvSpPr/>
            <p:nvPr/>
          </p:nvSpPr>
          <p:spPr>
            <a:xfrm>
              <a:off x="351646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h5508"/>
            <p:cNvSpPr/>
            <p:nvPr/>
          </p:nvSpPr>
          <p:spPr>
            <a:xfrm>
              <a:off x="352590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h5509"/>
            <p:cNvSpPr/>
            <p:nvPr/>
          </p:nvSpPr>
          <p:spPr>
            <a:xfrm>
              <a:off x="353534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h5510"/>
            <p:cNvSpPr/>
            <p:nvPr/>
          </p:nvSpPr>
          <p:spPr>
            <a:xfrm>
              <a:off x="354479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h5511"/>
            <p:cNvSpPr/>
            <p:nvPr/>
          </p:nvSpPr>
          <p:spPr>
            <a:xfrm>
              <a:off x="355423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h5512"/>
            <p:cNvSpPr/>
            <p:nvPr/>
          </p:nvSpPr>
          <p:spPr>
            <a:xfrm>
              <a:off x="356367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h5513"/>
            <p:cNvSpPr/>
            <p:nvPr/>
          </p:nvSpPr>
          <p:spPr>
            <a:xfrm>
              <a:off x="357311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h5514"/>
            <p:cNvSpPr/>
            <p:nvPr/>
          </p:nvSpPr>
          <p:spPr>
            <a:xfrm>
              <a:off x="358255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h5515"/>
            <p:cNvSpPr/>
            <p:nvPr/>
          </p:nvSpPr>
          <p:spPr>
            <a:xfrm>
              <a:off x="359199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h5516"/>
            <p:cNvSpPr/>
            <p:nvPr/>
          </p:nvSpPr>
          <p:spPr>
            <a:xfrm>
              <a:off x="360143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h5517"/>
            <p:cNvSpPr/>
            <p:nvPr/>
          </p:nvSpPr>
          <p:spPr>
            <a:xfrm>
              <a:off x="361087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h5518"/>
            <p:cNvSpPr/>
            <p:nvPr/>
          </p:nvSpPr>
          <p:spPr>
            <a:xfrm>
              <a:off x="362031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h5519"/>
            <p:cNvSpPr/>
            <p:nvPr/>
          </p:nvSpPr>
          <p:spPr>
            <a:xfrm>
              <a:off x="362975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h5520"/>
            <p:cNvSpPr/>
            <p:nvPr/>
          </p:nvSpPr>
          <p:spPr>
            <a:xfrm>
              <a:off x="363919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h5521"/>
            <p:cNvSpPr/>
            <p:nvPr/>
          </p:nvSpPr>
          <p:spPr>
            <a:xfrm>
              <a:off x="364863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h5522"/>
            <p:cNvSpPr/>
            <p:nvPr/>
          </p:nvSpPr>
          <p:spPr>
            <a:xfrm>
              <a:off x="3658072" y="151771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612"/>
                  </a:lnTo>
                  <a:lnTo>
                    <a:pt x="923121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h5523"/>
            <p:cNvSpPr/>
            <p:nvPr/>
          </p:nvSpPr>
          <p:spPr>
            <a:xfrm>
              <a:off x="3667513" y="1500140"/>
              <a:ext cx="923840" cy="931182"/>
            </a:xfrm>
            <a:custGeom>
              <a:avLst/>
              <a:pathLst>
                <a:path w="923840" h="93118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130"/>
                  </a:lnTo>
                  <a:lnTo>
                    <a:pt x="921828" y="922592"/>
                  </a:lnTo>
                  <a:lnTo>
                    <a:pt x="920108" y="924588"/>
                  </a:lnTo>
                  <a:lnTo>
                    <a:pt x="918399" y="926573"/>
                  </a:lnTo>
                  <a:lnTo>
                    <a:pt x="916690" y="928558"/>
                  </a:lnTo>
                  <a:lnTo>
                    <a:pt x="914972" y="930554"/>
                  </a:lnTo>
                  <a:lnTo>
                    <a:pt x="914400" y="93118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h5524"/>
            <p:cNvSpPr/>
            <p:nvPr/>
          </p:nvSpPr>
          <p:spPr>
            <a:xfrm>
              <a:off x="3676953" y="1500140"/>
              <a:ext cx="918873" cy="920130"/>
            </a:xfrm>
            <a:custGeom>
              <a:avLst/>
              <a:pathLst>
                <a:path w="918873" h="920130">
                  <a:moveTo>
                    <a:pt x="914400" y="914400"/>
                  </a:moveTo>
                  <a:lnTo>
                    <a:pt x="918873" y="914400"/>
                  </a:lnTo>
                  <a:lnTo>
                    <a:pt x="916940" y="917021"/>
                  </a:lnTo>
                  <a:lnTo>
                    <a:pt x="914400" y="92013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h5525"/>
            <p:cNvSpPr/>
            <p:nvPr/>
          </p:nvSpPr>
          <p:spPr>
            <a:xfrm>
              <a:off x="2138194" y="1482570"/>
              <a:ext cx="914400" cy="918089"/>
            </a:xfrm>
            <a:custGeom>
              <a:avLst/>
              <a:pathLst>
                <a:path w="914400" h="918089">
                  <a:moveTo>
                    <a:pt x="914400" y="914400"/>
                  </a:moveTo>
                  <a:lnTo>
                    <a:pt x="914400" y="918089"/>
                  </a:lnTo>
                  <a:lnTo>
                    <a:pt x="911526" y="914400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h5526"/>
            <p:cNvSpPr/>
            <p:nvPr/>
          </p:nvSpPr>
          <p:spPr>
            <a:xfrm>
              <a:off x="2138194" y="1482570"/>
              <a:ext cx="923840" cy="928670"/>
            </a:xfrm>
            <a:custGeom>
              <a:avLst/>
              <a:pathLst>
                <a:path w="923840" h="92867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670"/>
                  </a:lnTo>
                  <a:lnTo>
                    <a:pt x="920545" y="925308"/>
                  </a:lnTo>
                  <a:lnTo>
                    <a:pt x="915608" y="919640"/>
                  </a:lnTo>
                  <a:lnTo>
                    <a:pt x="914400" y="91808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h5527"/>
            <p:cNvSpPr/>
            <p:nvPr/>
          </p:nvSpPr>
          <p:spPr>
            <a:xfrm>
              <a:off x="214763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26" y="931969"/>
                  </a:lnTo>
                  <a:lnTo>
                    <a:pt x="916191" y="930498"/>
                  </a:lnTo>
                  <a:lnTo>
                    <a:pt x="914400" y="928670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h5528"/>
            <p:cNvSpPr/>
            <p:nvPr/>
          </p:nvSpPr>
          <p:spPr>
            <a:xfrm>
              <a:off x="215707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h5529"/>
            <p:cNvSpPr/>
            <p:nvPr/>
          </p:nvSpPr>
          <p:spPr>
            <a:xfrm>
              <a:off x="216651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h5530"/>
            <p:cNvSpPr/>
            <p:nvPr/>
          </p:nvSpPr>
          <p:spPr>
            <a:xfrm>
              <a:off x="217595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h5531"/>
            <p:cNvSpPr/>
            <p:nvPr/>
          </p:nvSpPr>
          <p:spPr>
            <a:xfrm>
              <a:off x="218539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h5532"/>
            <p:cNvSpPr/>
            <p:nvPr/>
          </p:nvSpPr>
          <p:spPr>
            <a:xfrm>
              <a:off x="219483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h5533"/>
            <p:cNvSpPr/>
            <p:nvPr/>
          </p:nvSpPr>
          <p:spPr>
            <a:xfrm>
              <a:off x="220427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h5534"/>
            <p:cNvSpPr/>
            <p:nvPr/>
          </p:nvSpPr>
          <p:spPr>
            <a:xfrm>
              <a:off x="221371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h5535"/>
            <p:cNvSpPr/>
            <p:nvPr/>
          </p:nvSpPr>
          <p:spPr>
            <a:xfrm>
              <a:off x="222315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h5536"/>
            <p:cNvSpPr/>
            <p:nvPr/>
          </p:nvSpPr>
          <p:spPr>
            <a:xfrm>
              <a:off x="223259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h5537"/>
            <p:cNvSpPr/>
            <p:nvPr/>
          </p:nvSpPr>
          <p:spPr>
            <a:xfrm>
              <a:off x="224203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h5538"/>
            <p:cNvSpPr/>
            <p:nvPr/>
          </p:nvSpPr>
          <p:spPr>
            <a:xfrm>
              <a:off x="225147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h5539"/>
            <p:cNvSpPr/>
            <p:nvPr/>
          </p:nvSpPr>
          <p:spPr>
            <a:xfrm>
              <a:off x="226091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h5540"/>
            <p:cNvSpPr/>
            <p:nvPr/>
          </p:nvSpPr>
          <p:spPr>
            <a:xfrm>
              <a:off x="227035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h5541"/>
            <p:cNvSpPr/>
            <p:nvPr/>
          </p:nvSpPr>
          <p:spPr>
            <a:xfrm>
              <a:off x="227979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h5542"/>
            <p:cNvSpPr/>
            <p:nvPr/>
          </p:nvSpPr>
          <p:spPr>
            <a:xfrm>
              <a:off x="228923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h5543"/>
            <p:cNvSpPr/>
            <p:nvPr/>
          </p:nvSpPr>
          <p:spPr>
            <a:xfrm>
              <a:off x="229867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h5544"/>
            <p:cNvSpPr/>
            <p:nvPr/>
          </p:nvSpPr>
          <p:spPr>
            <a:xfrm>
              <a:off x="230811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h5545"/>
            <p:cNvSpPr/>
            <p:nvPr/>
          </p:nvSpPr>
          <p:spPr>
            <a:xfrm>
              <a:off x="231755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h5546"/>
            <p:cNvSpPr/>
            <p:nvPr/>
          </p:nvSpPr>
          <p:spPr>
            <a:xfrm>
              <a:off x="232699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h5547"/>
            <p:cNvSpPr/>
            <p:nvPr/>
          </p:nvSpPr>
          <p:spPr>
            <a:xfrm>
              <a:off x="233643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h5548"/>
            <p:cNvSpPr/>
            <p:nvPr/>
          </p:nvSpPr>
          <p:spPr>
            <a:xfrm>
              <a:off x="234587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h5549"/>
            <p:cNvSpPr/>
            <p:nvPr/>
          </p:nvSpPr>
          <p:spPr>
            <a:xfrm>
              <a:off x="235531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h5550"/>
            <p:cNvSpPr/>
            <p:nvPr/>
          </p:nvSpPr>
          <p:spPr>
            <a:xfrm>
              <a:off x="2364760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h5551"/>
            <p:cNvSpPr/>
            <p:nvPr/>
          </p:nvSpPr>
          <p:spPr>
            <a:xfrm>
              <a:off x="237420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h5552"/>
            <p:cNvSpPr/>
            <p:nvPr/>
          </p:nvSpPr>
          <p:spPr>
            <a:xfrm>
              <a:off x="2383640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h5553"/>
            <p:cNvSpPr/>
            <p:nvPr/>
          </p:nvSpPr>
          <p:spPr>
            <a:xfrm>
              <a:off x="239308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h5554"/>
            <p:cNvSpPr/>
            <p:nvPr/>
          </p:nvSpPr>
          <p:spPr>
            <a:xfrm>
              <a:off x="2402521" y="1500140"/>
              <a:ext cx="923283" cy="914400"/>
            </a:xfrm>
            <a:custGeom>
              <a:avLst/>
              <a:pathLst>
                <a:path w="923283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12" y="896830"/>
                  </a:lnTo>
                  <a:lnTo>
                    <a:pt x="918705" y="901084"/>
                  </a:lnTo>
                  <a:lnTo>
                    <a:pt x="922007" y="910366"/>
                  </a:lnTo>
                  <a:lnTo>
                    <a:pt x="923283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h5555"/>
            <p:cNvSpPr/>
            <p:nvPr/>
          </p:nvSpPr>
          <p:spPr>
            <a:xfrm>
              <a:off x="3110538" y="148257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653" y="931969"/>
                  </a:lnTo>
                  <a:lnTo>
                    <a:pt x="907875" y="921571"/>
                  </a:lnTo>
                  <a:lnTo>
                    <a:pt x="908229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h5556"/>
            <p:cNvSpPr/>
            <p:nvPr/>
          </p:nvSpPr>
          <p:spPr>
            <a:xfrm>
              <a:off x="311053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h5557"/>
            <p:cNvSpPr/>
            <p:nvPr/>
          </p:nvSpPr>
          <p:spPr>
            <a:xfrm>
              <a:off x="311997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h5558"/>
            <p:cNvSpPr/>
            <p:nvPr/>
          </p:nvSpPr>
          <p:spPr>
            <a:xfrm>
              <a:off x="312941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h5559"/>
            <p:cNvSpPr/>
            <p:nvPr/>
          </p:nvSpPr>
          <p:spPr>
            <a:xfrm>
              <a:off x="313885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h5560"/>
            <p:cNvSpPr/>
            <p:nvPr/>
          </p:nvSpPr>
          <p:spPr>
            <a:xfrm>
              <a:off x="3148299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h5561"/>
            <p:cNvSpPr/>
            <p:nvPr/>
          </p:nvSpPr>
          <p:spPr>
            <a:xfrm>
              <a:off x="315774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h5562"/>
            <p:cNvSpPr/>
            <p:nvPr/>
          </p:nvSpPr>
          <p:spPr>
            <a:xfrm>
              <a:off x="3167180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h5563"/>
            <p:cNvSpPr/>
            <p:nvPr/>
          </p:nvSpPr>
          <p:spPr>
            <a:xfrm>
              <a:off x="317662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h5564"/>
            <p:cNvSpPr/>
            <p:nvPr/>
          </p:nvSpPr>
          <p:spPr>
            <a:xfrm>
              <a:off x="318606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h5565"/>
            <p:cNvSpPr/>
            <p:nvPr/>
          </p:nvSpPr>
          <p:spPr>
            <a:xfrm>
              <a:off x="319550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h5566"/>
            <p:cNvSpPr/>
            <p:nvPr/>
          </p:nvSpPr>
          <p:spPr>
            <a:xfrm>
              <a:off x="3204941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h5567"/>
            <p:cNvSpPr/>
            <p:nvPr/>
          </p:nvSpPr>
          <p:spPr>
            <a:xfrm>
              <a:off x="3214381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h5568"/>
            <p:cNvSpPr/>
            <p:nvPr/>
          </p:nvSpPr>
          <p:spPr>
            <a:xfrm>
              <a:off x="322382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h5569"/>
            <p:cNvSpPr/>
            <p:nvPr/>
          </p:nvSpPr>
          <p:spPr>
            <a:xfrm>
              <a:off x="323326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h5570"/>
            <p:cNvSpPr/>
            <p:nvPr/>
          </p:nvSpPr>
          <p:spPr>
            <a:xfrm>
              <a:off x="324270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h5571"/>
            <p:cNvSpPr/>
            <p:nvPr/>
          </p:nvSpPr>
          <p:spPr>
            <a:xfrm>
              <a:off x="325214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h5572"/>
            <p:cNvSpPr/>
            <p:nvPr/>
          </p:nvSpPr>
          <p:spPr>
            <a:xfrm>
              <a:off x="326158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h5573"/>
            <p:cNvSpPr/>
            <p:nvPr/>
          </p:nvSpPr>
          <p:spPr>
            <a:xfrm>
              <a:off x="327102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h5574"/>
            <p:cNvSpPr/>
            <p:nvPr/>
          </p:nvSpPr>
          <p:spPr>
            <a:xfrm>
              <a:off x="328046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h5575"/>
            <p:cNvSpPr/>
            <p:nvPr/>
          </p:nvSpPr>
          <p:spPr>
            <a:xfrm>
              <a:off x="328990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h5576"/>
            <p:cNvSpPr/>
            <p:nvPr/>
          </p:nvSpPr>
          <p:spPr>
            <a:xfrm>
              <a:off x="329934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h5577"/>
            <p:cNvSpPr/>
            <p:nvPr/>
          </p:nvSpPr>
          <p:spPr>
            <a:xfrm>
              <a:off x="330878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h5578"/>
            <p:cNvSpPr/>
            <p:nvPr/>
          </p:nvSpPr>
          <p:spPr>
            <a:xfrm>
              <a:off x="331822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h5579"/>
            <p:cNvSpPr/>
            <p:nvPr/>
          </p:nvSpPr>
          <p:spPr>
            <a:xfrm>
              <a:off x="332766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h5580"/>
            <p:cNvSpPr/>
            <p:nvPr/>
          </p:nvSpPr>
          <p:spPr>
            <a:xfrm>
              <a:off x="333710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h5581"/>
            <p:cNvSpPr/>
            <p:nvPr/>
          </p:nvSpPr>
          <p:spPr>
            <a:xfrm>
              <a:off x="334654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h5582"/>
            <p:cNvSpPr/>
            <p:nvPr/>
          </p:nvSpPr>
          <p:spPr>
            <a:xfrm>
              <a:off x="335598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h5583"/>
            <p:cNvSpPr/>
            <p:nvPr/>
          </p:nvSpPr>
          <p:spPr>
            <a:xfrm>
              <a:off x="336542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h5584"/>
            <p:cNvSpPr/>
            <p:nvPr/>
          </p:nvSpPr>
          <p:spPr>
            <a:xfrm>
              <a:off x="337486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h5585"/>
            <p:cNvSpPr/>
            <p:nvPr/>
          </p:nvSpPr>
          <p:spPr>
            <a:xfrm>
              <a:off x="338430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h5586"/>
            <p:cNvSpPr/>
            <p:nvPr/>
          </p:nvSpPr>
          <p:spPr>
            <a:xfrm>
              <a:off x="339374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h5587"/>
            <p:cNvSpPr/>
            <p:nvPr/>
          </p:nvSpPr>
          <p:spPr>
            <a:xfrm>
              <a:off x="340318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h5588"/>
            <p:cNvSpPr/>
            <p:nvPr/>
          </p:nvSpPr>
          <p:spPr>
            <a:xfrm>
              <a:off x="341262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h5589"/>
            <p:cNvSpPr/>
            <p:nvPr/>
          </p:nvSpPr>
          <p:spPr>
            <a:xfrm>
              <a:off x="342206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h5590"/>
            <p:cNvSpPr/>
            <p:nvPr/>
          </p:nvSpPr>
          <p:spPr>
            <a:xfrm>
              <a:off x="343150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h5591"/>
            <p:cNvSpPr/>
            <p:nvPr/>
          </p:nvSpPr>
          <p:spPr>
            <a:xfrm>
              <a:off x="344094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h5592"/>
            <p:cNvSpPr/>
            <p:nvPr/>
          </p:nvSpPr>
          <p:spPr>
            <a:xfrm>
              <a:off x="345038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h5593"/>
            <p:cNvSpPr/>
            <p:nvPr/>
          </p:nvSpPr>
          <p:spPr>
            <a:xfrm>
              <a:off x="345982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h5594"/>
            <p:cNvSpPr/>
            <p:nvPr/>
          </p:nvSpPr>
          <p:spPr>
            <a:xfrm>
              <a:off x="346926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h5595"/>
            <p:cNvSpPr/>
            <p:nvPr/>
          </p:nvSpPr>
          <p:spPr>
            <a:xfrm>
              <a:off x="347870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h5596"/>
            <p:cNvSpPr/>
            <p:nvPr/>
          </p:nvSpPr>
          <p:spPr>
            <a:xfrm>
              <a:off x="348814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h5597"/>
            <p:cNvSpPr/>
            <p:nvPr/>
          </p:nvSpPr>
          <p:spPr>
            <a:xfrm>
              <a:off x="349758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h5598"/>
            <p:cNvSpPr/>
            <p:nvPr/>
          </p:nvSpPr>
          <p:spPr>
            <a:xfrm>
              <a:off x="350702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h5599"/>
            <p:cNvSpPr/>
            <p:nvPr/>
          </p:nvSpPr>
          <p:spPr>
            <a:xfrm>
              <a:off x="351646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h5600"/>
            <p:cNvSpPr/>
            <p:nvPr/>
          </p:nvSpPr>
          <p:spPr>
            <a:xfrm>
              <a:off x="352590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h5601"/>
            <p:cNvSpPr/>
            <p:nvPr/>
          </p:nvSpPr>
          <p:spPr>
            <a:xfrm>
              <a:off x="353534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h5602"/>
            <p:cNvSpPr/>
            <p:nvPr/>
          </p:nvSpPr>
          <p:spPr>
            <a:xfrm>
              <a:off x="354479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h5603"/>
            <p:cNvSpPr/>
            <p:nvPr/>
          </p:nvSpPr>
          <p:spPr>
            <a:xfrm>
              <a:off x="355423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h5604"/>
            <p:cNvSpPr/>
            <p:nvPr/>
          </p:nvSpPr>
          <p:spPr>
            <a:xfrm>
              <a:off x="356367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h5605"/>
            <p:cNvSpPr/>
            <p:nvPr/>
          </p:nvSpPr>
          <p:spPr>
            <a:xfrm>
              <a:off x="357311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h5606"/>
            <p:cNvSpPr/>
            <p:nvPr/>
          </p:nvSpPr>
          <p:spPr>
            <a:xfrm>
              <a:off x="358255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h5607"/>
            <p:cNvSpPr/>
            <p:nvPr/>
          </p:nvSpPr>
          <p:spPr>
            <a:xfrm>
              <a:off x="359199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h5608"/>
            <p:cNvSpPr/>
            <p:nvPr/>
          </p:nvSpPr>
          <p:spPr>
            <a:xfrm>
              <a:off x="360143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h5609"/>
            <p:cNvSpPr/>
            <p:nvPr/>
          </p:nvSpPr>
          <p:spPr>
            <a:xfrm>
              <a:off x="361087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h5610"/>
            <p:cNvSpPr/>
            <p:nvPr/>
          </p:nvSpPr>
          <p:spPr>
            <a:xfrm>
              <a:off x="362031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h5611"/>
            <p:cNvSpPr/>
            <p:nvPr/>
          </p:nvSpPr>
          <p:spPr>
            <a:xfrm>
              <a:off x="362975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h5612"/>
            <p:cNvSpPr/>
            <p:nvPr/>
          </p:nvSpPr>
          <p:spPr>
            <a:xfrm>
              <a:off x="363919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h5613"/>
            <p:cNvSpPr/>
            <p:nvPr/>
          </p:nvSpPr>
          <p:spPr>
            <a:xfrm>
              <a:off x="364863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h5614"/>
            <p:cNvSpPr/>
            <p:nvPr/>
          </p:nvSpPr>
          <p:spPr>
            <a:xfrm>
              <a:off x="365807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h5615"/>
            <p:cNvSpPr/>
            <p:nvPr/>
          </p:nvSpPr>
          <p:spPr>
            <a:xfrm>
              <a:off x="366751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h5616"/>
            <p:cNvSpPr/>
            <p:nvPr/>
          </p:nvSpPr>
          <p:spPr>
            <a:xfrm>
              <a:off x="3676953" y="150014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09"/>
                  </a:lnTo>
                  <a:lnTo>
                    <a:pt x="921343" y="911050"/>
                  </a:lnTo>
                  <a:lnTo>
                    <a:pt x="918873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h5617"/>
            <p:cNvSpPr/>
            <p:nvPr/>
          </p:nvSpPr>
          <p:spPr>
            <a:xfrm>
              <a:off x="3686393" y="1482570"/>
              <a:ext cx="920873" cy="924879"/>
            </a:xfrm>
            <a:custGeom>
              <a:avLst/>
              <a:pathLst>
                <a:path w="920873" h="924879">
                  <a:moveTo>
                    <a:pt x="914400" y="914400"/>
                  </a:moveTo>
                  <a:lnTo>
                    <a:pt x="920873" y="914400"/>
                  </a:lnTo>
                  <a:lnTo>
                    <a:pt x="920220" y="915532"/>
                  </a:lnTo>
                  <a:lnTo>
                    <a:pt x="916146" y="922262"/>
                  </a:lnTo>
                  <a:lnTo>
                    <a:pt x="914400" y="92487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h5618"/>
            <p:cNvSpPr/>
            <p:nvPr/>
          </p:nvSpPr>
          <p:spPr>
            <a:xfrm>
              <a:off x="2128754" y="1465000"/>
              <a:ext cx="914400" cy="922478"/>
            </a:xfrm>
            <a:custGeom>
              <a:avLst/>
              <a:pathLst>
                <a:path w="914400" h="922478">
                  <a:moveTo>
                    <a:pt x="914400" y="914400"/>
                  </a:moveTo>
                  <a:lnTo>
                    <a:pt x="914400" y="922478"/>
                  </a:lnTo>
                  <a:lnTo>
                    <a:pt x="911260" y="917493"/>
                  </a:lnTo>
                  <a:lnTo>
                    <a:pt x="909503" y="914400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h5619"/>
            <p:cNvSpPr/>
            <p:nvPr/>
          </p:nvSpPr>
          <p:spPr>
            <a:xfrm>
              <a:off x="212875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967" y="931969"/>
                  </a:lnTo>
                  <a:lnTo>
                    <a:pt x="920273" y="931078"/>
                  </a:lnTo>
                  <a:lnTo>
                    <a:pt x="915673" y="924500"/>
                  </a:lnTo>
                  <a:lnTo>
                    <a:pt x="914400" y="92247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h5620"/>
            <p:cNvSpPr/>
            <p:nvPr/>
          </p:nvSpPr>
          <p:spPr>
            <a:xfrm>
              <a:off x="213819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h5621"/>
            <p:cNvSpPr/>
            <p:nvPr/>
          </p:nvSpPr>
          <p:spPr>
            <a:xfrm>
              <a:off x="214763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h5622"/>
            <p:cNvSpPr/>
            <p:nvPr/>
          </p:nvSpPr>
          <p:spPr>
            <a:xfrm>
              <a:off x="215707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h5623"/>
            <p:cNvSpPr/>
            <p:nvPr/>
          </p:nvSpPr>
          <p:spPr>
            <a:xfrm>
              <a:off x="216651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h5624"/>
            <p:cNvSpPr/>
            <p:nvPr/>
          </p:nvSpPr>
          <p:spPr>
            <a:xfrm>
              <a:off x="217595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h5625"/>
            <p:cNvSpPr/>
            <p:nvPr/>
          </p:nvSpPr>
          <p:spPr>
            <a:xfrm>
              <a:off x="218539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h5626"/>
            <p:cNvSpPr/>
            <p:nvPr/>
          </p:nvSpPr>
          <p:spPr>
            <a:xfrm>
              <a:off x="219483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h5627"/>
            <p:cNvSpPr/>
            <p:nvPr/>
          </p:nvSpPr>
          <p:spPr>
            <a:xfrm>
              <a:off x="220427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h5628"/>
            <p:cNvSpPr/>
            <p:nvPr/>
          </p:nvSpPr>
          <p:spPr>
            <a:xfrm>
              <a:off x="221371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h5629"/>
            <p:cNvSpPr/>
            <p:nvPr/>
          </p:nvSpPr>
          <p:spPr>
            <a:xfrm>
              <a:off x="222315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h5630"/>
            <p:cNvSpPr/>
            <p:nvPr/>
          </p:nvSpPr>
          <p:spPr>
            <a:xfrm>
              <a:off x="223259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h5631"/>
            <p:cNvSpPr/>
            <p:nvPr/>
          </p:nvSpPr>
          <p:spPr>
            <a:xfrm>
              <a:off x="224203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h5632"/>
            <p:cNvSpPr/>
            <p:nvPr/>
          </p:nvSpPr>
          <p:spPr>
            <a:xfrm>
              <a:off x="225147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h5633"/>
            <p:cNvSpPr/>
            <p:nvPr/>
          </p:nvSpPr>
          <p:spPr>
            <a:xfrm>
              <a:off x="226091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h5634"/>
            <p:cNvSpPr/>
            <p:nvPr/>
          </p:nvSpPr>
          <p:spPr>
            <a:xfrm>
              <a:off x="227035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h5635"/>
            <p:cNvSpPr/>
            <p:nvPr/>
          </p:nvSpPr>
          <p:spPr>
            <a:xfrm>
              <a:off x="227979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h5636"/>
            <p:cNvSpPr/>
            <p:nvPr/>
          </p:nvSpPr>
          <p:spPr>
            <a:xfrm>
              <a:off x="228923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h5637"/>
            <p:cNvSpPr/>
            <p:nvPr/>
          </p:nvSpPr>
          <p:spPr>
            <a:xfrm>
              <a:off x="229867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h5638"/>
            <p:cNvSpPr/>
            <p:nvPr/>
          </p:nvSpPr>
          <p:spPr>
            <a:xfrm>
              <a:off x="230811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h5639"/>
            <p:cNvSpPr/>
            <p:nvPr/>
          </p:nvSpPr>
          <p:spPr>
            <a:xfrm>
              <a:off x="231755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h5640"/>
            <p:cNvSpPr/>
            <p:nvPr/>
          </p:nvSpPr>
          <p:spPr>
            <a:xfrm>
              <a:off x="232699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h5641"/>
            <p:cNvSpPr/>
            <p:nvPr/>
          </p:nvSpPr>
          <p:spPr>
            <a:xfrm>
              <a:off x="233643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h5642"/>
            <p:cNvSpPr/>
            <p:nvPr/>
          </p:nvSpPr>
          <p:spPr>
            <a:xfrm>
              <a:off x="234587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h5643"/>
            <p:cNvSpPr/>
            <p:nvPr/>
          </p:nvSpPr>
          <p:spPr>
            <a:xfrm>
              <a:off x="235531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h5644"/>
            <p:cNvSpPr/>
            <p:nvPr/>
          </p:nvSpPr>
          <p:spPr>
            <a:xfrm>
              <a:off x="2364760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h5645"/>
            <p:cNvSpPr/>
            <p:nvPr/>
          </p:nvSpPr>
          <p:spPr>
            <a:xfrm>
              <a:off x="237420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h5646"/>
            <p:cNvSpPr/>
            <p:nvPr/>
          </p:nvSpPr>
          <p:spPr>
            <a:xfrm>
              <a:off x="2383640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h5647"/>
            <p:cNvSpPr/>
            <p:nvPr/>
          </p:nvSpPr>
          <p:spPr>
            <a:xfrm>
              <a:off x="2402521" y="148257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399" y="896830"/>
                  </a:lnTo>
                  <a:lnTo>
                    <a:pt x="914399" y="904815"/>
                  </a:lnTo>
                  <a:lnTo>
                    <a:pt x="913804" y="906688"/>
                  </a:lnTo>
                  <a:lnTo>
                    <a:pt x="914399" y="90803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h5648"/>
            <p:cNvSpPr/>
            <p:nvPr/>
          </p:nvSpPr>
          <p:spPr>
            <a:xfrm>
              <a:off x="2402521" y="1482570"/>
              <a:ext cx="917012" cy="914400"/>
            </a:xfrm>
            <a:custGeom>
              <a:avLst/>
              <a:pathLst>
                <a:path w="917012" h="914400">
                  <a:moveTo>
                    <a:pt x="914399" y="914400"/>
                  </a:moveTo>
                  <a:lnTo>
                    <a:pt x="914399" y="908030"/>
                  </a:lnTo>
                  <a:lnTo>
                    <a:pt x="915145" y="909709"/>
                  </a:lnTo>
                  <a:lnTo>
                    <a:pt x="917012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h5649"/>
            <p:cNvSpPr/>
            <p:nvPr/>
          </p:nvSpPr>
          <p:spPr>
            <a:xfrm>
              <a:off x="2402521" y="1465000"/>
              <a:ext cx="916914" cy="922385"/>
            </a:xfrm>
            <a:custGeom>
              <a:avLst/>
              <a:pathLst>
                <a:path w="916914" h="922385">
                  <a:moveTo>
                    <a:pt x="914399" y="914400"/>
                  </a:moveTo>
                  <a:lnTo>
                    <a:pt x="916914" y="914400"/>
                  </a:lnTo>
                  <a:lnTo>
                    <a:pt x="916719" y="915091"/>
                  </a:lnTo>
                  <a:lnTo>
                    <a:pt x="914399" y="922385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h5650"/>
            <p:cNvSpPr/>
            <p:nvPr/>
          </p:nvSpPr>
          <p:spPr>
            <a:xfrm>
              <a:off x="3110538" y="146500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229" y="931969"/>
                  </a:lnTo>
                  <a:lnTo>
                    <a:pt x="908412" y="928249"/>
                  </a:lnTo>
                  <a:lnTo>
                    <a:pt x="909252" y="917423"/>
                  </a:lnTo>
                  <a:lnTo>
                    <a:pt x="909574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h5651"/>
            <p:cNvSpPr/>
            <p:nvPr/>
          </p:nvSpPr>
          <p:spPr>
            <a:xfrm>
              <a:off x="311053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h5652"/>
            <p:cNvSpPr/>
            <p:nvPr/>
          </p:nvSpPr>
          <p:spPr>
            <a:xfrm>
              <a:off x="311997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h5653"/>
            <p:cNvSpPr/>
            <p:nvPr/>
          </p:nvSpPr>
          <p:spPr>
            <a:xfrm>
              <a:off x="312941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h5654"/>
            <p:cNvSpPr/>
            <p:nvPr/>
          </p:nvSpPr>
          <p:spPr>
            <a:xfrm>
              <a:off x="313885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h5655"/>
            <p:cNvSpPr/>
            <p:nvPr/>
          </p:nvSpPr>
          <p:spPr>
            <a:xfrm>
              <a:off x="3148299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h5656"/>
            <p:cNvSpPr/>
            <p:nvPr/>
          </p:nvSpPr>
          <p:spPr>
            <a:xfrm>
              <a:off x="315774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h5657"/>
            <p:cNvSpPr/>
            <p:nvPr/>
          </p:nvSpPr>
          <p:spPr>
            <a:xfrm>
              <a:off x="3167180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h5658"/>
            <p:cNvSpPr/>
            <p:nvPr/>
          </p:nvSpPr>
          <p:spPr>
            <a:xfrm>
              <a:off x="317662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h5659"/>
            <p:cNvSpPr/>
            <p:nvPr/>
          </p:nvSpPr>
          <p:spPr>
            <a:xfrm>
              <a:off x="318606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h5660"/>
            <p:cNvSpPr/>
            <p:nvPr/>
          </p:nvSpPr>
          <p:spPr>
            <a:xfrm>
              <a:off x="319550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h5661"/>
            <p:cNvSpPr/>
            <p:nvPr/>
          </p:nvSpPr>
          <p:spPr>
            <a:xfrm>
              <a:off x="3204941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h5662"/>
            <p:cNvSpPr/>
            <p:nvPr/>
          </p:nvSpPr>
          <p:spPr>
            <a:xfrm>
              <a:off x="3214381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h5663"/>
            <p:cNvSpPr/>
            <p:nvPr/>
          </p:nvSpPr>
          <p:spPr>
            <a:xfrm>
              <a:off x="322382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h5664"/>
            <p:cNvSpPr/>
            <p:nvPr/>
          </p:nvSpPr>
          <p:spPr>
            <a:xfrm>
              <a:off x="323326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h5665"/>
            <p:cNvSpPr/>
            <p:nvPr/>
          </p:nvSpPr>
          <p:spPr>
            <a:xfrm>
              <a:off x="324270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h5666"/>
            <p:cNvSpPr/>
            <p:nvPr/>
          </p:nvSpPr>
          <p:spPr>
            <a:xfrm>
              <a:off x="325214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h5667"/>
            <p:cNvSpPr/>
            <p:nvPr/>
          </p:nvSpPr>
          <p:spPr>
            <a:xfrm>
              <a:off x="326158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h5668"/>
            <p:cNvSpPr/>
            <p:nvPr/>
          </p:nvSpPr>
          <p:spPr>
            <a:xfrm>
              <a:off x="327102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h5669"/>
            <p:cNvSpPr/>
            <p:nvPr/>
          </p:nvSpPr>
          <p:spPr>
            <a:xfrm>
              <a:off x="328046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h5670"/>
            <p:cNvSpPr/>
            <p:nvPr/>
          </p:nvSpPr>
          <p:spPr>
            <a:xfrm>
              <a:off x="328990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h5671"/>
            <p:cNvSpPr/>
            <p:nvPr/>
          </p:nvSpPr>
          <p:spPr>
            <a:xfrm>
              <a:off x="329934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h5672"/>
            <p:cNvSpPr/>
            <p:nvPr/>
          </p:nvSpPr>
          <p:spPr>
            <a:xfrm>
              <a:off x="330878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h5673"/>
            <p:cNvSpPr/>
            <p:nvPr/>
          </p:nvSpPr>
          <p:spPr>
            <a:xfrm>
              <a:off x="331822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h5674"/>
            <p:cNvSpPr/>
            <p:nvPr/>
          </p:nvSpPr>
          <p:spPr>
            <a:xfrm>
              <a:off x="332766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h5675"/>
            <p:cNvSpPr/>
            <p:nvPr/>
          </p:nvSpPr>
          <p:spPr>
            <a:xfrm>
              <a:off x="333710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h5676"/>
            <p:cNvSpPr/>
            <p:nvPr/>
          </p:nvSpPr>
          <p:spPr>
            <a:xfrm>
              <a:off x="334654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h5677"/>
            <p:cNvSpPr/>
            <p:nvPr/>
          </p:nvSpPr>
          <p:spPr>
            <a:xfrm>
              <a:off x="335598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h5678"/>
            <p:cNvSpPr/>
            <p:nvPr/>
          </p:nvSpPr>
          <p:spPr>
            <a:xfrm>
              <a:off x="336542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h5679"/>
            <p:cNvSpPr/>
            <p:nvPr/>
          </p:nvSpPr>
          <p:spPr>
            <a:xfrm>
              <a:off x="337486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h5680"/>
            <p:cNvSpPr/>
            <p:nvPr/>
          </p:nvSpPr>
          <p:spPr>
            <a:xfrm>
              <a:off x="338430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h5681"/>
            <p:cNvSpPr/>
            <p:nvPr/>
          </p:nvSpPr>
          <p:spPr>
            <a:xfrm>
              <a:off x="339374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h5682"/>
            <p:cNvSpPr/>
            <p:nvPr/>
          </p:nvSpPr>
          <p:spPr>
            <a:xfrm>
              <a:off x="340318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h5683"/>
            <p:cNvSpPr/>
            <p:nvPr/>
          </p:nvSpPr>
          <p:spPr>
            <a:xfrm>
              <a:off x="341262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h5684"/>
            <p:cNvSpPr/>
            <p:nvPr/>
          </p:nvSpPr>
          <p:spPr>
            <a:xfrm>
              <a:off x="342206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h5685"/>
            <p:cNvSpPr/>
            <p:nvPr/>
          </p:nvSpPr>
          <p:spPr>
            <a:xfrm>
              <a:off x="343150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h5686"/>
            <p:cNvSpPr/>
            <p:nvPr/>
          </p:nvSpPr>
          <p:spPr>
            <a:xfrm>
              <a:off x="344094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h5687"/>
            <p:cNvSpPr/>
            <p:nvPr/>
          </p:nvSpPr>
          <p:spPr>
            <a:xfrm>
              <a:off x="345038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h5688"/>
            <p:cNvSpPr/>
            <p:nvPr/>
          </p:nvSpPr>
          <p:spPr>
            <a:xfrm>
              <a:off x="345982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h5689"/>
            <p:cNvSpPr/>
            <p:nvPr/>
          </p:nvSpPr>
          <p:spPr>
            <a:xfrm>
              <a:off x="346926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h5690"/>
            <p:cNvSpPr/>
            <p:nvPr/>
          </p:nvSpPr>
          <p:spPr>
            <a:xfrm>
              <a:off x="347870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h5691"/>
            <p:cNvSpPr/>
            <p:nvPr/>
          </p:nvSpPr>
          <p:spPr>
            <a:xfrm>
              <a:off x="348814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h5692"/>
            <p:cNvSpPr/>
            <p:nvPr/>
          </p:nvSpPr>
          <p:spPr>
            <a:xfrm>
              <a:off x="349758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h5693"/>
            <p:cNvSpPr/>
            <p:nvPr/>
          </p:nvSpPr>
          <p:spPr>
            <a:xfrm>
              <a:off x="350702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h5694"/>
            <p:cNvSpPr/>
            <p:nvPr/>
          </p:nvSpPr>
          <p:spPr>
            <a:xfrm>
              <a:off x="351646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h5695"/>
            <p:cNvSpPr/>
            <p:nvPr/>
          </p:nvSpPr>
          <p:spPr>
            <a:xfrm>
              <a:off x="352590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h5696"/>
            <p:cNvSpPr/>
            <p:nvPr/>
          </p:nvSpPr>
          <p:spPr>
            <a:xfrm>
              <a:off x="353534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h5697"/>
            <p:cNvSpPr/>
            <p:nvPr/>
          </p:nvSpPr>
          <p:spPr>
            <a:xfrm>
              <a:off x="354479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h5698"/>
            <p:cNvSpPr/>
            <p:nvPr/>
          </p:nvSpPr>
          <p:spPr>
            <a:xfrm>
              <a:off x="355423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h5699"/>
            <p:cNvSpPr/>
            <p:nvPr/>
          </p:nvSpPr>
          <p:spPr>
            <a:xfrm>
              <a:off x="356367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h5700"/>
            <p:cNvSpPr/>
            <p:nvPr/>
          </p:nvSpPr>
          <p:spPr>
            <a:xfrm>
              <a:off x="357311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h5701"/>
            <p:cNvSpPr/>
            <p:nvPr/>
          </p:nvSpPr>
          <p:spPr>
            <a:xfrm>
              <a:off x="358255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h5702"/>
            <p:cNvSpPr/>
            <p:nvPr/>
          </p:nvSpPr>
          <p:spPr>
            <a:xfrm>
              <a:off x="359199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h5703"/>
            <p:cNvSpPr/>
            <p:nvPr/>
          </p:nvSpPr>
          <p:spPr>
            <a:xfrm>
              <a:off x="360143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h5704"/>
            <p:cNvSpPr/>
            <p:nvPr/>
          </p:nvSpPr>
          <p:spPr>
            <a:xfrm>
              <a:off x="361087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h5705"/>
            <p:cNvSpPr/>
            <p:nvPr/>
          </p:nvSpPr>
          <p:spPr>
            <a:xfrm>
              <a:off x="362031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h5706"/>
            <p:cNvSpPr/>
            <p:nvPr/>
          </p:nvSpPr>
          <p:spPr>
            <a:xfrm>
              <a:off x="362975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h5707"/>
            <p:cNvSpPr/>
            <p:nvPr/>
          </p:nvSpPr>
          <p:spPr>
            <a:xfrm>
              <a:off x="363919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h5708"/>
            <p:cNvSpPr/>
            <p:nvPr/>
          </p:nvSpPr>
          <p:spPr>
            <a:xfrm>
              <a:off x="364863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h5709"/>
            <p:cNvSpPr/>
            <p:nvPr/>
          </p:nvSpPr>
          <p:spPr>
            <a:xfrm>
              <a:off x="365807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h5710"/>
            <p:cNvSpPr/>
            <p:nvPr/>
          </p:nvSpPr>
          <p:spPr>
            <a:xfrm>
              <a:off x="366751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h5711"/>
            <p:cNvSpPr/>
            <p:nvPr/>
          </p:nvSpPr>
          <p:spPr>
            <a:xfrm>
              <a:off x="367695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h5712"/>
            <p:cNvSpPr/>
            <p:nvPr/>
          </p:nvSpPr>
          <p:spPr>
            <a:xfrm>
              <a:off x="3686393" y="148257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9342"/>
                  </a:lnTo>
                  <a:lnTo>
                    <a:pt x="922604" y="911400"/>
                  </a:lnTo>
                  <a:lnTo>
                    <a:pt x="921416" y="913459"/>
                  </a:lnTo>
                  <a:lnTo>
                    <a:pt x="920873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h5713"/>
            <p:cNvSpPr/>
            <p:nvPr/>
          </p:nvSpPr>
          <p:spPr>
            <a:xfrm>
              <a:off x="3695833" y="1465000"/>
              <a:ext cx="921520" cy="926829"/>
            </a:xfrm>
            <a:custGeom>
              <a:avLst/>
              <a:pathLst>
                <a:path w="921520" h="926829">
                  <a:moveTo>
                    <a:pt x="914400" y="914400"/>
                  </a:moveTo>
                  <a:lnTo>
                    <a:pt x="921520" y="914400"/>
                  </a:lnTo>
                  <a:lnTo>
                    <a:pt x="920307" y="916607"/>
                  </a:lnTo>
                  <a:lnTo>
                    <a:pt x="919109" y="918679"/>
                  </a:lnTo>
                  <a:lnTo>
                    <a:pt x="917919" y="920737"/>
                  </a:lnTo>
                  <a:lnTo>
                    <a:pt x="916729" y="922795"/>
                  </a:lnTo>
                  <a:lnTo>
                    <a:pt x="915540" y="924853"/>
                  </a:lnTo>
                  <a:lnTo>
                    <a:pt x="914400" y="92682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h5714"/>
            <p:cNvSpPr/>
            <p:nvPr/>
          </p:nvSpPr>
          <p:spPr>
            <a:xfrm>
              <a:off x="2119313" y="1447430"/>
              <a:ext cx="914400" cy="923575"/>
            </a:xfrm>
            <a:custGeom>
              <a:avLst/>
              <a:pathLst>
                <a:path w="914400" h="923575">
                  <a:moveTo>
                    <a:pt x="914400" y="914400"/>
                  </a:moveTo>
                  <a:lnTo>
                    <a:pt x="914400" y="923575"/>
                  </a:lnTo>
                  <a:lnTo>
                    <a:pt x="912481" y="919833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h5715"/>
            <p:cNvSpPr/>
            <p:nvPr/>
          </p:nvSpPr>
          <p:spPr>
            <a:xfrm>
              <a:off x="211931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943" y="931969"/>
                  </a:lnTo>
                  <a:lnTo>
                    <a:pt x="916486" y="927644"/>
                  </a:lnTo>
                  <a:lnTo>
                    <a:pt x="914400" y="923575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h5716"/>
            <p:cNvSpPr/>
            <p:nvPr/>
          </p:nvSpPr>
          <p:spPr>
            <a:xfrm>
              <a:off x="212875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h5717"/>
            <p:cNvSpPr/>
            <p:nvPr/>
          </p:nvSpPr>
          <p:spPr>
            <a:xfrm>
              <a:off x="213819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h5718"/>
            <p:cNvSpPr/>
            <p:nvPr/>
          </p:nvSpPr>
          <p:spPr>
            <a:xfrm>
              <a:off x="214763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h5719"/>
            <p:cNvSpPr/>
            <p:nvPr/>
          </p:nvSpPr>
          <p:spPr>
            <a:xfrm>
              <a:off x="215707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h5720"/>
            <p:cNvSpPr/>
            <p:nvPr/>
          </p:nvSpPr>
          <p:spPr>
            <a:xfrm>
              <a:off x="216651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h5721"/>
            <p:cNvSpPr/>
            <p:nvPr/>
          </p:nvSpPr>
          <p:spPr>
            <a:xfrm>
              <a:off x="217595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h5722"/>
            <p:cNvSpPr/>
            <p:nvPr/>
          </p:nvSpPr>
          <p:spPr>
            <a:xfrm>
              <a:off x="218539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h5723"/>
            <p:cNvSpPr/>
            <p:nvPr/>
          </p:nvSpPr>
          <p:spPr>
            <a:xfrm>
              <a:off x="219483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h5724"/>
            <p:cNvSpPr/>
            <p:nvPr/>
          </p:nvSpPr>
          <p:spPr>
            <a:xfrm>
              <a:off x="220427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h5725"/>
            <p:cNvSpPr/>
            <p:nvPr/>
          </p:nvSpPr>
          <p:spPr>
            <a:xfrm>
              <a:off x="221371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h5726"/>
            <p:cNvSpPr/>
            <p:nvPr/>
          </p:nvSpPr>
          <p:spPr>
            <a:xfrm>
              <a:off x="222315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h5727"/>
            <p:cNvSpPr/>
            <p:nvPr/>
          </p:nvSpPr>
          <p:spPr>
            <a:xfrm>
              <a:off x="223259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h5728"/>
            <p:cNvSpPr/>
            <p:nvPr/>
          </p:nvSpPr>
          <p:spPr>
            <a:xfrm>
              <a:off x="224203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h5729"/>
            <p:cNvSpPr/>
            <p:nvPr/>
          </p:nvSpPr>
          <p:spPr>
            <a:xfrm>
              <a:off x="225147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h5730"/>
            <p:cNvSpPr/>
            <p:nvPr/>
          </p:nvSpPr>
          <p:spPr>
            <a:xfrm>
              <a:off x="226091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h5731"/>
            <p:cNvSpPr/>
            <p:nvPr/>
          </p:nvSpPr>
          <p:spPr>
            <a:xfrm>
              <a:off x="227035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h5732"/>
            <p:cNvSpPr/>
            <p:nvPr/>
          </p:nvSpPr>
          <p:spPr>
            <a:xfrm>
              <a:off x="227979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h5733"/>
            <p:cNvSpPr/>
            <p:nvPr/>
          </p:nvSpPr>
          <p:spPr>
            <a:xfrm>
              <a:off x="228923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h5734"/>
            <p:cNvSpPr/>
            <p:nvPr/>
          </p:nvSpPr>
          <p:spPr>
            <a:xfrm>
              <a:off x="229867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h5735"/>
            <p:cNvSpPr/>
            <p:nvPr/>
          </p:nvSpPr>
          <p:spPr>
            <a:xfrm>
              <a:off x="230811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h5736"/>
            <p:cNvSpPr/>
            <p:nvPr/>
          </p:nvSpPr>
          <p:spPr>
            <a:xfrm>
              <a:off x="231755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h5737"/>
            <p:cNvSpPr/>
            <p:nvPr/>
          </p:nvSpPr>
          <p:spPr>
            <a:xfrm>
              <a:off x="232699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h5738"/>
            <p:cNvSpPr/>
            <p:nvPr/>
          </p:nvSpPr>
          <p:spPr>
            <a:xfrm>
              <a:off x="233643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h5739"/>
            <p:cNvSpPr/>
            <p:nvPr/>
          </p:nvSpPr>
          <p:spPr>
            <a:xfrm>
              <a:off x="234587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h5740"/>
            <p:cNvSpPr/>
            <p:nvPr/>
          </p:nvSpPr>
          <p:spPr>
            <a:xfrm>
              <a:off x="235531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h5741"/>
            <p:cNvSpPr/>
            <p:nvPr/>
          </p:nvSpPr>
          <p:spPr>
            <a:xfrm>
              <a:off x="2364760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h5742"/>
            <p:cNvSpPr/>
            <p:nvPr/>
          </p:nvSpPr>
          <p:spPr>
            <a:xfrm>
              <a:off x="237420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h5743"/>
            <p:cNvSpPr/>
            <p:nvPr/>
          </p:nvSpPr>
          <p:spPr>
            <a:xfrm>
              <a:off x="2383640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h5744"/>
            <p:cNvSpPr/>
            <p:nvPr/>
          </p:nvSpPr>
          <p:spPr>
            <a:xfrm>
              <a:off x="239308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h5745"/>
            <p:cNvSpPr/>
            <p:nvPr/>
          </p:nvSpPr>
          <p:spPr>
            <a:xfrm>
              <a:off x="2402521" y="1465000"/>
              <a:ext cx="921561" cy="914400"/>
            </a:xfrm>
            <a:custGeom>
              <a:avLst/>
              <a:pathLst>
                <a:path w="92156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1561" y="896830"/>
                  </a:lnTo>
                  <a:lnTo>
                    <a:pt x="919451" y="905383"/>
                  </a:lnTo>
                  <a:lnTo>
                    <a:pt x="916914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h5746"/>
            <p:cNvSpPr/>
            <p:nvPr/>
          </p:nvSpPr>
          <p:spPr>
            <a:xfrm>
              <a:off x="3110538" y="144743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574" y="931969"/>
                  </a:lnTo>
                  <a:lnTo>
                    <a:pt x="910393" y="924263"/>
                  </a:lnTo>
                  <a:lnTo>
                    <a:pt x="911730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h5747"/>
            <p:cNvSpPr/>
            <p:nvPr/>
          </p:nvSpPr>
          <p:spPr>
            <a:xfrm>
              <a:off x="311053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h5748"/>
            <p:cNvSpPr/>
            <p:nvPr/>
          </p:nvSpPr>
          <p:spPr>
            <a:xfrm>
              <a:off x="311997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h5749"/>
            <p:cNvSpPr/>
            <p:nvPr/>
          </p:nvSpPr>
          <p:spPr>
            <a:xfrm>
              <a:off x="312941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h5750"/>
            <p:cNvSpPr/>
            <p:nvPr/>
          </p:nvSpPr>
          <p:spPr>
            <a:xfrm>
              <a:off x="313885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h5751"/>
            <p:cNvSpPr/>
            <p:nvPr/>
          </p:nvSpPr>
          <p:spPr>
            <a:xfrm>
              <a:off x="3148299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h5752"/>
            <p:cNvSpPr/>
            <p:nvPr/>
          </p:nvSpPr>
          <p:spPr>
            <a:xfrm>
              <a:off x="315774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h5753"/>
            <p:cNvSpPr/>
            <p:nvPr/>
          </p:nvSpPr>
          <p:spPr>
            <a:xfrm>
              <a:off x="3167180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h5754"/>
            <p:cNvSpPr/>
            <p:nvPr/>
          </p:nvSpPr>
          <p:spPr>
            <a:xfrm>
              <a:off x="317662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h5755"/>
            <p:cNvSpPr/>
            <p:nvPr/>
          </p:nvSpPr>
          <p:spPr>
            <a:xfrm>
              <a:off x="318606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h5756"/>
            <p:cNvSpPr/>
            <p:nvPr/>
          </p:nvSpPr>
          <p:spPr>
            <a:xfrm>
              <a:off x="319550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h5757"/>
            <p:cNvSpPr/>
            <p:nvPr/>
          </p:nvSpPr>
          <p:spPr>
            <a:xfrm>
              <a:off x="3204941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h5758"/>
            <p:cNvSpPr/>
            <p:nvPr/>
          </p:nvSpPr>
          <p:spPr>
            <a:xfrm>
              <a:off x="3214381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h5759"/>
            <p:cNvSpPr/>
            <p:nvPr/>
          </p:nvSpPr>
          <p:spPr>
            <a:xfrm>
              <a:off x="322382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h5760"/>
            <p:cNvSpPr/>
            <p:nvPr/>
          </p:nvSpPr>
          <p:spPr>
            <a:xfrm>
              <a:off x="323326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h5761"/>
            <p:cNvSpPr/>
            <p:nvPr/>
          </p:nvSpPr>
          <p:spPr>
            <a:xfrm>
              <a:off x="324270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h5762"/>
            <p:cNvSpPr/>
            <p:nvPr/>
          </p:nvSpPr>
          <p:spPr>
            <a:xfrm>
              <a:off x="325214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h5763"/>
            <p:cNvSpPr/>
            <p:nvPr/>
          </p:nvSpPr>
          <p:spPr>
            <a:xfrm>
              <a:off x="326158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h5764"/>
            <p:cNvSpPr/>
            <p:nvPr/>
          </p:nvSpPr>
          <p:spPr>
            <a:xfrm>
              <a:off x="327102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h5765"/>
            <p:cNvSpPr/>
            <p:nvPr/>
          </p:nvSpPr>
          <p:spPr>
            <a:xfrm>
              <a:off x="328046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h5766"/>
            <p:cNvSpPr/>
            <p:nvPr/>
          </p:nvSpPr>
          <p:spPr>
            <a:xfrm>
              <a:off x="328990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h5767"/>
            <p:cNvSpPr/>
            <p:nvPr/>
          </p:nvSpPr>
          <p:spPr>
            <a:xfrm>
              <a:off x="329934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h5768"/>
            <p:cNvSpPr/>
            <p:nvPr/>
          </p:nvSpPr>
          <p:spPr>
            <a:xfrm>
              <a:off x="330878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h5769"/>
            <p:cNvSpPr/>
            <p:nvPr/>
          </p:nvSpPr>
          <p:spPr>
            <a:xfrm>
              <a:off x="331822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h5770"/>
            <p:cNvSpPr/>
            <p:nvPr/>
          </p:nvSpPr>
          <p:spPr>
            <a:xfrm>
              <a:off x="332766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h5771"/>
            <p:cNvSpPr/>
            <p:nvPr/>
          </p:nvSpPr>
          <p:spPr>
            <a:xfrm>
              <a:off x="333710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h5772"/>
            <p:cNvSpPr/>
            <p:nvPr/>
          </p:nvSpPr>
          <p:spPr>
            <a:xfrm>
              <a:off x="334654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h5773"/>
            <p:cNvSpPr/>
            <p:nvPr/>
          </p:nvSpPr>
          <p:spPr>
            <a:xfrm>
              <a:off x="335598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h5774"/>
            <p:cNvSpPr/>
            <p:nvPr/>
          </p:nvSpPr>
          <p:spPr>
            <a:xfrm>
              <a:off x="336542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h5775"/>
            <p:cNvSpPr/>
            <p:nvPr/>
          </p:nvSpPr>
          <p:spPr>
            <a:xfrm>
              <a:off x="337486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h5776"/>
            <p:cNvSpPr/>
            <p:nvPr/>
          </p:nvSpPr>
          <p:spPr>
            <a:xfrm>
              <a:off x="338430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h5777"/>
            <p:cNvSpPr/>
            <p:nvPr/>
          </p:nvSpPr>
          <p:spPr>
            <a:xfrm>
              <a:off x="339374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h5778"/>
            <p:cNvSpPr/>
            <p:nvPr/>
          </p:nvSpPr>
          <p:spPr>
            <a:xfrm>
              <a:off x="340318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h5779"/>
            <p:cNvSpPr/>
            <p:nvPr/>
          </p:nvSpPr>
          <p:spPr>
            <a:xfrm>
              <a:off x="341262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h5780"/>
            <p:cNvSpPr/>
            <p:nvPr/>
          </p:nvSpPr>
          <p:spPr>
            <a:xfrm>
              <a:off x="342206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h5781"/>
            <p:cNvSpPr/>
            <p:nvPr/>
          </p:nvSpPr>
          <p:spPr>
            <a:xfrm>
              <a:off x="343150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h5782"/>
            <p:cNvSpPr/>
            <p:nvPr/>
          </p:nvSpPr>
          <p:spPr>
            <a:xfrm>
              <a:off x="344094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h5783"/>
            <p:cNvSpPr/>
            <p:nvPr/>
          </p:nvSpPr>
          <p:spPr>
            <a:xfrm>
              <a:off x="345038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h5784"/>
            <p:cNvSpPr/>
            <p:nvPr/>
          </p:nvSpPr>
          <p:spPr>
            <a:xfrm>
              <a:off x="345982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h5785"/>
            <p:cNvSpPr/>
            <p:nvPr/>
          </p:nvSpPr>
          <p:spPr>
            <a:xfrm>
              <a:off x="346926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h5786"/>
            <p:cNvSpPr/>
            <p:nvPr/>
          </p:nvSpPr>
          <p:spPr>
            <a:xfrm>
              <a:off x="347870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h5787"/>
            <p:cNvSpPr/>
            <p:nvPr/>
          </p:nvSpPr>
          <p:spPr>
            <a:xfrm>
              <a:off x="348814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h5788"/>
            <p:cNvSpPr/>
            <p:nvPr/>
          </p:nvSpPr>
          <p:spPr>
            <a:xfrm>
              <a:off x="349758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h5789"/>
            <p:cNvSpPr/>
            <p:nvPr/>
          </p:nvSpPr>
          <p:spPr>
            <a:xfrm>
              <a:off x="350702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h5790"/>
            <p:cNvSpPr/>
            <p:nvPr/>
          </p:nvSpPr>
          <p:spPr>
            <a:xfrm>
              <a:off x="351646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h5791"/>
            <p:cNvSpPr/>
            <p:nvPr/>
          </p:nvSpPr>
          <p:spPr>
            <a:xfrm>
              <a:off x="352590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h5792"/>
            <p:cNvSpPr/>
            <p:nvPr/>
          </p:nvSpPr>
          <p:spPr>
            <a:xfrm>
              <a:off x="353534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h5793"/>
            <p:cNvSpPr/>
            <p:nvPr/>
          </p:nvSpPr>
          <p:spPr>
            <a:xfrm>
              <a:off x="354479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h5794"/>
            <p:cNvSpPr/>
            <p:nvPr/>
          </p:nvSpPr>
          <p:spPr>
            <a:xfrm>
              <a:off x="355423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h5795"/>
            <p:cNvSpPr/>
            <p:nvPr/>
          </p:nvSpPr>
          <p:spPr>
            <a:xfrm>
              <a:off x="356367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h5796"/>
            <p:cNvSpPr/>
            <p:nvPr/>
          </p:nvSpPr>
          <p:spPr>
            <a:xfrm>
              <a:off x="357311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h5797"/>
            <p:cNvSpPr/>
            <p:nvPr/>
          </p:nvSpPr>
          <p:spPr>
            <a:xfrm>
              <a:off x="358255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h5798"/>
            <p:cNvSpPr/>
            <p:nvPr/>
          </p:nvSpPr>
          <p:spPr>
            <a:xfrm>
              <a:off x="359199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h5799"/>
            <p:cNvSpPr/>
            <p:nvPr/>
          </p:nvSpPr>
          <p:spPr>
            <a:xfrm>
              <a:off x="360143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h5800"/>
            <p:cNvSpPr/>
            <p:nvPr/>
          </p:nvSpPr>
          <p:spPr>
            <a:xfrm>
              <a:off x="361087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h5801"/>
            <p:cNvSpPr/>
            <p:nvPr/>
          </p:nvSpPr>
          <p:spPr>
            <a:xfrm>
              <a:off x="362031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h5802"/>
            <p:cNvSpPr/>
            <p:nvPr/>
          </p:nvSpPr>
          <p:spPr>
            <a:xfrm>
              <a:off x="362975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h5803"/>
            <p:cNvSpPr/>
            <p:nvPr/>
          </p:nvSpPr>
          <p:spPr>
            <a:xfrm>
              <a:off x="363919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h5804"/>
            <p:cNvSpPr/>
            <p:nvPr/>
          </p:nvSpPr>
          <p:spPr>
            <a:xfrm>
              <a:off x="364863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h5805"/>
            <p:cNvSpPr/>
            <p:nvPr/>
          </p:nvSpPr>
          <p:spPr>
            <a:xfrm>
              <a:off x="365807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h5806"/>
            <p:cNvSpPr/>
            <p:nvPr/>
          </p:nvSpPr>
          <p:spPr>
            <a:xfrm>
              <a:off x="366751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h5807"/>
            <p:cNvSpPr/>
            <p:nvPr/>
          </p:nvSpPr>
          <p:spPr>
            <a:xfrm>
              <a:off x="367695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h5808"/>
            <p:cNvSpPr/>
            <p:nvPr/>
          </p:nvSpPr>
          <p:spPr>
            <a:xfrm>
              <a:off x="368639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h5809"/>
            <p:cNvSpPr/>
            <p:nvPr/>
          </p:nvSpPr>
          <p:spPr>
            <a:xfrm>
              <a:off x="3695833" y="146500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137"/>
                  </a:lnTo>
                  <a:lnTo>
                    <a:pt x="923051" y="911612"/>
                  </a:lnTo>
                  <a:lnTo>
                    <a:pt x="921520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h5810"/>
            <p:cNvSpPr/>
            <p:nvPr/>
          </p:nvSpPr>
          <p:spPr>
            <a:xfrm>
              <a:off x="3705274" y="1447430"/>
              <a:ext cx="923840" cy="928707"/>
            </a:xfrm>
            <a:custGeom>
              <a:avLst/>
              <a:pathLst>
                <a:path w="923840" h="92870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261"/>
                  </a:lnTo>
                  <a:lnTo>
                    <a:pt x="923109" y="922864"/>
                  </a:lnTo>
                  <a:lnTo>
                    <a:pt x="917573" y="926799"/>
                  </a:lnTo>
                  <a:lnTo>
                    <a:pt x="914400" y="928707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h5811"/>
            <p:cNvSpPr/>
            <p:nvPr/>
          </p:nvSpPr>
          <p:spPr>
            <a:xfrm>
              <a:off x="3714714" y="1447430"/>
              <a:ext cx="923319" cy="922261"/>
            </a:xfrm>
            <a:custGeom>
              <a:avLst/>
              <a:pathLst>
                <a:path w="923319" h="922261">
                  <a:moveTo>
                    <a:pt x="914400" y="914400"/>
                  </a:moveTo>
                  <a:lnTo>
                    <a:pt x="923319" y="914400"/>
                  </a:lnTo>
                  <a:lnTo>
                    <a:pt x="919086" y="918396"/>
                  </a:lnTo>
                  <a:lnTo>
                    <a:pt x="914400" y="922261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h5812"/>
            <p:cNvSpPr/>
            <p:nvPr/>
          </p:nvSpPr>
          <p:spPr>
            <a:xfrm>
              <a:off x="2109873" y="1429861"/>
              <a:ext cx="914400" cy="920717"/>
            </a:xfrm>
            <a:custGeom>
              <a:avLst/>
              <a:pathLst>
                <a:path w="914400" h="920717">
                  <a:moveTo>
                    <a:pt x="914400" y="914400"/>
                  </a:moveTo>
                  <a:lnTo>
                    <a:pt x="914400" y="920717"/>
                  </a:lnTo>
                  <a:lnTo>
                    <a:pt x="913864" y="919499"/>
                  </a:lnTo>
                  <a:lnTo>
                    <a:pt x="912797" y="917073"/>
                  </a:lnTo>
                  <a:lnTo>
                    <a:pt x="911729" y="914648"/>
                  </a:lnTo>
                  <a:lnTo>
                    <a:pt x="911620" y="914400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h5813"/>
            <p:cNvSpPr/>
            <p:nvPr/>
          </p:nvSpPr>
          <p:spPr>
            <a:xfrm>
              <a:off x="210987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407" y="931969"/>
                  </a:lnTo>
                  <a:lnTo>
                    <a:pt x="918136" y="929221"/>
                  </a:lnTo>
                  <a:lnTo>
                    <a:pt x="917063" y="926777"/>
                  </a:lnTo>
                  <a:lnTo>
                    <a:pt x="915997" y="924351"/>
                  </a:lnTo>
                  <a:lnTo>
                    <a:pt x="914931" y="921925"/>
                  </a:lnTo>
                  <a:lnTo>
                    <a:pt x="914400" y="920717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h5814"/>
            <p:cNvSpPr/>
            <p:nvPr/>
          </p:nvSpPr>
          <p:spPr>
            <a:xfrm>
              <a:off x="211931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h5815"/>
            <p:cNvSpPr/>
            <p:nvPr/>
          </p:nvSpPr>
          <p:spPr>
            <a:xfrm>
              <a:off x="212875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h5816"/>
            <p:cNvSpPr/>
            <p:nvPr/>
          </p:nvSpPr>
          <p:spPr>
            <a:xfrm>
              <a:off x="213819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h5817"/>
            <p:cNvSpPr/>
            <p:nvPr/>
          </p:nvSpPr>
          <p:spPr>
            <a:xfrm>
              <a:off x="214763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h5818"/>
            <p:cNvSpPr/>
            <p:nvPr/>
          </p:nvSpPr>
          <p:spPr>
            <a:xfrm>
              <a:off x="215707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h5819"/>
            <p:cNvSpPr/>
            <p:nvPr/>
          </p:nvSpPr>
          <p:spPr>
            <a:xfrm>
              <a:off x="216651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h5820"/>
            <p:cNvSpPr/>
            <p:nvPr/>
          </p:nvSpPr>
          <p:spPr>
            <a:xfrm>
              <a:off x="217595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h5821"/>
            <p:cNvSpPr/>
            <p:nvPr/>
          </p:nvSpPr>
          <p:spPr>
            <a:xfrm>
              <a:off x="218539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h5822"/>
            <p:cNvSpPr/>
            <p:nvPr/>
          </p:nvSpPr>
          <p:spPr>
            <a:xfrm>
              <a:off x="219483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h5823"/>
            <p:cNvSpPr/>
            <p:nvPr/>
          </p:nvSpPr>
          <p:spPr>
            <a:xfrm>
              <a:off x="220427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h5824"/>
            <p:cNvSpPr/>
            <p:nvPr/>
          </p:nvSpPr>
          <p:spPr>
            <a:xfrm>
              <a:off x="221371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h5825"/>
            <p:cNvSpPr/>
            <p:nvPr/>
          </p:nvSpPr>
          <p:spPr>
            <a:xfrm>
              <a:off x="222315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h5826"/>
            <p:cNvSpPr/>
            <p:nvPr/>
          </p:nvSpPr>
          <p:spPr>
            <a:xfrm>
              <a:off x="223259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h5827"/>
            <p:cNvSpPr/>
            <p:nvPr/>
          </p:nvSpPr>
          <p:spPr>
            <a:xfrm>
              <a:off x="224203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h5828"/>
            <p:cNvSpPr/>
            <p:nvPr/>
          </p:nvSpPr>
          <p:spPr>
            <a:xfrm>
              <a:off x="225147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h5829"/>
            <p:cNvSpPr/>
            <p:nvPr/>
          </p:nvSpPr>
          <p:spPr>
            <a:xfrm>
              <a:off x="226091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h5830"/>
            <p:cNvSpPr/>
            <p:nvPr/>
          </p:nvSpPr>
          <p:spPr>
            <a:xfrm>
              <a:off x="227035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h5831"/>
            <p:cNvSpPr/>
            <p:nvPr/>
          </p:nvSpPr>
          <p:spPr>
            <a:xfrm>
              <a:off x="227979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h5832"/>
            <p:cNvSpPr/>
            <p:nvPr/>
          </p:nvSpPr>
          <p:spPr>
            <a:xfrm>
              <a:off x="228923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h5833"/>
            <p:cNvSpPr/>
            <p:nvPr/>
          </p:nvSpPr>
          <p:spPr>
            <a:xfrm>
              <a:off x="229867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h5834"/>
            <p:cNvSpPr/>
            <p:nvPr/>
          </p:nvSpPr>
          <p:spPr>
            <a:xfrm>
              <a:off x="230811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h5835"/>
            <p:cNvSpPr/>
            <p:nvPr/>
          </p:nvSpPr>
          <p:spPr>
            <a:xfrm>
              <a:off x="231755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h5836"/>
            <p:cNvSpPr/>
            <p:nvPr/>
          </p:nvSpPr>
          <p:spPr>
            <a:xfrm>
              <a:off x="232699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h5837"/>
            <p:cNvSpPr/>
            <p:nvPr/>
          </p:nvSpPr>
          <p:spPr>
            <a:xfrm>
              <a:off x="233643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h5838"/>
            <p:cNvSpPr/>
            <p:nvPr/>
          </p:nvSpPr>
          <p:spPr>
            <a:xfrm>
              <a:off x="234587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h5839"/>
            <p:cNvSpPr/>
            <p:nvPr/>
          </p:nvSpPr>
          <p:spPr>
            <a:xfrm>
              <a:off x="235531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h5840"/>
            <p:cNvSpPr/>
            <p:nvPr/>
          </p:nvSpPr>
          <p:spPr>
            <a:xfrm>
              <a:off x="2364760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h5841"/>
            <p:cNvSpPr/>
            <p:nvPr/>
          </p:nvSpPr>
          <p:spPr>
            <a:xfrm>
              <a:off x="237420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h5842"/>
            <p:cNvSpPr/>
            <p:nvPr/>
          </p:nvSpPr>
          <p:spPr>
            <a:xfrm>
              <a:off x="2383640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h5843"/>
            <p:cNvSpPr/>
            <p:nvPr/>
          </p:nvSpPr>
          <p:spPr>
            <a:xfrm>
              <a:off x="239308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h5844"/>
            <p:cNvSpPr/>
            <p:nvPr/>
          </p:nvSpPr>
          <p:spPr>
            <a:xfrm>
              <a:off x="2402521" y="1447430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3950"/>
                  </a:lnTo>
                  <a:lnTo>
                    <a:pt x="921908" y="912993"/>
                  </a:lnTo>
                  <a:lnTo>
                    <a:pt x="921561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h5845"/>
            <p:cNvSpPr/>
            <p:nvPr/>
          </p:nvSpPr>
          <p:spPr>
            <a:xfrm>
              <a:off x="2411961" y="1429861"/>
              <a:ext cx="915731" cy="921520"/>
            </a:xfrm>
            <a:custGeom>
              <a:avLst/>
              <a:pathLst>
                <a:path w="915731" h="921520">
                  <a:moveTo>
                    <a:pt x="914400" y="914400"/>
                  </a:moveTo>
                  <a:lnTo>
                    <a:pt x="915731" y="914400"/>
                  </a:lnTo>
                  <a:lnTo>
                    <a:pt x="914643" y="920380"/>
                  </a:lnTo>
                  <a:lnTo>
                    <a:pt x="914400" y="92152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h5846"/>
            <p:cNvSpPr/>
            <p:nvPr/>
          </p:nvSpPr>
          <p:spPr>
            <a:xfrm>
              <a:off x="3110538" y="144743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730" y="914400"/>
                  </a:lnTo>
                  <a:lnTo>
                    <a:pt x="911831" y="913657"/>
                  </a:lnTo>
                  <a:lnTo>
                    <a:pt x="913562" y="903205"/>
                  </a:lnTo>
                  <a:lnTo>
                    <a:pt x="914400" y="89895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h5847"/>
            <p:cNvSpPr/>
            <p:nvPr/>
          </p:nvSpPr>
          <p:spPr>
            <a:xfrm>
              <a:off x="3119979" y="142986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20"/>
                  </a:lnTo>
                  <a:lnTo>
                    <a:pt x="905376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h5848"/>
            <p:cNvSpPr/>
            <p:nvPr/>
          </p:nvSpPr>
          <p:spPr>
            <a:xfrm>
              <a:off x="311997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h5849"/>
            <p:cNvSpPr/>
            <p:nvPr/>
          </p:nvSpPr>
          <p:spPr>
            <a:xfrm>
              <a:off x="312941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h5850"/>
            <p:cNvSpPr/>
            <p:nvPr/>
          </p:nvSpPr>
          <p:spPr>
            <a:xfrm>
              <a:off x="313885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h5851"/>
            <p:cNvSpPr/>
            <p:nvPr/>
          </p:nvSpPr>
          <p:spPr>
            <a:xfrm>
              <a:off x="3148299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h5852"/>
            <p:cNvSpPr/>
            <p:nvPr/>
          </p:nvSpPr>
          <p:spPr>
            <a:xfrm>
              <a:off x="315774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h5853"/>
            <p:cNvSpPr/>
            <p:nvPr/>
          </p:nvSpPr>
          <p:spPr>
            <a:xfrm>
              <a:off x="3167180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h5854"/>
            <p:cNvSpPr/>
            <p:nvPr/>
          </p:nvSpPr>
          <p:spPr>
            <a:xfrm>
              <a:off x="317662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h5855"/>
            <p:cNvSpPr/>
            <p:nvPr/>
          </p:nvSpPr>
          <p:spPr>
            <a:xfrm>
              <a:off x="318606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h5856"/>
            <p:cNvSpPr/>
            <p:nvPr/>
          </p:nvSpPr>
          <p:spPr>
            <a:xfrm>
              <a:off x="319550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h5857"/>
            <p:cNvSpPr/>
            <p:nvPr/>
          </p:nvSpPr>
          <p:spPr>
            <a:xfrm>
              <a:off x="3204941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h5858"/>
            <p:cNvSpPr/>
            <p:nvPr/>
          </p:nvSpPr>
          <p:spPr>
            <a:xfrm>
              <a:off x="3214381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h5859"/>
            <p:cNvSpPr/>
            <p:nvPr/>
          </p:nvSpPr>
          <p:spPr>
            <a:xfrm>
              <a:off x="322382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h5860"/>
            <p:cNvSpPr/>
            <p:nvPr/>
          </p:nvSpPr>
          <p:spPr>
            <a:xfrm>
              <a:off x="323326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h5861"/>
            <p:cNvSpPr/>
            <p:nvPr/>
          </p:nvSpPr>
          <p:spPr>
            <a:xfrm>
              <a:off x="324270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h5862"/>
            <p:cNvSpPr/>
            <p:nvPr/>
          </p:nvSpPr>
          <p:spPr>
            <a:xfrm>
              <a:off x="325214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h5863"/>
            <p:cNvSpPr/>
            <p:nvPr/>
          </p:nvSpPr>
          <p:spPr>
            <a:xfrm>
              <a:off x="326158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h5864"/>
            <p:cNvSpPr/>
            <p:nvPr/>
          </p:nvSpPr>
          <p:spPr>
            <a:xfrm>
              <a:off x="327102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h5865"/>
            <p:cNvSpPr/>
            <p:nvPr/>
          </p:nvSpPr>
          <p:spPr>
            <a:xfrm>
              <a:off x="328046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h5866"/>
            <p:cNvSpPr/>
            <p:nvPr/>
          </p:nvSpPr>
          <p:spPr>
            <a:xfrm>
              <a:off x="328990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h5867"/>
            <p:cNvSpPr/>
            <p:nvPr/>
          </p:nvSpPr>
          <p:spPr>
            <a:xfrm>
              <a:off x="329934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h5868"/>
            <p:cNvSpPr/>
            <p:nvPr/>
          </p:nvSpPr>
          <p:spPr>
            <a:xfrm>
              <a:off x="330878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h5869"/>
            <p:cNvSpPr/>
            <p:nvPr/>
          </p:nvSpPr>
          <p:spPr>
            <a:xfrm>
              <a:off x="331822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h5870"/>
            <p:cNvSpPr/>
            <p:nvPr/>
          </p:nvSpPr>
          <p:spPr>
            <a:xfrm>
              <a:off x="332766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h5871"/>
            <p:cNvSpPr/>
            <p:nvPr/>
          </p:nvSpPr>
          <p:spPr>
            <a:xfrm>
              <a:off x="333710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h5872"/>
            <p:cNvSpPr/>
            <p:nvPr/>
          </p:nvSpPr>
          <p:spPr>
            <a:xfrm>
              <a:off x="334654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h5873"/>
            <p:cNvSpPr/>
            <p:nvPr/>
          </p:nvSpPr>
          <p:spPr>
            <a:xfrm>
              <a:off x="335598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h5874"/>
            <p:cNvSpPr/>
            <p:nvPr/>
          </p:nvSpPr>
          <p:spPr>
            <a:xfrm>
              <a:off x="336542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h5875"/>
            <p:cNvSpPr/>
            <p:nvPr/>
          </p:nvSpPr>
          <p:spPr>
            <a:xfrm>
              <a:off x="337486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h5876"/>
            <p:cNvSpPr/>
            <p:nvPr/>
          </p:nvSpPr>
          <p:spPr>
            <a:xfrm>
              <a:off x="338430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h5877"/>
            <p:cNvSpPr/>
            <p:nvPr/>
          </p:nvSpPr>
          <p:spPr>
            <a:xfrm>
              <a:off x="339374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h5878"/>
            <p:cNvSpPr/>
            <p:nvPr/>
          </p:nvSpPr>
          <p:spPr>
            <a:xfrm>
              <a:off x="340318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h5879"/>
            <p:cNvSpPr/>
            <p:nvPr/>
          </p:nvSpPr>
          <p:spPr>
            <a:xfrm>
              <a:off x="341262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h5880"/>
            <p:cNvSpPr/>
            <p:nvPr/>
          </p:nvSpPr>
          <p:spPr>
            <a:xfrm>
              <a:off x="342206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h5881"/>
            <p:cNvSpPr/>
            <p:nvPr/>
          </p:nvSpPr>
          <p:spPr>
            <a:xfrm>
              <a:off x="343150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h5882"/>
            <p:cNvSpPr/>
            <p:nvPr/>
          </p:nvSpPr>
          <p:spPr>
            <a:xfrm>
              <a:off x="344094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h5883"/>
            <p:cNvSpPr/>
            <p:nvPr/>
          </p:nvSpPr>
          <p:spPr>
            <a:xfrm>
              <a:off x="345038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h5884"/>
            <p:cNvSpPr/>
            <p:nvPr/>
          </p:nvSpPr>
          <p:spPr>
            <a:xfrm>
              <a:off x="345982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h5885"/>
            <p:cNvSpPr/>
            <p:nvPr/>
          </p:nvSpPr>
          <p:spPr>
            <a:xfrm>
              <a:off x="346926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h5886"/>
            <p:cNvSpPr/>
            <p:nvPr/>
          </p:nvSpPr>
          <p:spPr>
            <a:xfrm>
              <a:off x="347870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h5887"/>
            <p:cNvSpPr/>
            <p:nvPr/>
          </p:nvSpPr>
          <p:spPr>
            <a:xfrm>
              <a:off x="348814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h5888"/>
            <p:cNvSpPr/>
            <p:nvPr/>
          </p:nvSpPr>
          <p:spPr>
            <a:xfrm>
              <a:off x="349758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h5889"/>
            <p:cNvSpPr/>
            <p:nvPr/>
          </p:nvSpPr>
          <p:spPr>
            <a:xfrm>
              <a:off x="350702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h5890"/>
            <p:cNvSpPr/>
            <p:nvPr/>
          </p:nvSpPr>
          <p:spPr>
            <a:xfrm>
              <a:off x="351646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h5891"/>
            <p:cNvSpPr/>
            <p:nvPr/>
          </p:nvSpPr>
          <p:spPr>
            <a:xfrm>
              <a:off x="352590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h5892"/>
            <p:cNvSpPr/>
            <p:nvPr/>
          </p:nvSpPr>
          <p:spPr>
            <a:xfrm>
              <a:off x="353534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h5893"/>
            <p:cNvSpPr/>
            <p:nvPr/>
          </p:nvSpPr>
          <p:spPr>
            <a:xfrm>
              <a:off x="354479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h5894"/>
            <p:cNvSpPr/>
            <p:nvPr/>
          </p:nvSpPr>
          <p:spPr>
            <a:xfrm>
              <a:off x="355423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h5895"/>
            <p:cNvSpPr/>
            <p:nvPr/>
          </p:nvSpPr>
          <p:spPr>
            <a:xfrm>
              <a:off x="356367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h5896"/>
            <p:cNvSpPr/>
            <p:nvPr/>
          </p:nvSpPr>
          <p:spPr>
            <a:xfrm>
              <a:off x="357311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h5897"/>
            <p:cNvSpPr/>
            <p:nvPr/>
          </p:nvSpPr>
          <p:spPr>
            <a:xfrm>
              <a:off x="358255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h5898"/>
            <p:cNvSpPr/>
            <p:nvPr/>
          </p:nvSpPr>
          <p:spPr>
            <a:xfrm>
              <a:off x="359199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h5899"/>
            <p:cNvSpPr/>
            <p:nvPr/>
          </p:nvSpPr>
          <p:spPr>
            <a:xfrm>
              <a:off x="360143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h5900"/>
            <p:cNvSpPr/>
            <p:nvPr/>
          </p:nvSpPr>
          <p:spPr>
            <a:xfrm>
              <a:off x="361087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h5901"/>
            <p:cNvSpPr/>
            <p:nvPr/>
          </p:nvSpPr>
          <p:spPr>
            <a:xfrm>
              <a:off x="362031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h5902"/>
            <p:cNvSpPr/>
            <p:nvPr/>
          </p:nvSpPr>
          <p:spPr>
            <a:xfrm>
              <a:off x="362975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h5903"/>
            <p:cNvSpPr/>
            <p:nvPr/>
          </p:nvSpPr>
          <p:spPr>
            <a:xfrm>
              <a:off x="363919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h5904"/>
            <p:cNvSpPr/>
            <p:nvPr/>
          </p:nvSpPr>
          <p:spPr>
            <a:xfrm>
              <a:off x="364863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h5905"/>
            <p:cNvSpPr/>
            <p:nvPr/>
          </p:nvSpPr>
          <p:spPr>
            <a:xfrm>
              <a:off x="365807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h5906"/>
            <p:cNvSpPr/>
            <p:nvPr/>
          </p:nvSpPr>
          <p:spPr>
            <a:xfrm>
              <a:off x="366751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h5907"/>
            <p:cNvSpPr/>
            <p:nvPr/>
          </p:nvSpPr>
          <p:spPr>
            <a:xfrm>
              <a:off x="367695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h5908"/>
            <p:cNvSpPr/>
            <p:nvPr/>
          </p:nvSpPr>
          <p:spPr>
            <a:xfrm>
              <a:off x="368639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h5909"/>
            <p:cNvSpPr/>
            <p:nvPr/>
          </p:nvSpPr>
          <p:spPr>
            <a:xfrm>
              <a:off x="369583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h5910"/>
            <p:cNvSpPr/>
            <p:nvPr/>
          </p:nvSpPr>
          <p:spPr>
            <a:xfrm>
              <a:off x="370527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h5911"/>
            <p:cNvSpPr/>
            <p:nvPr/>
          </p:nvSpPr>
          <p:spPr>
            <a:xfrm>
              <a:off x="3714714" y="144743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907"/>
                  </a:lnTo>
                  <a:lnTo>
                    <a:pt x="923319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h5912"/>
            <p:cNvSpPr/>
            <p:nvPr/>
          </p:nvSpPr>
          <p:spPr>
            <a:xfrm>
              <a:off x="3724154" y="1429861"/>
              <a:ext cx="923840" cy="931477"/>
            </a:xfrm>
            <a:custGeom>
              <a:avLst/>
              <a:pathLst>
                <a:path w="923840" h="9314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939"/>
                  </a:lnTo>
                  <a:lnTo>
                    <a:pt x="920068" y="925479"/>
                  </a:lnTo>
                  <a:lnTo>
                    <a:pt x="914930" y="930976"/>
                  </a:lnTo>
                  <a:lnTo>
                    <a:pt x="914400" y="931477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h5913"/>
            <p:cNvSpPr/>
            <p:nvPr/>
          </p:nvSpPr>
          <p:spPr>
            <a:xfrm>
              <a:off x="3733594" y="1429861"/>
              <a:ext cx="919383" cy="920939"/>
            </a:xfrm>
            <a:custGeom>
              <a:avLst/>
              <a:pathLst>
                <a:path w="919383" h="920939">
                  <a:moveTo>
                    <a:pt x="914400" y="914400"/>
                  </a:moveTo>
                  <a:lnTo>
                    <a:pt x="919383" y="914400"/>
                  </a:lnTo>
                  <a:lnTo>
                    <a:pt x="915603" y="919490"/>
                  </a:lnTo>
                  <a:lnTo>
                    <a:pt x="914400" y="92093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h5914"/>
            <p:cNvSpPr/>
            <p:nvPr/>
          </p:nvSpPr>
          <p:spPr>
            <a:xfrm>
              <a:off x="2100433" y="1412291"/>
              <a:ext cx="914400" cy="917025"/>
            </a:xfrm>
            <a:custGeom>
              <a:avLst/>
              <a:pathLst>
                <a:path w="914400" h="917025">
                  <a:moveTo>
                    <a:pt x="914400" y="914399"/>
                  </a:moveTo>
                  <a:lnTo>
                    <a:pt x="914400" y="917025"/>
                  </a:lnTo>
                  <a:lnTo>
                    <a:pt x="913924" y="916179"/>
                  </a:lnTo>
                  <a:lnTo>
                    <a:pt x="912923" y="91439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h5915"/>
            <p:cNvSpPr/>
            <p:nvPr/>
          </p:nvSpPr>
          <p:spPr>
            <a:xfrm>
              <a:off x="210043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1060" y="931969"/>
                  </a:lnTo>
                  <a:lnTo>
                    <a:pt x="920102" y="929792"/>
                  </a:lnTo>
                  <a:lnTo>
                    <a:pt x="919033" y="927367"/>
                  </a:lnTo>
                  <a:lnTo>
                    <a:pt x="917964" y="924941"/>
                  </a:lnTo>
                  <a:lnTo>
                    <a:pt x="916895" y="922516"/>
                  </a:lnTo>
                  <a:lnTo>
                    <a:pt x="915825" y="920091"/>
                  </a:lnTo>
                  <a:lnTo>
                    <a:pt x="914738" y="917627"/>
                  </a:lnTo>
                  <a:lnTo>
                    <a:pt x="914400" y="917025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h5916"/>
            <p:cNvSpPr/>
            <p:nvPr/>
          </p:nvSpPr>
          <p:spPr>
            <a:xfrm>
              <a:off x="210987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h5917"/>
            <p:cNvSpPr/>
            <p:nvPr/>
          </p:nvSpPr>
          <p:spPr>
            <a:xfrm>
              <a:off x="211931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h5918"/>
            <p:cNvSpPr/>
            <p:nvPr/>
          </p:nvSpPr>
          <p:spPr>
            <a:xfrm>
              <a:off x="212875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h5919"/>
            <p:cNvSpPr/>
            <p:nvPr/>
          </p:nvSpPr>
          <p:spPr>
            <a:xfrm>
              <a:off x="213819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h5920"/>
            <p:cNvSpPr/>
            <p:nvPr/>
          </p:nvSpPr>
          <p:spPr>
            <a:xfrm>
              <a:off x="214763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h5921"/>
            <p:cNvSpPr/>
            <p:nvPr/>
          </p:nvSpPr>
          <p:spPr>
            <a:xfrm>
              <a:off x="215707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h5922"/>
            <p:cNvSpPr/>
            <p:nvPr/>
          </p:nvSpPr>
          <p:spPr>
            <a:xfrm>
              <a:off x="216651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h5923"/>
            <p:cNvSpPr/>
            <p:nvPr/>
          </p:nvSpPr>
          <p:spPr>
            <a:xfrm>
              <a:off x="217595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h5924"/>
            <p:cNvSpPr/>
            <p:nvPr/>
          </p:nvSpPr>
          <p:spPr>
            <a:xfrm>
              <a:off x="218539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h5925"/>
            <p:cNvSpPr/>
            <p:nvPr/>
          </p:nvSpPr>
          <p:spPr>
            <a:xfrm>
              <a:off x="219483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h5926"/>
            <p:cNvSpPr/>
            <p:nvPr/>
          </p:nvSpPr>
          <p:spPr>
            <a:xfrm>
              <a:off x="220427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h5927"/>
            <p:cNvSpPr/>
            <p:nvPr/>
          </p:nvSpPr>
          <p:spPr>
            <a:xfrm>
              <a:off x="221371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h5928"/>
            <p:cNvSpPr/>
            <p:nvPr/>
          </p:nvSpPr>
          <p:spPr>
            <a:xfrm>
              <a:off x="222315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h5929"/>
            <p:cNvSpPr/>
            <p:nvPr/>
          </p:nvSpPr>
          <p:spPr>
            <a:xfrm>
              <a:off x="223259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h5930"/>
            <p:cNvSpPr/>
            <p:nvPr/>
          </p:nvSpPr>
          <p:spPr>
            <a:xfrm>
              <a:off x="224203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h5931"/>
            <p:cNvSpPr/>
            <p:nvPr/>
          </p:nvSpPr>
          <p:spPr>
            <a:xfrm>
              <a:off x="225147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h5932"/>
            <p:cNvSpPr/>
            <p:nvPr/>
          </p:nvSpPr>
          <p:spPr>
            <a:xfrm>
              <a:off x="226091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h5933"/>
            <p:cNvSpPr/>
            <p:nvPr/>
          </p:nvSpPr>
          <p:spPr>
            <a:xfrm>
              <a:off x="227035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h5934"/>
            <p:cNvSpPr/>
            <p:nvPr/>
          </p:nvSpPr>
          <p:spPr>
            <a:xfrm>
              <a:off x="227979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h5935"/>
            <p:cNvSpPr/>
            <p:nvPr/>
          </p:nvSpPr>
          <p:spPr>
            <a:xfrm>
              <a:off x="228923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h5936"/>
            <p:cNvSpPr/>
            <p:nvPr/>
          </p:nvSpPr>
          <p:spPr>
            <a:xfrm>
              <a:off x="229867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h5937"/>
            <p:cNvSpPr/>
            <p:nvPr/>
          </p:nvSpPr>
          <p:spPr>
            <a:xfrm>
              <a:off x="230811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h5938"/>
            <p:cNvSpPr/>
            <p:nvPr/>
          </p:nvSpPr>
          <p:spPr>
            <a:xfrm>
              <a:off x="231755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h5939"/>
            <p:cNvSpPr/>
            <p:nvPr/>
          </p:nvSpPr>
          <p:spPr>
            <a:xfrm>
              <a:off x="232699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h5940"/>
            <p:cNvSpPr/>
            <p:nvPr/>
          </p:nvSpPr>
          <p:spPr>
            <a:xfrm>
              <a:off x="233643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h5941"/>
            <p:cNvSpPr/>
            <p:nvPr/>
          </p:nvSpPr>
          <p:spPr>
            <a:xfrm>
              <a:off x="234587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h5942"/>
            <p:cNvSpPr/>
            <p:nvPr/>
          </p:nvSpPr>
          <p:spPr>
            <a:xfrm>
              <a:off x="235531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h5943"/>
            <p:cNvSpPr/>
            <p:nvPr/>
          </p:nvSpPr>
          <p:spPr>
            <a:xfrm>
              <a:off x="2364760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h5944"/>
            <p:cNvSpPr/>
            <p:nvPr/>
          </p:nvSpPr>
          <p:spPr>
            <a:xfrm>
              <a:off x="237420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h5945"/>
            <p:cNvSpPr/>
            <p:nvPr/>
          </p:nvSpPr>
          <p:spPr>
            <a:xfrm>
              <a:off x="2383640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h5946"/>
            <p:cNvSpPr/>
            <p:nvPr/>
          </p:nvSpPr>
          <p:spPr>
            <a:xfrm>
              <a:off x="239308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h5947"/>
            <p:cNvSpPr/>
            <p:nvPr/>
          </p:nvSpPr>
          <p:spPr>
            <a:xfrm>
              <a:off x="2402521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h5948"/>
            <p:cNvSpPr/>
            <p:nvPr/>
          </p:nvSpPr>
          <p:spPr>
            <a:xfrm>
              <a:off x="2411961" y="1429861"/>
              <a:ext cx="918446" cy="914400"/>
            </a:xfrm>
            <a:custGeom>
              <a:avLst/>
              <a:pathLst>
                <a:path w="91844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446" y="896830"/>
                  </a:lnTo>
                  <a:lnTo>
                    <a:pt x="918127" y="899451"/>
                  </a:lnTo>
                  <a:lnTo>
                    <a:pt x="916531" y="910000"/>
                  </a:lnTo>
                  <a:lnTo>
                    <a:pt x="915731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h5949"/>
            <p:cNvSpPr/>
            <p:nvPr/>
          </p:nvSpPr>
          <p:spPr>
            <a:xfrm>
              <a:off x="3119979" y="1412291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76" y="931969"/>
                  </a:lnTo>
                  <a:lnTo>
                    <a:pt x="906143" y="928073"/>
                  </a:lnTo>
                  <a:lnTo>
                    <a:pt x="908447" y="918011"/>
                  </a:lnTo>
                  <a:lnTo>
                    <a:pt x="909396" y="91439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h5950"/>
            <p:cNvSpPr/>
            <p:nvPr/>
          </p:nvSpPr>
          <p:spPr>
            <a:xfrm>
              <a:off x="311997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h5951"/>
            <p:cNvSpPr/>
            <p:nvPr/>
          </p:nvSpPr>
          <p:spPr>
            <a:xfrm>
              <a:off x="312941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h5952"/>
            <p:cNvSpPr/>
            <p:nvPr/>
          </p:nvSpPr>
          <p:spPr>
            <a:xfrm>
              <a:off x="313885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h5953"/>
            <p:cNvSpPr/>
            <p:nvPr/>
          </p:nvSpPr>
          <p:spPr>
            <a:xfrm>
              <a:off x="3148299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h5954"/>
            <p:cNvSpPr/>
            <p:nvPr/>
          </p:nvSpPr>
          <p:spPr>
            <a:xfrm>
              <a:off x="315774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h5955"/>
            <p:cNvSpPr/>
            <p:nvPr/>
          </p:nvSpPr>
          <p:spPr>
            <a:xfrm>
              <a:off x="3167180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h5956"/>
            <p:cNvSpPr/>
            <p:nvPr/>
          </p:nvSpPr>
          <p:spPr>
            <a:xfrm>
              <a:off x="317662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h5957"/>
            <p:cNvSpPr/>
            <p:nvPr/>
          </p:nvSpPr>
          <p:spPr>
            <a:xfrm>
              <a:off x="318606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h5958"/>
            <p:cNvSpPr/>
            <p:nvPr/>
          </p:nvSpPr>
          <p:spPr>
            <a:xfrm>
              <a:off x="319550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h5959"/>
            <p:cNvSpPr/>
            <p:nvPr/>
          </p:nvSpPr>
          <p:spPr>
            <a:xfrm>
              <a:off x="3204941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h5960"/>
            <p:cNvSpPr/>
            <p:nvPr/>
          </p:nvSpPr>
          <p:spPr>
            <a:xfrm>
              <a:off x="3214381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h5961"/>
            <p:cNvSpPr/>
            <p:nvPr/>
          </p:nvSpPr>
          <p:spPr>
            <a:xfrm>
              <a:off x="322382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h5962"/>
            <p:cNvSpPr/>
            <p:nvPr/>
          </p:nvSpPr>
          <p:spPr>
            <a:xfrm>
              <a:off x="323326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h5963"/>
            <p:cNvSpPr/>
            <p:nvPr/>
          </p:nvSpPr>
          <p:spPr>
            <a:xfrm>
              <a:off x="324270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h5964"/>
            <p:cNvSpPr/>
            <p:nvPr/>
          </p:nvSpPr>
          <p:spPr>
            <a:xfrm>
              <a:off x="325214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h5965"/>
            <p:cNvSpPr/>
            <p:nvPr/>
          </p:nvSpPr>
          <p:spPr>
            <a:xfrm>
              <a:off x="326158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h5966"/>
            <p:cNvSpPr/>
            <p:nvPr/>
          </p:nvSpPr>
          <p:spPr>
            <a:xfrm>
              <a:off x="327102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h5967"/>
            <p:cNvSpPr/>
            <p:nvPr/>
          </p:nvSpPr>
          <p:spPr>
            <a:xfrm>
              <a:off x="328046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h5968"/>
            <p:cNvSpPr/>
            <p:nvPr/>
          </p:nvSpPr>
          <p:spPr>
            <a:xfrm>
              <a:off x="328990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h5969"/>
            <p:cNvSpPr/>
            <p:nvPr/>
          </p:nvSpPr>
          <p:spPr>
            <a:xfrm>
              <a:off x="329934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h5970"/>
            <p:cNvSpPr/>
            <p:nvPr/>
          </p:nvSpPr>
          <p:spPr>
            <a:xfrm>
              <a:off x="330878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h5971"/>
            <p:cNvSpPr/>
            <p:nvPr/>
          </p:nvSpPr>
          <p:spPr>
            <a:xfrm>
              <a:off x="331822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h5972"/>
            <p:cNvSpPr/>
            <p:nvPr/>
          </p:nvSpPr>
          <p:spPr>
            <a:xfrm>
              <a:off x="332766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h5973"/>
            <p:cNvSpPr/>
            <p:nvPr/>
          </p:nvSpPr>
          <p:spPr>
            <a:xfrm>
              <a:off x="333710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h5974"/>
            <p:cNvSpPr/>
            <p:nvPr/>
          </p:nvSpPr>
          <p:spPr>
            <a:xfrm>
              <a:off x="334654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h5975"/>
            <p:cNvSpPr/>
            <p:nvPr/>
          </p:nvSpPr>
          <p:spPr>
            <a:xfrm>
              <a:off x="335598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h5976"/>
            <p:cNvSpPr/>
            <p:nvPr/>
          </p:nvSpPr>
          <p:spPr>
            <a:xfrm>
              <a:off x="336542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h5977"/>
            <p:cNvSpPr/>
            <p:nvPr/>
          </p:nvSpPr>
          <p:spPr>
            <a:xfrm>
              <a:off x="337486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h5978"/>
            <p:cNvSpPr/>
            <p:nvPr/>
          </p:nvSpPr>
          <p:spPr>
            <a:xfrm>
              <a:off x="338430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h5979"/>
            <p:cNvSpPr/>
            <p:nvPr/>
          </p:nvSpPr>
          <p:spPr>
            <a:xfrm>
              <a:off x="339374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h5980"/>
            <p:cNvSpPr/>
            <p:nvPr/>
          </p:nvSpPr>
          <p:spPr>
            <a:xfrm>
              <a:off x="340318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h5981"/>
            <p:cNvSpPr/>
            <p:nvPr/>
          </p:nvSpPr>
          <p:spPr>
            <a:xfrm>
              <a:off x="341262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h5982"/>
            <p:cNvSpPr/>
            <p:nvPr/>
          </p:nvSpPr>
          <p:spPr>
            <a:xfrm>
              <a:off x="342206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h5983"/>
            <p:cNvSpPr/>
            <p:nvPr/>
          </p:nvSpPr>
          <p:spPr>
            <a:xfrm>
              <a:off x="343150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h5984"/>
            <p:cNvSpPr/>
            <p:nvPr/>
          </p:nvSpPr>
          <p:spPr>
            <a:xfrm>
              <a:off x="344094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h5985"/>
            <p:cNvSpPr/>
            <p:nvPr/>
          </p:nvSpPr>
          <p:spPr>
            <a:xfrm>
              <a:off x="345038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h5986"/>
            <p:cNvSpPr/>
            <p:nvPr/>
          </p:nvSpPr>
          <p:spPr>
            <a:xfrm>
              <a:off x="345982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h5987"/>
            <p:cNvSpPr/>
            <p:nvPr/>
          </p:nvSpPr>
          <p:spPr>
            <a:xfrm>
              <a:off x="346926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h5988"/>
            <p:cNvSpPr/>
            <p:nvPr/>
          </p:nvSpPr>
          <p:spPr>
            <a:xfrm>
              <a:off x="347870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h5989"/>
            <p:cNvSpPr/>
            <p:nvPr/>
          </p:nvSpPr>
          <p:spPr>
            <a:xfrm>
              <a:off x="348814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h5990"/>
            <p:cNvSpPr/>
            <p:nvPr/>
          </p:nvSpPr>
          <p:spPr>
            <a:xfrm>
              <a:off x="349758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h5991"/>
            <p:cNvSpPr/>
            <p:nvPr/>
          </p:nvSpPr>
          <p:spPr>
            <a:xfrm>
              <a:off x="350702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h5992"/>
            <p:cNvSpPr/>
            <p:nvPr/>
          </p:nvSpPr>
          <p:spPr>
            <a:xfrm>
              <a:off x="351646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h5993"/>
            <p:cNvSpPr/>
            <p:nvPr/>
          </p:nvSpPr>
          <p:spPr>
            <a:xfrm>
              <a:off x="352590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h5994"/>
            <p:cNvSpPr/>
            <p:nvPr/>
          </p:nvSpPr>
          <p:spPr>
            <a:xfrm>
              <a:off x="353534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h5995"/>
            <p:cNvSpPr/>
            <p:nvPr/>
          </p:nvSpPr>
          <p:spPr>
            <a:xfrm>
              <a:off x="354479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h5996"/>
            <p:cNvSpPr/>
            <p:nvPr/>
          </p:nvSpPr>
          <p:spPr>
            <a:xfrm>
              <a:off x="355423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h5997"/>
            <p:cNvSpPr/>
            <p:nvPr/>
          </p:nvSpPr>
          <p:spPr>
            <a:xfrm>
              <a:off x="356367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h5998"/>
            <p:cNvSpPr/>
            <p:nvPr/>
          </p:nvSpPr>
          <p:spPr>
            <a:xfrm>
              <a:off x="357311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h5999"/>
            <p:cNvSpPr/>
            <p:nvPr/>
          </p:nvSpPr>
          <p:spPr>
            <a:xfrm>
              <a:off x="358255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h6000"/>
            <p:cNvSpPr/>
            <p:nvPr/>
          </p:nvSpPr>
          <p:spPr>
            <a:xfrm>
              <a:off x="359199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h6001"/>
            <p:cNvSpPr/>
            <p:nvPr/>
          </p:nvSpPr>
          <p:spPr>
            <a:xfrm>
              <a:off x="360143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h6002"/>
            <p:cNvSpPr/>
            <p:nvPr/>
          </p:nvSpPr>
          <p:spPr>
            <a:xfrm>
              <a:off x="361087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h6003"/>
            <p:cNvSpPr/>
            <p:nvPr/>
          </p:nvSpPr>
          <p:spPr>
            <a:xfrm>
              <a:off x="362031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h6004"/>
            <p:cNvSpPr/>
            <p:nvPr/>
          </p:nvSpPr>
          <p:spPr>
            <a:xfrm>
              <a:off x="362975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h6005"/>
            <p:cNvSpPr/>
            <p:nvPr/>
          </p:nvSpPr>
          <p:spPr>
            <a:xfrm>
              <a:off x="363919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h6006"/>
            <p:cNvSpPr/>
            <p:nvPr/>
          </p:nvSpPr>
          <p:spPr>
            <a:xfrm>
              <a:off x="364863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h6007"/>
            <p:cNvSpPr/>
            <p:nvPr/>
          </p:nvSpPr>
          <p:spPr>
            <a:xfrm>
              <a:off x="365807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h6008"/>
            <p:cNvSpPr/>
            <p:nvPr/>
          </p:nvSpPr>
          <p:spPr>
            <a:xfrm>
              <a:off x="366751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h6009"/>
            <p:cNvSpPr/>
            <p:nvPr/>
          </p:nvSpPr>
          <p:spPr>
            <a:xfrm>
              <a:off x="367695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h6010"/>
            <p:cNvSpPr/>
            <p:nvPr/>
          </p:nvSpPr>
          <p:spPr>
            <a:xfrm>
              <a:off x="368639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h6011"/>
            <p:cNvSpPr/>
            <p:nvPr/>
          </p:nvSpPr>
          <p:spPr>
            <a:xfrm>
              <a:off x="369583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h6012"/>
            <p:cNvSpPr/>
            <p:nvPr/>
          </p:nvSpPr>
          <p:spPr>
            <a:xfrm>
              <a:off x="370527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h6013"/>
            <p:cNvSpPr/>
            <p:nvPr/>
          </p:nvSpPr>
          <p:spPr>
            <a:xfrm>
              <a:off x="371471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h6014"/>
            <p:cNvSpPr/>
            <p:nvPr/>
          </p:nvSpPr>
          <p:spPr>
            <a:xfrm>
              <a:off x="372415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h6015"/>
            <p:cNvSpPr/>
            <p:nvPr/>
          </p:nvSpPr>
          <p:spPr>
            <a:xfrm>
              <a:off x="3733594" y="142986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867"/>
                  </a:lnTo>
                  <a:lnTo>
                    <a:pt x="920404" y="913025"/>
                  </a:lnTo>
                  <a:lnTo>
                    <a:pt x="91938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h6016"/>
            <p:cNvSpPr/>
            <p:nvPr/>
          </p:nvSpPr>
          <p:spPr>
            <a:xfrm>
              <a:off x="3743035" y="1412291"/>
              <a:ext cx="921017" cy="925437"/>
            </a:xfrm>
            <a:custGeom>
              <a:avLst/>
              <a:pathLst>
                <a:path w="921017" h="925437">
                  <a:moveTo>
                    <a:pt x="914400" y="914399"/>
                  </a:moveTo>
                  <a:lnTo>
                    <a:pt x="921017" y="914399"/>
                  </a:lnTo>
                  <a:lnTo>
                    <a:pt x="919987" y="916308"/>
                  </a:lnTo>
                  <a:lnTo>
                    <a:pt x="915576" y="923671"/>
                  </a:lnTo>
                  <a:lnTo>
                    <a:pt x="914400" y="92543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h6017"/>
            <p:cNvSpPr/>
            <p:nvPr/>
          </p:nvSpPr>
          <p:spPr>
            <a:xfrm>
              <a:off x="2090993" y="1394721"/>
              <a:ext cx="914400" cy="917829"/>
            </a:xfrm>
            <a:custGeom>
              <a:avLst/>
              <a:pathLst>
                <a:path w="914400" h="917829">
                  <a:moveTo>
                    <a:pt x="914400" y="914400"/>
                  </a:moveTo>
                  <a:lnTo>
                    <a:pt x="914400" y="917829"/>
                  </a:lnTo>
                  <a:lnTo>
                    <a:pt x="914270" y="917600"/>
                  </a:lnTo>
                  <a:lnTo>
                    <a:pt x="913132" y="915582"/>
                  </a:lnTo>
                  <a:lnTo>
                    <a:pt x="912465" y="914400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h6018"/>
            <p:cNvSpPr/>
            <p:nvPr/>
          </p:nvSpPr>
          <p:spPr>
            <a:xfrm>
              <a:off x="209099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364" y="931969"/>
                  </a:lnTo>
                  <a:lnTo>
                    <a:pt x="922229" y="931730"/>
                  </a:lnTo>
                  <a:lnTo>
                    <a:pt x="921093" y="929711"/>
                  </a:lnTo>
                  <a:lnTo>
                    <a:pt x="919957" y="927692"/>
                  </a:lnTo>
                  <a:lnTo>
                    <a:pt x="918820" y="925673"/>
                  </a:lnTo>
                  <a:lnTo>
                    <a:pt x="917683" y="923655"/>
                  </a:lnTo>
                  <a:lnTo>
                    <a:pt x="916546" y="921636"/>
                  </a:lnTo>
                  <a:lnTo>
                    <a:pt x="915408" y="919618"/>
                  </a:lnTo>
                  <a:lnTo>
                    <a:pt x="914400" y="91782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h6019"/>
            <p:cNvSpPr/>
            <p:nvPr/>
          </p:nvSpPr>
          <p:spPr>
            <a:xfrm>
              <a:off x="210043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h6020"/>
            <p:cNvSpPr/>
            <p:nvPr/>
          </p:nvSpPr>
          <p:spPr>
            <a:xfrm>
              <a:off x="210987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h6021"/>
            <p:cNvSpPr/>
            <p:nvPr/>
          </p:nvSpPr>
          <p:spPr>
            <a:xfrm>
              <a:off x="211931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h6022"/>
            <p:cNvSpPr/>
            <p:nvPr/>
          </p:nvSpPr>
          <p:spPr>
            <a:xfrm>
              <a:off x="212875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h6023"/>
            <p:cNvSpPr/>
            <p:nvPr/>
          </p:nvSpPr>
          <p:spPr>
            <a:xfrm>
              <a:off x="213819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h6024"/>
            <p:cNvSpPr/>
            <p:nvPr/>
          </p:nvSpPr>
          <p:spPr>
            <a:xfrm>
              <a:off x="214763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h6025"/>
            <p:cNvSpPr/>
            <p:nvPr/>
          </p:nvSpPr>
          <p:spPr>
            <a:xfrm>
              <a:off x="215707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h6026"/>
            <p:cNvSpPr/>
            <p:nvPr/>
          </p:nvSpPr>
          <p:spPr>
            <a:xfrm>
              <a:off x="216651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h6027"/>
            <p:cNvSpPr/>
            <p:nvPr/>
          </p:nvSpPr>
          <p:spPr>
            <a:xfrm>
              <a:off x="217595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h6028"/>
            <p:cNvSpPr/>
            <p:nvPr/>
          </p:nvSpPr>
          <p:spPr>
            <a:xfrm>
              <a:off x="218539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h6029"/>
            <p:cNvSpPr/>
            <p:nvPr/>
          </p:nvSpPr>
          <p:spPr>
            <a:xfrm>
              <a:off x="219483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h6030"/>
            <p:cNvSpPr/>
            <p:nvPr/>
          </p:nvSpPr>
          <p:spPr>
            <a:xfrm>
              <a:off x="220427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h6031"/>
            <p:cNvSpPr/>
            <p:nvPr/>
          </p:nvSpPr>
          <p:spPr>
            <a:xfrm>
              <a:off x="221371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h6032"/>
            <p:cNvSpPr/>
            <p:nvPr/>
          </p:nvSpPr>
          <p:spPr>
            <a:xfrm>
              <a:off x="222315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h6033"/>
            <p:cNvSpPr/>
            <p:nvPr/>
          </p:nvSpPr>
          <p:spPr>
            <a:xfrm>
              <a:off x="223259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h6034"/>
            <p:cNvSpPr/>
            <p:nvPr/>
          </p:nvSpPr>
          <p:spPr>
            <a:xfrm>
              <a:off x="224203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h6035"/>
            <p:cNvSpPr/>
            <p:nvPr/>
          </p:nvSpPr>
          <p:spPr>
            <a:xfrm>
              <a:off x="225147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h6036"/>
            <p:cNvSpPr/>
            <p:nvPr/>
          </p:nvSpPr>
          <p:spPr>
            <a:xfrm>
              <a:off x="226091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h6037"/>
            <p:cNvSpPr/>
            <p:nvPr/>
          </p:nvSpPr>
          <p:spPr>
            <a:xfrm>
              <a:off x="227035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h6038"/>
            <p:cNvSpPr/>
            <p:nvPr/>
          </p:nvSpPr>
          <p:spPr>
            <a:xfrm>
              <a:off x="227979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h6039"/>
            <p:cNvSpPr/>
            <p:nvPr/>
          </p:nvSpPr>
          <p:spPr>
            <a:xfrm>
              <a:off x="228923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h6040"/>
            <p:cNvSpPr/>
            <p:nvPr/>
          </p:nvSpPr>
          <p:spPr>
            <a:xfrm>
              <a:off x="229867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h6041"/>
            <p:cNvSpPr/>
            <p:nvPr/>
          </p:nvSpPr>
          <p:spPr>
            <a:xfrm>
              <a:off x="230811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h6042"/>
            <p:cNvSpPr/>
            <p:nvPr/>
          </p:nvSpPr>
          <p:spPr>
            <a:xfrm>
              <a:off x="231755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h6043"/>
            <p:cNvSpPr/>
            <p:nvPr/>
          </p:nvSpPr>
          <p:spPr>
            <a:xfrm>
              <a:off x="232699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h6044"/>
            <p:cNvSpPr/>
            <p:nvPr/>
          </p:nvSpPr>
          <p:spPr>
            <a:xfrm>
              <a:off x="233643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h6045"/>
            <p:cNvSpPr/>
            <p:nvPr/>
          </p:nvSpPr>
          <p:spPr>
            <a:xfrm>
              <a:off x="234587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h6046"/>
            <p:cNvSpPr/>
            <p:nvPr/>
          </p:nvSpPr>
          <p:spPr>
            <a:xfrm>
              <a:off x="235531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h6047"/>
            <p:cNvSpPr/>
            <p:nvPr/>
          </p:nvSpPr>
          <p:spPr>
            <a:xfrm>
              <a:off x="2364760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h6048"/>
            <p:cNvSpPr/>
            <p:nvPr/>
          </p:nvSpPr>
          <p:spPr>
            <a:xfrm>
              <a:off x="237420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h6049"/>
            <p:cNvSpPr/>
            <p:nvPr/>
          </p:nvSpPr>
          <p:spPr>
            <a:xfrm>
              <a:off x="2383640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h6050"/>
            <p:cNvSpPr/>
            <p:nvPr/>
          </p:nvSpPr>
          <p:spPr>
            <a:xfrm>
              <a:off x="239308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h6051"/>
            <p:cNvSpPr/>
            <p:nvPr/>
          </p:nvSpPr>
          <p:spPr>
            <a:xfrm>
              <a:off x="2402521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h6052"/>
            <p:cNvSpPr/>
            <p:nvPr/>
          </p:nvSpPr>
          <p:spPr>
            <a:xfrm>
              <a:off x="2411961" y="1412291"/>
              <a:ext cx="920306" cy="914399"/>
            </a:xfrm>
            <a:custGeom>
              <a:avLst/>
              <a:pathLst>
                <a:path w="920306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306" y="896830"/>
                  </a:lnTo>
                  <a:lnTo>
                    <a:pt x="919427" y="906332"/>
                  </a:lnTo>
                  <a:lnTo>
                    <a:pt x="918446" y="91439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h6053"/>
            <p:cNvSpPr/>
            <p:nvPr/>
          </p:nvSpPr>
          <p:spPr>
            <a:xfrm>
              <a:off x="3119979" y="141229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9396" y="914399"/>
                  </a:lnTo>
                  <a:lnTo>
                    <a:pt x="911028" y="908185"/>
                  </a:lnTo>
                  <a:lnTo>
                    <a:pt x="913880" y="898621"/>
                  </a:lnTo>
                  <a:lnTo>
                    <a:pt x="914400" y="897073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h6054"/>
            <p:cNvSpPr/>
            <p:nvPr/>
          </p:nvSpPr>
          <p:spPr>
            <a:xfrm>
              <a:off x="3129419" y="139472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643"/>
                  </a:lnTo>
                  <a:lnTo>
                    <a:pt x="905041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h6055"/>
            <p:cNvSpPr/>
            <p:nvPr/>
          </p:nvSpPr>
          <p:spPr>
            <a:xfrm>
              <a:off x="312941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h6056"/>
            <p:cNvSpPr/>
            <p:nvPr/>
          </p:nvSpPr>
          <p:spPr>
            <a:xfrm>
              <a:off x="313885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h6057"/>
            <p:cNvSpPr/>
            <p:nvPr/>
          </p:nvSpPr>
          <p:spPr>
            <a:xfrm>
              <a:off x="3148299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h6058"/>
            <p:cNvSpPr/>
            <p:nvPr/>
          </p:nvSpPr>
          <p:spPr>
            <a:xfrm>
              <a:off x="315774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h6059"/>
            <p:cNvSpPr/>
            <p:nvPr/>
          </p:nvSpPr>
          <p:spPr>
            <a:xfrm>
              <a:off x="3167180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h6060"/>
            <p:cNvSpPr/>
            <p:nvPr/>
          </p:nvSpPr>
          <p:spPr>
            <a:xfrm>
              <a:off x="317662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h6061"/>
            <p:cNvSpPr/>
            <p:nvPr/>
          </p:nvSpPr>
          <p:spPr>
            <a:xfrm>
              <a:off x="318606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h6062"/>
            <p:cNvSpPr/>
            <p:nvPr/>
          </p:nvSpPr>
          <p:spPr>
            <a:xfrm>
              <a:off x="319550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h6063"/>
            <p:cNvSpPr/>
            <p:nvPr/>
          </p:nvSpPr>
          <p:spPr>
            <a:xfrm>
              <a:off x="3204941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h6064"/>
            <p:cNvSpPr/>
            <p:nvPr/>
          </p:nvSpPr>
          <p:spPr>
            <a:xfrm>
              <a:off x="3214381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h6065"/>
            <p:cNvSpPr/>
            <p:nvPr/>
          </p:nvSpPr>
          <p:spPr>
            <a:xfrm>
              <a:off x="322382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h6066"/>
            <p:cNvSpPr/>
            <p:nvPr/>
          </p:nvSpPr>
          <p:spPr>
            <a:xfrm>
              <a:off x="323326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h6067"/>
            <p:cNvSpPr/>
            <p:nvPr/>
          </p:nvSpPr>
          <p:spPr>
            <a:xfrm>
              <a:off x="324270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h6068"/>
            <p:cNvSpPr/>
            <p:nvPr/>
          </p:nvSpPr>
          <p:spPr>
            <a:xfrm>
              <a:off x="325214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h6069"/>
            <p:cNvSpPr/>
            <p:nvPr/>
          </p:nvSpPr>
          <p:spPr>
            <a:xfrm>
              <a:off x="326158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h6070"/>
            <p:cNvSpPr/>
            <p:nvPr/>
          </p:nvSpPr>
          <p:spPr>
            <a:xfrm>
              <a:off x="327102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h6071"/>
            <p:cNvSpPr/>
            <p:nvPr/>
          </p:nvSpPr>
          <p:spPr>
            <a:xfrm>
              <a:off x="328046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h6072"/>
            <p:cNvSpPr/>
            <p:nvPr/>
          </p:nvSpPr>
          <p:spPr>
            <a:xfrm>
              <a:off x="328990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h6073"/>
            <p:cNvSpPr/>
            <p:nvPr/>
          </p:nvSpPr>
          <p:spPr>
            <a:xfrm>
              <a:off x="329934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h6074"/>
            <p:cNvSpPr/>
            <p:nvPr/>
          </p:nvSpPr>
          <p:spPr>
            <a:xfrm>
              <a:off x="330878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h6075"/>
            <p:cNvSpPr/>
            <p:nvPr/>
          </p:nvSpPr>
          <p:spPr>
            <a:xfrm>
              <a:off x="331822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h6076"/>
            <p:cNvSpPr/>
            <p:nvPr/>
          </p:nvSpPr>
          <p:spPr>
            <a:xfrm>
              <a:off x="332766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h6077"/>
            <p:cNvSpPr/>
            <p:nvPr/>
          </p:nvSpPr>
          <p:spPr>
            <a:xfrm>
              <a:off x="333710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h6078"/>
            <p:cNvSpPr/>
            <p:nvPr/>
          </p:nvSpPr>
          <p:spPr>
            <a:xfrm>
              <a:off x="334654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h6079"/>
            <p:cNvSpPr/>
            <p:nvPr/>
          </p:nvSpPr>
          <p:spPr>
            <a:xfrm>
              <a:off x="335598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h6080"/>
            <p:cNvSpPr/>
            <p:nvPr/>
          </p:nvSpPr>
          <p:spPr>
            <a:xfrm>
              <a:off x="336542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h6081"/>
            <p:cNvSpPr/>
            <p:nvPr/>
          </p:nvSpPr>
          <p:spPr>
            <a:xfrm>
              <a:off x="337486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h6082"/>
            <p:cNvSpPr/>
            <p:nvPr/>
          </p:nvSpPr>
          <p:spPr>
            <a:xfrm>
              <a:off x="338430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h6083"/>
            <p:cNvSpPr/>
            <p:nvPr/>
          </p:nvSpPr>
          <p:spPr>
            <a:xfrm>
              <a:off x="339374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h6084"/>
            <p:cNvSpPr/>
            <p:nvPr/>
          </p:nvSpPr>
          <p:spPr>
            <a:xfrm>
              <a:off x="340318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h6085"/>
            <p:cNvSpPr/>
            <p:nvPr/>
          </p:nvSpPr>
          <p:spPr>
            <a:xfrm>
              <a:off x="341262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h6086"/>
            <p:cNvSpPr/>
            <p:nvPr/>
          </p:nvSpPr>
          <p:spPr>
            <a:xfrm>
              <a:off x="342206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h6087"/>
            <p:cNvSpPr/>
            <p:nvPr/>
          </p:nvSpPr>
          <p:spPr>
            <a:xfrm>
              <a:off x="343150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h6088"/>
            <p:cNvSpPr/>
            <p:nvPr/>
          </p:nvSpPr>
          <p:spPr>
            <a:xfrm>
              <a:off x="344094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h6089"/>
            <p:cNvSpPr/>
            <p:nvPr/>
          </p:nvSpPr>
          <p:spPr>
            <a:xfrm>
              <a:off x="345038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h6090"/>
            <p:cNvSpPr/>
            <p:nvPr/>
          </p:nvSpPr>
          <p:spPr>
            <a:xfrm>
              <a:off x="345982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h6091"/>
            <p:cNvSpPr/>
            <p:nvPr/>
          </p:nvSpPr>
          <p:spPr>
            <a:xfrm>
              <a:off x="346926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h6092"/>
            <p:cNvSpPr/>
            <p:nvPr/>
          </p:nvSpPr>
          <p:spPr>
            <a:xfrm>
              <a:off x="347870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h6093"/>
            <p:cNvSpPr/>
            <p:nvPr/>
          </p:nvSpPr>
          <p:spPr>
            <a:xfrm>
              <a:off x="348814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h6094"/>
            <p:cNvSpPr/>
            <p:nvPr/>
          </p:nvSpPr>
          <p:spPr>
            <a:xfrm>
              <a:off x="349758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h6095"/>
            <p:cNvSpPr/>
            <p:nvPr/>
          </p:nvSpPr>
          <p:spPr>
            <a:xfrm>
              <a:off x="350702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h6096"/>
            <p:cNvSpPr/>
            <p:nvPr/>
          </p:nvSpPr>
          <p:spPr>
            <a:xfrm>
              <a:off x="351646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h6097"/>
            <p:cNvSpPr/>
            <p:nvPr/>
          </p:nvSpPr>
          <p:spPr>
            <a:xfrm>
              <a:off x="352590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h6098"/>
            <p:cNvSpPr/>
            <p:nvPr/>
          </p:nvSpPr>
          <p:spPr>
            <a:xfrm>
              <a:off x="353534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h6099"/>
            <p:cNvSpPr/>
            <p:nvPr/>
          </p:nvSpPr>
          <p:spPr>
            <a:xfrm>
              <a:off x="354479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h6100"/>
            <p:cNvSpPr/>
            <p:nvPr/>
          </p:nvSpPr>
          <p:spPr>
            <a:xfrm>
              <a:off x="355423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h6101"/>
            <p:cNvSpPr/>
            <p:nvPr/>
          </p:nvSpPr>
          <p:spPr>
            <a:xfrm>
              <a:off x="356367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h6102"/>
            <p:cNvSpPr/>
            <p:nvPr/>
          </p:nvSpPr>
          <p:spPr>
            <a:xfrm>
              <a:off x="357311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h6103"/>
            <p:cNvSpPr/>
            <p:nvPr/>
          </p:nvSpPr>
          <p:spPr>
            <a:xfrm>
              <a:off x="358255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h6104"/>
            <p:cNvSpPr/>
            <p:nvPr/>
          </p:nvSpPr>
          <p:spPr>
            <a:xfrm>
              <a:off x="359199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h6105"/>
            <p:cNvSpPr/>
            <p:nvPr/>
          </p:nvSpPr>
          <p:spPr>
            <a:xfrm>
              <a:off x="360143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h6106"/>
            <p:cNvSpPr/>
            <p:nvPr/>
          </p:nvSpPr>
          <p:spPr>
            <a:xfrm>
              <a:off x="361087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h6107"/>
            <p:cNvSpPr/>
            <p:nvPr/>
          </p:nvSpPr>
          <p:spPr>
            <a:xfrm>
              <a:off x="362031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h6108"/>
            <p:cNvSpPr/>
            <p:nvPr/>
          </p:nvSpPr>
          <p:spPr>
            <a:xfrm>
              <a:off x="362975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h6109"/>
            <p:cNvSpPr/>
            <p:nvPr/>
          </p:nvSpPr>
          <p:spPr>
            <a:xfrm>
              <a:off x="363919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h6110"/>
            <p:cNvSpPr/>
            <p:nvPr/>
          </p:nvSpPr>
          <p:spPr>
            <a:xfrm>
              <a:off x="364863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h6111"/>
            <p:cNvSpPr/>
            <p:nvPr/>
          </p:nvSpPr>
          <p:spPr>
            <a:xfrm>
              <a:off x="365807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h6112"/>
            <p:cNvSpPr/>
            <p:nvPr/>
          </p:nvSpPr>
          <p:spPr>
            <a:xfrm>
              <a:off x="366751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h6113"/>
            <p:cNvSpPr/>
            <p:nvPr/>
          </p:nvSpPr>
          <p:spPr>
            <a:xfrm>
              <a:off x="367695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h6114"/>
            <p:cNvSpPr/>
            <p:nvPr/>
          </p:nvSpPr>
          <p:spPr>
            <a:xfrm>
              <a:off x="368639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h6115"/>
            <p:cNvSpPr/>
            <p:nvPr/>
          </p:nvSpPr>
          <p:spPr>
            <a:xfrm>
              <a:off x="369583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h6116"/>
            <p:cNvSpPr/>
            <p:nvPr/>
          </p:nvSpPr>
          <p:spPr>
            <a:xfrm>
              <a:off x="370527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h6117"/>
            <p:cNvSpPr/>
            <p:nvPr/>
          </p:nvSpPr>
          <p:spPr>
            <a:xfrm>
              <a:off x="371471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h6118"/>
            <p:cNvSpPr/>
            <p:nvPr/>
          </p:nvSpPr>
          <p:spPr>
            <a:xfrm>
              <a:off x="372415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h6119"/>
            <p:cNvSpPr/>
            <p:nvPr/>
          </p:nvSpPr>
          <p:spPr>
            <a:xfrm>
              <a:off x="373359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h6120"/>
            <p:cNvSpPr/>
            <p:nvPr/>
          </p:nvSpPr>
          <p:spPr>
            <a:xfrm>
              <a:off x="3743035" y="1412291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168"/>
                  </a:lnTo>
                  <a:lnTo>
                    <a:pt x="921017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h6121"/>
            <p:cNvSpPr/>
            <p:nvPr/>
          </p:nvSpPr>
          <p:spPr>
            <a:xfrm>
              <a:off x="3752475" y="1394721"/>
              <a:ext cx="920257" cy="926738"/>
            </a:xfrm>
            <a:custGeom>
              <a:avLst/>
              <a:pathLst>
                <a:path w="920257" h="926738">
                  <a:moveTo>
                    <a:pt x="914400" y="914400"/>
                  </a:moveTo>
                  <a:lnTo>
                    <a:pt x="920257" y="914400"/>
                  </a:lnTo>
                  <a:lnTo>
                    <a:pt x="918720" y="917915"/>
                  </a:lnTo>
                  <a:lnTo>
                    <a:pt x="914746" y="926095"/>
                  </a:lnTo>
                  <a:lnTo>
                    <a:pt x="914400" y="9267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h6122"/>
            <p:cNvSpPr/>
            <p:nvPr/>
          </p:nvSpPr>
          <p:spPr>
            <a:xfrm>
              <a:off x="2081552" y="1377151"/>
              <a:ext cx="914400" cy="917764"/>
            </a:xfrm>
            <a:custGeom>
              <a:avLst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2775" y="914400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h6123"/>
            <p:cNvSpPr/>
            <p:nvPr/>
          </p:nvSpPr>
          <p:spPr>
            <a:xfrm>
              <a:off x="208155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905" y="931969"/>
                  </a:lnTo>
                  <a:lnTo>
                    <a:pt x="921433" y="931134"/>
                  </a:lnTo>
                  <a:lnTo>
                    <a:pt x="920286" y="929101"/>
                  </a:lnTo>
                  <a:lnTo>
                    <a:pt x="916122" y="921332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h6124"/>
            <p:cNvSpPr/>
            <p:nvPr/>
          </p:nvSpPr>
          <p:spPr>
            <a:xfrm>
              <a:off x="209099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h6125"/>
            <p:cNvSpPr/>
            <p:nvPr/>
          </p:nvSpPr>
          <p:spPr>
            <a:xfrm>
              <a:off x="210043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h6126"/>
            <p:cNvSpPr/>
            <p:nvPr/>
          </p:nvSpPr>
          <p:spPr>
            <a:xfrm>
              <a:off x="210987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h6127"/>
            <p:cNvSpPr/>
            <p:nvPr/>
          </p:nvSpPr>
          <p:spPr>
            <a:xfrm>
              <a:off x="211931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h6128"/>
            <p:cNvSpPr/>
            <p:nvPr/>
          </p:nvSpPr>
          <p:spPr>
            <a:xfrm>
              <a:off x="212875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h6129"/>
            <p:cNvSpPr/>
            <p:nvPr/>
          </p:nvSpPr>
          <p:spPr>
            <a:xfrm>
              <a:off x="213819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h6130"/>
            <p:cNvSpPr/>
            <p:nvPr/>
          </p:nvSpPr>
          <p:spPr>
            <a:xfrm>
              <a:off x="214763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h6131"/>
            <p:cNvSpPr/>
            <p:nvPr/>
          </p:nvSpPr>
          <p:spPr>
            <a:xfrm>
              <a:off x="215707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h6132"/>
            <p:cNvSpPr/>
            <p:nvPr/>
          </p:nvSpPr>
          <p:spPr>
            <a:xfrm>
              <a:off x="216651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h6133"/>
            <p:cNvSpPr/>
            <p:nvPr/>
          </p:nvSpPr>
          <p:spPr>
            <a:xfrm>
              <a:off x="217595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h6134"/>
            <p:cNvSpPr/>
            <p:nvPr/>
          </p:nvSpPr>
          <p:spPr>
            <a:xfrm>
              <a:off x="218539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h6135"/>
            <p:cNvSpPr/>
            <p:nvPr/>
          </p:nvSpPr>
          <p:spPr>
            <a:xfrm>
              <a:off x="219483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h6136"/>
            <p:cNvSpPr/>
            <p:nvPr/>
          </p:nvSpPr>
          <p:spPr>
            <a:xfrm>
              <a:off x="220427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h6137"/>
            <p:cNvSpPr/>
            <p:nvPr/>
          </p:nvSpPr>
          <p:spPr>
            <a:xfrm>
              <a:off x="221371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h6138"/>
            <p:cNvSpPr/>
            <p:nvPr/>
          </p:nvSpPr>
          <p:spPr>
            <a:xfrm>
              <a:off x="222315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h6139"/>
            <p:cNvSpPr/>
            <p:nvPr/>
          </p:nvSpPr>
          <p:spPr>
            <a:xfrm>
              <a:off x="223259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h6140"/>
            <p:cNvSpPr/>
            <p:nvPr/>
          </p:nvSpPr>
          <p:spPr>
            <a:xfrm>
              <a:off x="224203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h6141"/>
            <p:cNvSpPr/>
            <p:nvPr/>
          </p:nvSpPr>
          <p:spPr>
            <a:xfrm>
              <a:off x="225147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h6142"/>
            <p:cNvSpPr/>
            <p:nvPr/>
          </p:nvSpPr>
          <p:spPr>
            <a:xfrm>
              <a:off x="226091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h6143"/>
            <p:cNvSpPr/>
            <p:nvPr/>
          </p:nvSpPr>
          <p:spPr>
            <a:xfrm>
              <a:off x="227035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h6144"/>
            <p:cNvSpPr/>
            <p:nvPr/>
          </p:nvSpPr>
          <p:spPr>
            <a:xfrm>
              <a:off x="227979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h6145"/>
            <p:cNvSpPr/>
            <p:nvPr/>
          </p:nvSpPr>
          <p:spPr>
            <a:xfrm>
              <a:off x="228923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h6146"/>
            <p:cNvSpPr/>
            <p:nvPr/>
          </p:nvSpPr>
          <p:spPr>
            <a:xfrm>
              <a:off x="229867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h6147"/>
            <p:cNvSpPr/>
            <p:nvPr/>
          </p:nvSpPr>
          <p:spPr>
            <a:xfrm>
              <a:off x="230811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h6148"/>
            <p:cNvSpPr/>
            <p:nvPr/>
          </p:nvSpPr>
          <p:spPr>
            <a:xfrm>
              <a:off x="231755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h6149"/>
            <p:cNvSpPr/>
            <p:nvPr/>
          </p:nvSpPr>
          <p:spPr>
            <a:xfrm>
              <a:off x="232699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h6150"/>
            <p:cNvSpPr/>
            <p:nvPr/>
          </p:nvSpPr>
          <p:spPr>
            <a:xfrm>
              <a:off x="233643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h6151"/>
            <p:cNvSpPr/>
            <p:nvPr/>
          </p:nvSpPr>
          <p:spPr>
            <a:xfrm>
              <a:off x="234587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h6152"/>
            <p:cNvSpPr/>
            <p:nvPr/>
          </p:nvSpPr>
          <p:spPr>
            <a:xfrm>
              <a:off x="235531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h6153"/>
            <p:cNvSpPr/>
            <p:nvPr/>
          </p:nvSpPr>
          <p:spPr>
            <a:xfrm>
              <a:off x="2364760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h6154"/>
            <p:cNvSpPr/>
            <p:nvPr/>
          </p:nvSpPr>
          <p:spPr>
            <a:xfrm>
              <a:off x="237420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h6155"/>
            <p:cNvSpPr/>
            <p:nvPr/>
          </p:nvSpPr>
          <p:spPr>
            <a:xfrm>
              <a:off x="2383640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h6156"/>
            <p:cNvSpPr/>
            <p:nvPr/>
          </p:nvSpPr>
          <p:spPr>
            <a:xfrm>
              <a:off x="239308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h6157"/>
            <p:cNvSpPr/>
            <p:nvPr/>
          </p:nvSpPr>
          <p:spPr>
            <a:xfrm>
              <a:off x="2402521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h6158"/>
            <p:cNvSpPr/>
            <p:nvPr/>
          </p:nvSpPr>
          <p:spPr>
            <a:xfrm>
              <a:off x="2411961" y="1394721"/>
              <a:ext cx="921315" cy="914400"/>
            </a:xfrm>
            <a:custGeom>
              <a:avLst/>
              <a:pathLst>
                <a:path w="92131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315" y="896830"/>
                  </a:lnTo>
                  <a:lnTo>
                    <a:pt x="921122" y="902220"/>
                  </a:lnTo>
                  <a:lnTo>
                    <a:pt x="920426" y="913102"/>
                  </a:lnTo>
                  <a:lnTo>
                    <a:pt x="920306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h6159"/>
            <p:cNvSpPr/>
            <p:nvPr/>
          </p:nvSpPr>
          <p:spPr>
            <a:xfrm>
              <a:off x="3129419" y="137715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041" y="931969"/>
                  </a:lnTo>
                  <a:lnTo>
                    <a:pt x="907554" y="924484"/>
                  </a:lnTo>
                  <a:lnTo>
                    <a:pt x="910923" y="915522"/>
                  </a:lnTo>
                  <a:lnTo>
                    <a:pt x="911393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h6160"/>
            <p:cNvSpPr/>
            <p:nvPr/>
          </p:nvSpPr>
          <p:spPr>
            <a:xfrm>
              <a:off x="312941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h6161"/>
            <p:cNvSpPr/>
            <p:nvPr/>
          </p:nvSpPr>
          <p:spPr>
            <a:xfrm>
              <a:off x="313885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h6162"/>
            <p:cNvSpPr/>
            <p:nvPr/>
          </p:nvSpPr>
          <p:spPr>
            <a:xfrm>
              <a:off x="3148299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h6163"/>
            <p:cNvSpPr/>
            <p:nvPr/>
          </p:nvSpPr>
          <p:spPr>
            <a:xfrm>
              <a:off x="315774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h6164"/>
            <p:cNvSpPr/>
            <p:nvPr/>
          </p:nvSpPr>
          <p:spPr>
            <a:xfrm>
              <a:off x="3167180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h6165"/>
            <p:cNvSpPr/>
            <p:nvPr/>
          </p:nvSpPr>
          <p:spPr>
            <a:xfrm>
              <a:off x="317662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h6166"/>
            <p:cNvSpPr/>
            <p:nvPr/>
          </p:nvSpPr>
          <p:spPr>
            <a:xfrm>
              <a:off x="318606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h6167"/>
            <p:cNvSpPr/>
            <p:nvPr/>
          </p:nvSpPr>
          <p:spPr>
            <a:xfrm>
              <a:off x="319550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h6168"/>
            <p:cNvSpPr/>
            <p:nvPr/>
          </p:nvSpPr>
          <p:spPr>
            <a:xfrm>
              <a:off x="3204941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h6169"/>
            <p:cNvSpPr/>
            <p:nvPr/>
          </p:nvSpPr>
          <p:spPr>
            <a:xfrm>
              <a:off x="3214381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h6170"/>
            <p:cNvSpPr/>
            <p:nvPr/>
          </p:nvSpPr>
          <p:spPr>
            <a:xfrm>
              <a:off x="322382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h6171"/>
            <p:cNvSpPr/>
            <p:nvPr/>
          </p:nvSpPr>
          <p:spPr>
            <a:xfrm>
              <a:off x="323326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h6172"/>
            <p:cNvSpPr/>
            <p:nvPr/>
          </p:nvSpPr>
          <p:spPr>
            <a:xfrm>
              <a:off x="324270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h6173"/>
            <p:cNvSpPr/>
            <p:nvPr/>
          </p:nvSpPr>
          <p:spPr>
            <a:xfrm>
              <a:off x="325214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h6174"/>
            <p:cNvSpPr/>
            <p:nvPr/>
          </p:nvSpPr>
          <p:spPr>
            <a:xfrm>
              <a:off x="326158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h6175"/>
            <p:cNvSpPr/>
            <p:nvPr/>
          </p:nvSpPr>
          <p:spPr>
            <a:xfrm>
              <a:off x="327102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h6176"/>
            <p:cNvSpPr/>
            <p:nvPr/>
          </p:nvSpPr>
          <p:spPr>
            <a:xfrm>
              <a:off x="328046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h6177"/>
            <p:cNvSpPr/>
            <p:nvPr/>
          </p:nvSpPr>
          <p:spPr>
            <a:xfrm>
              <a:off x="328990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h6178"/>
            <p:cNvSpPr/>
            <p:nvPr/>
          </p:nvSpPr>
          <p:spPr>
            <a:xfrm>
              <a:off x="329934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h6179"/>
            <p:cNvSpPr/>
            <p:nvPr/>
          </p:nvSpPr>
          <p:spPr>
            <a:xfrm>
              <a:off x="330878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h6180"/>
            <p:cNvSpPr/>
            <p:nvPr/>
          </p:nvSpPr>
          <p:spPr>
            <a:xfrm>
              <a:off x="331822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h6181"/>
            <p:cNvSpPr/>
            <p:nvPr/>
          </p:nvSpPr>
          <p:spPr>
            <a:xfrm>
              <a:off x="332766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h6182"/>
            <p:cNvSpPr/>
            <p:nvPr/>
          </p:nvSpPr>
          <p:spPr>
            <a:xfrm>
              <a:off x="333710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h6183"/>
            <p:cNvSpPr/>
            <p:nvPr/>
          </p:nvSpPr>
          <p:spPr>
            <a:xfrm>
              <a:off x="334654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h6184"/>
            <p:cNvSpPr/>
            <p:nvPr/>
          </p:nvSpPr>
          <p:spPr>
            <a:xfrm>
              <a:off x="335598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h6185"/>
            <p:cNvSpPr/>
            <p:nvPr/>
          </p:nvSpPr>
          <p:spPr>
            <a:xfrm>
              <a:off x="336542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h6186"/>
            <p:cNvSpPr/>
            <p:nvPr/>
          </p:nvSpPr>
          <p:spPr>
            <a:xfrm>
              <a:off x="337486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h6187"/>
            <p:cNvSpPr/>
            <p:nvPr/>
          </p:nvSpPr>
          <p:spPr>
            <a:xfrm>
              <a:off x="338430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h6188"/>
            <p:cNvSpPr/>
            <p:nvPr/>
          </p:nvSpPr>
          <p:spPr>
            <a:xfrm>
              <a:off x="339374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h6189"/>
            <p:cNvSpPr/>
            <p:nvPr/>
          </p:nvSpPr>
          <p:spPr>
            <a:xfrm>
              <a:off x="340318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h6190"/>
            <p:cNvSpPr/>
            <p:nvPr/>
          </p:nvSpPr>
          <p:spPr>
            <a:xfrm>
              <a:off x="341262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h6191"/>
            <p:cNvSpPr/>
            <p:nvPr/>
          </p:nvSpPr>
          <p:spPr>
            <a:xfrm>
              <a:off x="342206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h6192"/>
            <p:cNvSpPr/>
            <p:nvPr/>
          </p:nvSpPr>
          <p:spPr>
            <a:xfrm>
              <a:off x="343150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h6193"/>
            <p:cNvSpPr/>
            <p:nvPr/>
          </p:nvSpPr>
          <p:spPr>
            <a:xfrm>
              <a:off x="344094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h6194"/>
            <p:cNvSpPr/>
            <p:nvPr/>
          </p:nvSpPr>
          <p:spPr>
            <a:xfrm>
              <a:off x="345038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h6195"/>
            <p:cNvSpPr/>
            <p:nvPr/>
          </p:nvSpPr>
          <p:spPr>
            <a:xfrm>
              <a:off x="345982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h6196"/>
            <p:cNvSpPr/>
            <p:nvPr/>
          </p:nvSpPr>
          <p:spPr>
            <a:xfrm>
              <a:off x="346926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h6197"/>
            <p:cNvSpPr/>
            <p:nvPr/>
          </p:nvSpPr>
          <p:spPr>
            <a:xfrm>
              <a:off x="347870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h6198"/>
            <p:cNvSpPr/>
            <p:nvPr/>
          </p:nvSpPr>
          <p:spPr>
            <a:xfrm>
              <a:off x="348814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h6199"/>
            <p:cNvSpPr/>
            <p:nvPr/>
          </p:nvSpPr>
          <p:spPr>
            <a:xfrm>
              <a:off x="349758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h6200"/>
            <p:cNvSpPr/>
            <p:nvPr/>
          </p:nvSpPr>
          <p:spPr>
            <a:xfrm>
              <a:off x="350702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h6201"/>
            <p:cNvSpPr/>
            <p:nvPr/>
          </p:nvSpPr>
          <p:spPr>
            <a:xfrm>
              <a:off x="351646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h6202"/>
            <p:cNvSpPr/>
            <p:nvPr/>
          </p:nvSpPr>
          <p:spPr>
            <a:xfrm>
              <a:off x="352590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h6203"/>
            <p:cNvSpPr/>
            <p:nvPr/>
          </p:nvSpPr>
          <p:spPr>
            <a:xfrm>
              <a:off x="353534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h6204"/>
            <p:cNvSpPr/>
            <p:nvPr/>
          </p:nvSpPr>
          <p:spPr>
            <a:xfrm>
              <a:off x="354479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h6205"/>
            <p:cNvSpPr/>
            <p:nvPr/>
          </p:nvSpPr>
          <p:spPr>
            <a:xfrm>
              <a:off x="355423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h6206"/>
            <p:cNvSpPr/>
            <p:nvPr/>
          </p:nvSpPr>
          <p:spPr>
            <a:xfrm>
              <a:off x="356367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h6207"/>
            <p:cNvSpPr/>
            <p:nvPr/>
          </p:nvSpPr>
          <p:spPr>
            <a:xfrm>
              <a:off x="357311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h6208"/>
            <p:cNvSpPr/>
            <p:nvPr/>
          </p:nvSpPr>
          <p:spPr>
            <a:xfrm>
              <a:off x="358255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h6209"/>
            <p:cNvSpPr/>
            <p:nvPr/>
          </p:nvSpPr>
          <p:spPr>
            <a:xfrm>
              <a:off x="359199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h6210"/>
            <p:cNvSpPr/>
            <p:nvPr/>
          </p:nvSpPr>
          <p:spPr>
            <a:xfrm>
              <a:off x="360143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h6211"/>
            <p:cNvSpPr/>
            <p:nvPr/>
          </p:nvSpPr>
          <p:spPr>
            <a:xfrm>
              <a:off x="361087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h6212"/>
            <p:cNvSpPr/>
            <p:nvPr/>
          </p:nvSpPr>
          <p:spPr>
            <a:xfrm>
              <a:off x="362031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h6213"/>
            <p:cNvSpPr/>
            <p:nvPr/>
          </p:nvSpPr>
          <p:spPr>
            <a:xfrm>
              <a:off x="362975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h6214"/>
            <p:cNvSpPr/>
            <p:nvPr/>
          </p:nvSpPr>
          <p:spPr>
            <a:xfrm>
              <a:off x="363919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h6215"/>
            <p:cNvSpPr/>
            <p:nvPr/>
          </p:nvSpPr>
          <p:spPr>
            <a:xfrm>
              <a:off x="364863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h6216"/>
            <p:cNvSpPr/>
            <p:nvPr/>
          </p:nvSpPr>
          <p:spPr>
            <a:xfrm>
              <a:off x="365807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h6217"/>
            <p:cNvSpPr/>
            <p:nvPr/>
          </p:nvSpPr>
          <p:spPr>
            <a:xfrm>
              <a:off x="366751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h6218"/>
            <p:cNvSpPr/>
            <p:nvPr/>
          </p:nvSpPr>
          <p:spPr>
            <a:xfrm>
              <a:off x="367695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h6219"/>
            <p:cNvSpPr/>
            <p:nvPr/>
          </p:nvSpPr>
          <p:spPr>
            <a:xfrm>
              <a:off x="368639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h6220"/>
            <p:cNvSpPr/>
            <p:nvPr/>
          </p:nvSpPr>
          <p:spPr>
            <a:xfrm>
              <a:off x="369583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h6221"/>
            <p:cNvSpPr/>
            <p:nvPr/>
          </p:nvSpPr>
          <p:spPr>
            <a:xfrm>
              <a:off x="370527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h6222"/>
            <p:cNvSpPr/>
            <p:nvPr/>
          </p:nvSpPr>
          <p:spPr>
            <a:xfrm>
              <a:off x="371471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h6223"/>
            <p:cNvSpPr/>
            <p:nvPr/>
          </p:nvSpPr>
          <p:spPr>
            <a:xfrm>
              <a:off x="372415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h6224"/>
            <p:cNvSpPr/>
            <p:nvPr/>
          </p:nvSpPr>
          <p:spPr>
            <a:xfrm>
              <a:off x="373359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h6225"/>
            <p:cNvSpPr/>
            <p:nvPr/>
          </p:nvSpPr>
          <p:spPr>
            <a:xfrm>
              <a:off x="374303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h6226"/>
            <p:cNvSpPr/>
            <p:nvPr/>
          </p:nvSpPr>
          <p:spPr>
            <a:xfrm>
              <a:off x="3752475" y="139472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39"/>
                  </a:lnTo>
                  <a:lnTo>
                    <a:pt x="922459" y="909359"/>
                  </a:lnTo>
                  <a:lnTo>
                    <a:pt x="920257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h6227"/>
            <p:cNvSpPr/>
            <p:nvPr/>
          </p:nvSpPr>
          <p:spPr>
            <a:xfrm>
              <a:off x="3761915" y="1377151"/>
              <a:ext cx="917782" cy="923409"/>
            </a:xfrm>
            <a:custGeom>
              <a:avLst/>
              <a:pathLst>
                <a:path w="917782" h="923409">
                  <a:moveTo>
                    <a:pt x="914400" y="914400"/>
                  </a:moveTo>
                  <a:lnTo>
                    <a:pt x="917782" y="914400"/>
                  </a:lnTo>
                  <a:lnTo>
                    <a:pt x="916513" y="918021"/>
                  </a:lnTo>
                  <a:lnTo>
                    <a:pt x="914400" y="92340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h6228"/>
            <p:cNvSpPr/>
            <p:nvPr/>
          </p:nvSpPr>
          <p:spPr>
            <a:xfrm>
              <a:off x="2081552" y="135958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75" y="931969"/>
                  </a:lnTo>
                  <a:lnTo>
                    <a:pt x="912181" y="930739"/>
                  </a:lnTo>
                  <a:lnTo>
                    <a:pt x="908473" y="922206"/>
                  </a:lnTo>
                  <a:lnTo>
                    <a:pt x="905428" y="914400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h6229"/>
            <p:cNvSpPr/>
            <p:nvPr/>
          </p:nvSpPr>
          <p:spPr>
            <a:xfrm>
              <a:off x="208155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h6230"/>
            <p:cNvSpPr/>
            <p:nvPr/>
          </p:nvSpPr>
          <p:spPr>
            <a:xfrm>
              <a:off x="209099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h6231"/>
            <p:cNvSpPr/>
            <p:nvPr/>
          </p:nvSpPr>
          <p:spPr>
            <a:xfrm>
              <a:off x="210043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h6232"/>
            <p:cNvSpPr/>
            <p:nvPr/>
          </p:nvSpPr>
          <p:spPr>
            <a:xfrm>
              <a:off x="210987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h6233"/>
            <p:cNvSpPr/>
            <p:nvPr/>
          </p:nvSpPr>
          <p:spPr>
            <a:xfrm>
              <a:off x="211931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h6234"/>
            <p:cNvSpPr/>
            <p:nvPr/>
          </p:nvSpPr>
          <p:spPr>
            <a:xfrm>
              <a:off x="212875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h6235"/>
            <p:cNvSpPr/>
            <p:nvPr/>
          </p:nvSpPr>
          <p:spPr>
            <a:xfrm>
              <a:off x="213819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h6236"/>
            <p:cNvSpPr/>
            <p:nvPr/>
          </p:nvSpPr>
          <p:spPr>
            <a:xfrm>
              <a:off x="214763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h6237"/>
            <p:cNvSpPr/>
            <p:nvPr/>
          </p:nvSpPr>
          <p:spPr>
            <a:xfrm>
              <a:off x="215707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h6238"/>
            <p:cNvSpPr/>
            <p:nvPr/>
          </p:nvSpPr>
          <p:spPr>
            <a:xfrm>
              <a:off x="216651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h6239"/>
            <p:cNvSpPr/>
            <p:nvPr/>
          </p:nvSpPr>
          <p:spPr>
            <a:xfrm>
              <a:off x="217595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h6240"/>
            <p:cNvSpPr/>
            <p:nvPr/>
          </p:nvSpPr>
          <p:spPr>
            <a:xfrm>
              <a:off x="218539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h6241"/>
            <p:cNvSpPr/>
            <p:nvPr/>
          </p:nvSpPr>
          <p:spPr>
            <a:xfrm>
              <a:off x="219483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h6242"/>
            <p:cNvSpPr/>
            <p:nvPr/>
          </p:nvSpPr>
          <p:spPr>
            <a:xfrm>
              <a:off x="220427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h6243"/>
            <p:cNvSpPr/>
            <p:nvPr/>
          </p:nvSpPr>
          <p:spPr>
            <a:xfrm>
              <a:off x="221371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h6244"/>
            <p:cNvSpPr/>
            <p:nvPr/>
          </p:nvSpPr>
          <p:spPr>
            <a:xfrm>
              <a:off x="222315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h6245"/>
            <p:cNvSpPr/>
            <p:nvPr/>
          </p:nvSpPr>
          <p:spPr>
            <a:xfrm>
              <a:off x="223259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h6246"/>
            <p:cNvSpPr/>
            <p:nvPr/>
          </p:nvSpPr>
          <p:spPr>
            <a:xfrm>
              <a:off x="224203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h6247"/>
            <p:cNvSpPr/>
            <p:nvPr/>
          </p:nvSpPr>
          <p:spPr>
            <a:xfrm>
              <a:off x="225147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h6248"/>
            <p:cNvSpPr/>
            <p:nvPr/>
          </p:nvSpPr>
          <p:spPr>
            <a:xfrm>
              <a:off x="226091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h6249"/>
            <p:cNvSpPr/>
            <p:nvPr/>
          </p:nvSpPr>
          <p:spPr>
            <a:xfrm>
              <a:off x="227035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h6250"/>
            <p:cNvSpPr/>
            <p:nvPr/>
          </p:nvSpPr>
          <p:spPr>
            <a:xfrm>
              <a:off x="227979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h6251"/>
            <p:cNvSpPr/>
            <p:nvPr/>
          </p:nvSpPr>
          <p:spPr>
            <a:xfrm>
              <a:off x="228923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h6252"/>
            <p:cNvSpPr/>
            <p:nvPr/>
          </p:nvSpPr>
          <p:spPr>
            <a:xfrm>
              <a:off x="229867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h6253"/>
            <p:cNvSpPr/>
            <p:nvPr/>
          </p:nvSpPr>
          <p:spPr>
            <a:xfrm>
              <a:off x="230811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h6254"/>
            <p:cNvSpPr/>
            <p:nvPr/>
          </p:nvSpPr>
          <p:spPr>
            <a:xfrm>
              <a:off x="231755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h6255"/>
            <p:cNvSpPr/>
            <p:nvPr/>
          </p:nvSpPr>
          <p:spPr>
            <a:xfrm>
              <a:off x="232699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h6256"/>
            <p:cNvSpPr/>
            <p:nvPr/>
          </p:nvSpPr>
          <p:spPr>
            <a:xfrm>
              <a:off x="233643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h6257"/>
            <p:cNvSpPr/>
            <p:nvPr/>
          </p:nvSpPr>
          <p:spPr>
            <a:xfrm>
              <a:off x="234587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h6258"/>
            <p:cNvSpPr/>
            <p:nvPr/>
          </p:nvSpPr>
          <p:spPr>
            <a:xfrm>
              <a:off x="235531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h6259"/>
            <p:cNvSpPr/>
            <p:nvPr/>
          </p:nvSpPr>
          <p:spPr>
            <a:xfrm>
              <a:off x="2364760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h6260"/>
            <p:cNvSpPr/>
            <p:nvPr/>
          </p:nvSpPr>
          <p:spPr>
            <a:xfrm>
              <a:off x="237420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h6261"/>
            <p:cNvSpPr/>
            <p:nvPr/>
          </p:nvSpPr>
          <p:spPr>
            <a:xfrm>
              <a:off x="2383640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h6262"/>
            <p:cNvSpPr/>
            <p:nvPr/>
          </p:nvSpPr>
          <p:spPr>
            <a:xfrm>
              <a:off x="239308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h6263"/>
            <p:cNvSpPr/>
            <p:nvPr/>
          </p:nvSpPr>
          <p:spPr>
            <a:xfrm>
              <a:off x="2402521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h6264"/>
            <p:cNvSpPr/>
            <p:nvPr/>
          </p:nvSpPr>
          <p:spPr>
            <a:xfrm>
              <a:off x="2411961" y="1377151"/>
              <a:ext cx="921600" cy="914400"/>
            </a:xfrm>
            <a:custGeom>
              <a:avLst/>
              <a:pathLst>
                <a:path w="92160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78" y="896830"/>
                  </a:lnTo>
                  <a:lnTo>
                    <a:pt x="921600" y="897898"/>
                  </a:lnTo>
                  <a:lnTo>
                    <a:pt x="921514" y="908855"/>
                  </a:lnTo>
                  <a:lnTo>
                    <a:pt x="921315" y="914400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h6265"/>
            <p:cNvSpPr/>
            <p:nvPr/>
          </p:nvSpPr>
          <p:spPr>
            <a:xfrm>
              <a:off x="3129419" y="137715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93" y="914400"/>
                  </a:lnTo>
                  <a:lnTo>
                    <a:pt x="914400" y="907223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h6266"/>
            <p:cNvSpPr/>
            <p:nvPr/>
          </p:nvSpPr>
          <p:spPr>
            <a:xfrm>
              <a:off x="3138859" y="135958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793"/>
                  </a:lnTo>
                  <a:lnTo>
                    <a:pt x="905096" y="924466"/>
                  </a:lnTo>
                  <a:lnTo>
                    <a:pt x="908946" y="916201"/>
                  </a:lnTo>
                  <a:lnTo>
                    <a:pt x="909877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h6267"/>
            <p:cNvSpPr/>
            <p:nvPr/>
          </p:nvSpPr>
          <p:spPr>
            <a:xfrm>
              <a:off x="313885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h6268"/>
            <p:cNvSpPr/>
            <p:nvPr/>
          </p:nvSpPr>
          <p:spPr>
            <a:xfrm>
              <a:off x="3148299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h6269"/>
            <p:cNvSpPr/>
            <p:nvPr/>
          </p:nvSpPr>
          <p:spPr>
            <a:xfrm>
              <a:off x="315774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h6270"/>
            <p:cNvSpPr/>
            <p:nvPr/>
          </p:nvSpPr>
          <p:spPr>
            <a:xfrm>
              <a:off x="3167180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h6271"/>
            <p:cNvSpPr/>
            <p:nvPr/>
          </p:nvSpPr>
          <p:spPr>
            <a:xfrm>
              <a:off x="317662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h6272"/>
            <p:cNvSpPr/>
            <p:nvPr/>
          </p:nvSpPr>
          <p:spPr>
            <a:xfrm>
              <a:off x="318606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h6273"/>
            <p:cNvSpPr/>
            <p:nvPr/>
          </p:nvSpPr>
          <p:spPr>
            <a:xfrm>
              <a:off x="319550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h6274"/>
            <p:cNvSpPr/>
            <p:nvPr/>
          </p:nvSpPr>
          <p:spPr>
            <a:xfrm>
              <a:off x="3204941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h6275"/>
            <p:cNvSpPr/>
            <p:nvPr/>
          </p:nvSpPr>
          <p:spPr>
            <a:xfrm>
              <a:off x="3214381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h6276"/>
            <p:cNvSpPr/>
            <p:nvPr/>
          </p:nvSpPr>
          <p:spPr>
            <a:xfrm>
              <a:off x="322382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h6277"/>
            <p:cNvSpPr/>
            <p:nvPr/>
          </p:nvSpPr>
          <p:spPr>
            <a:xfrm>
              <a:off x="323326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h6278"/>
            <p:cNvSpPr/>
            <p:nvPr/>
          </p:nvSpPr>
          <p:spPr>
            <a:xfrm>
              <a:off x="324270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h6279"/>
            <p:cNvSpPr/>
            <p:nvPr/>
          </p:nvSpPr>
          <p:spPr>
            <a:xfrm>
              <a:off x="325214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h6280"/>
            <p:cNvSpPr/>
            <p:nvPr/>
          </p:nvSpPr>
          <p:spPr>
            <a:xfrm>
              <a:off x="326158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h6281"/>
            <p:cNvSpPr/>
            <p:nvPr/>
          </p:nvSpPr>
          <p:spPr>
            <a:xfrm>
              <a:off x="327102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h6282"/>
            <p:cNvSpPr/>
            <p:nvPr/>
          </p:nvSpPr>
          <p:spPr>
            <a:xfrm>
              <a:off x="328046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h6283"/>
            <p:cNvSpPr/>
            <p:nvPr/>
          </p:nvSpPr>
          <p:spPr>
            <a:xfrm>
              <a:off x="328990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h6284"/>
            <p:cNvSpPr/>
            <p:nvPr/>
          </p:nvSpPr>
          <p:spPr>
            <a:xfrm>
              <a:off x="329934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h6285"/>
            <p:cNvSpPr/>
            <p:nvPr/>
          </p:nvSpPr>
          <p:spPr>
            <a:xfrm>
              <a:off x="330878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h6286"/>
            <p:cNvSpPr/>
            <p:nvPr/>
          </p:nvSpPr>
          <p:spPr>
            <a:xfrm>
              <a:off x="331822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h6287"/>
            <p:cNvSpPr/>
            <p:nvPr/>
          </p:nvSpPr>
          <p:spPr>
            <a:xfrm>
              <a:off x="332766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h6288"/>
            <p:cNvSpPr/>
            <p:nvPr/>
          </p:nvSpPr>
          <p:spPr>
            <a:xfrm>
              <a:off x="333710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h6289"/>
            <p:cNvSpPr/>
            <p:nvPr/>
          </p:nvSpPr>
          <p:spPr>
            <a:xfrm>
              <a:off x="334654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h6290"/>
            <p:cNvSpPr/>
            <p:nvPr/>
          </p:nvSpPr>
          <p:spPr>
            <a:xfrm>
              <a:off x="335598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h6291"/>
            <p:cNvSpPr/>
            <p:nvPr/>
          </p:nvSpPr>
          <p:spPr>
            <a:xfrm>
              <a:off x="336542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h6292"/>
            <p:cNvSpPr/>
            <p:nvPr/>
          </p:nvSpPr>
          <p:spPr>
            <a:xfrm>
              <a:off x="337486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h6293"/>
            <p:cNvSpPr/>
            <p:nvPr/>
          </p:nvSpPr>
          <p:spPr>
            <a:xfrm>
              <a:off x="338430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h6294"/>
            <p:cNvSpPr/>
            <p:nvPr/>
          </p:nvSpPr>
          <p:spPr>
            <a:xfrm>
              <a:off x="339374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h6295"/>
            <p:cNvSpPr/>
            <p:nvPr/>
          </p:nvSpPr>
          <p:spPr>
            <a:xfrm>
              <a:off x="340318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h6296"/>
            <p:cNvSpPr/>
            <p:nvPr/>
          </p:nvSpPr>
          <p:spPr>
            <a:xfrm>
              <a:off x="341262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h6297"/>
            <p:cNvSpPr/>
            <p:nvPr/>
          </p:nvSpPr>
          <p:spPr>
            <a:xfrm>
              <a:off x="342206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h6298"/>
            <p:cNvSpPr/>
            <p:nvPr/>
          </p:nvSpPr>
          <p:spPr>
            <a:xfrm>
              <a:off x="343150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h6299"/>
            <p:cNvSpPr/>
            <p:nvPr/>
          </p:nvSpPr>
          <p:spPr>
            <a:xfrm>
              <a:off x="344094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h6300"/>
            <p:cNvSpPr/>
            <p:nvPr/>
          </p:nvSpPr>
          <p:spPr>
            <a:xfrm>
              <a:off x="345038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h6301"/>
            <p:cNvSpPr/>
            <p:nvPr/>
          </p:nvSpPr>
          <p:spPr>
            <a:xfrm>
              <a:off x="345982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h6302"/>
            <p:cNvSpPr/>
            <p:nvPr/>
          </p:nvSpPr>
          <p:spPr>
            <a:xfrm>
              <a:off x="346926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h6303"/>
            <p:cNvSpPr/>
            <p:nvPr/>
          </p:nvSpPr>
          <p:spPr>
            <a:xfrm>
              <a:off x="347870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h6304"/>
            <p:cNvSpPr/>
            <p:nvPr/>
          </p:nvSpPr>
          <p:spPr>
            <a:xfrm>
              <a:off x="348814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h6305"/>
            <p:cNvSpPr/>
            <p:nvPr/>
          </p:nvSpPr>
          <p:spPr>
            <a:xfrm>
              <a:off x="349758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h6306"/>
            <p:cNvSpPr/>
            <p:nvPr/>
          </p:nvSpPr>
          <p:spPr>
            <a:xfrm>
              <a:off x="350702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h6307"/>
            <p:cNvSpPr/>
            <p:nvPr/>
          </p:nvSpPr>
          <p:spPr>
            <a:xfrm>
              <a:off x="351646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h6308"/>
            <p:cNvSpPr/>
            <p:nvPr/>
          </p:nvSpPr>
          <p:spPr>
            <a:xfrm>
              <a:off x="352590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h6309"/>
            <p:cNvSpPr/>
            <p:nvPr/>
          </p:nvSpPr>
          <p:spPr>
            <a:xfrm>
              <a:off x="353534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h6310"/>
            <p:cNvSpPr/>
            <p:nvPr/>
          </p:nvSpPr>
          <p:spPr>
            <a:xfrm>
              <a:off x="354479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h6311"/>
            <p:cNvSpPr/>
            <p:nvPr/>
          </p:nvSpPr>
          <p:spPr>
            <a:xfrm>
              <a:off x="355423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h6312"/>
            <p:cNvSpPr/>
            <p:nvPr/>
          </p:nvSpPr>
          <p:spPr>
            <a:xfrm>
              <a:off x="356367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h6313"/>
            <p:cNvSpPr/>
            <p:nvPr/>
          </p:nvSpPr>
          <p:spPr>
            <a:xfrm>
              <a:off x="357311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h6314"/>
            <p:cNvSpPr/>
            <p:nvPr/>
          </p:nvSpPr>
          <p:spPr>
            <a:xfrm>
              <a:off x="358255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h6315"/>
            <p:cNvSpPr/>
            <p:nvPr/>
          </p:nvSpPr>
          <p:spPr>
            <a:xfrm>
              <a:off x="359199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h6316"/>
            <p:cNvSpPr/>
            <p:nvPr/>
          </p:nvSpPr>
          <p:spPr>
            <a:xfrm>
              <a:off x="360143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h6317"/>
            <p:cNvSpPr/>
            <p:nvPr/>
          </p:nvSpPr>
          <p:spPr>
            <a:xfrm>
              <a:off x="361087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h6318"/>
            <p:cNvSpPr/>
            <p:nvPr/>
          </p:nvSpPr>
          <p:spPr>
            <a:xfrm>
              <a:off x="362031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h6319"/>
            <p:cNvSpPr/>
            <p:nvPr/>
          </p:nvSpPr>
          <p:spPr>
            <a:xfrm>
              <a:off x="362975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h6320"/>
            <p:cNvSpPr/>
            <p:nvPr/>
          </p:nvSpPr>
          <p:spPr>
            <a:xfrm>
              <a:off x="363919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h6321"/>
            <p:cNvSpPr/>
            <p:nvPr/>
          </p:nvSpPr>
          <p:spPr>
            <a:xfrm>
              <a:off x="364863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h6322"/>
            <p:cNvSpPr/>
            <p:nvPr/>
          </p:nvSpPr>
          <p:spPr>
            <a:xfrm>
              <a:off x="365807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h6323"/>
            <p:cNvSpPr/>
            <p:nvPr/>
          </p:nvSpPr>
          <p:spPr>
            <a:xfrm>
              <a:off x="366751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h6324"/>
            <p:cNvSpPr/>
            <p:nvPr/>
          </p:nvSpPr>
          <p:spPr>
            <a:xfrm>
              <a:off x="367695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h6325"/>
            <p:cNvSpPr/>
            <p:nvPr/>
          </p:nvSpPr>
          <p:spPr>
            <a:xfrm>
              <a:off x="368639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h6326"/>
            <p:cNvSpPr/>
            <p:nvPr/>
          </p:nvSpPr>
          <p:spPr>
            <a:xfrm>
              <a:off x="369583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h6327"/>
            <p:cNvSpPr/>
            <p:nvPr/>
          </p:nvSpPr>
          <p:spPr>
            <a:xfrm>
              <a:off x="370527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h6328"/>
            <p:cNvSpPr/>
            <p:nvPr/>
          </p:nvSpPr>
          <p:spPr>
            <a:xfrm>
              <a:off x="371471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h6329"/>
            <p:cNvSpPr/>
            <p:nvPr/>
          </p:nvSpPr>
          <p:spPr>
            <a:xfrm>
              <a:off x="372415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h6330"/>
            <p:cNvSpPr/>
            <p:nvPr/>
          </p:nvSpPr>
          <p:spPr>
            <a:xfrm>
              <a:off x="373359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h6331"/>
            <p:cNvSpPr/>
            <p:nvPr/>
          </p:nvSpPr>
          <p:spPr>
            <a:xfrm>
              <a:off x="374303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h6332"/>
            <p:cNvSpPr/>
            <p:nvPr/>
          </p:nvSpPr>
          <p:spPr>
            <a:xfrm>
              <a:off x="375247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h6333"/>
            <p:cNvSpPr/>
            <p:nvPr/>
          </p:nvSpPr>
          <p:spPr>
            <a:xfrm>
              <a:off x="3761915" y="1377151"/>
              <a:ext cx="923391" cy="914400"/>
            </a:xfrm>
            <a:custGeom>
              <a:avLst/>
              <a:pathLst>
                <a:path w="92339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91" y="896830"/>
                  </a:lnTo>
                  <a:lnTo>
                    <a:pt x="922726" y="899247"/>
                  </a:lnTo>
                  <a:lnTo>
                    <a:pt x="919751" y="908785"/>
                  </a:lnTo>
                  <a:lnTo>
                    <a:pt x="917782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h6334"/>
            <p:cNvSpPr/>
            <p:nvPr/>
          </p:nvSpPr>
          <p:spPr>
            <a:xfrm>
              <a:off x="2072112" y="1342012"/>
              <a:ext cx="914400" cy="930752"/>
            </a:xfrm>
            <a:custGeom>
              <a:avLst/>
              <a:pathLst>
                <a:path w="914400" h="930752">
                  <a:moveTo>
                    <a:pt x="914400" y="914399"/>
                  </a:moveTo>
                  <a:lnTo>
                    <a:pt x="914400" y="930752"/>
                  </a:lnTo>
                  <a:lnTo>
                    <a:pt x="912479" y="925248"/>
                  </a:lnTo>
                  <a:lnTo>
                    <a:pt x="910843" y="923002"/>
                  </a:lnTo>
                  <a:lnTo>
                    <a:pt x="906262" y="915992"/>
                  </a:lnTo>
                  <a:lnTo>
                    <a:pt x="905325" y="91439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h6335"/>
            <p:cNvSpPr/>
            <p:nvPr/>
          </p:nvSpPr>
          <p:spPr>
            <a:xfrm>
              <a:off x="207211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869" y="931969"/>
                  </a:lnTo>
                  <a:lnTo>
                    <a:pt x="914449" y="930895"/>
                  </a:lnTo>
                  <a:lnTo>
                    <a:pt x="914400" y="930752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h6336"/>
            <p:cNvSpPr/>
            <p:nvPr/>
          </p:nvSpPr>
          <p:spPr>
            <a:xfrm>
              <a:off x="208155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h6337"/>
            <p:cNvSpPr/>
            <p:nvPr/>
          </p:nvSpPr>
          <p:spPr>
            <a:xfrm>
              <a:off x="209099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h6338"/>
            <p:cNvSpPr/>
            <p:nvPr/>
          </p:nvSpPr>
          <p:spPr>
            <a:xfrm>
              <a:off x="210043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h6339"/>
            <p:cNvSpPr/>
            <p:nvPr/>
          </p:nvSpPr>
          <p:spPr>
            <a:xfrm>
              <a:off x="210987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h6340"/>
            <p:cNvSpPr/>
            <p:nvPr/>
          </p:nvSpPr>
          <p:spPr>
            <a:xfrm>
              <a:off x="211931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h6341"/>
            <p:cNvSpPr/>
            <p:nvPr/>
          </p:nvSpPr>
          <p:spPr>
            <a:xfrm>
              <a:off x="212875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h6342"/>
            <p:cNvSpPr/>
            <p:nvPr/>
          </p:nvSpPr>
          <p:spPr>
            <a:xfrm>
              <a:off x="213819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h6343"/>
            <p:cNvSpPr/>
            <p:nvPr/>
          </p:nvSpPr>
          <p:spPr>
            <a:xfrm>
              <a:off x="214763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h6344"/>
            <p:cNvSpPr/>
            <p:nvPr/>
          </p:nvSpPr>
          <p:spPr>
            <a:xfrm>
              <a:off x="215707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h6345"/>
            <p:cNvSpPr/>
            <p:nvPr/>
          </p:nvSpPr>
          <p:spPr>
            <a:xfrm>
              <a:off x="216651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h6346"/>
            <p:cNvSpPr/>
            <p:nvPr/>
          </p:nvSpPr>
          <p:spPr>
            <a:xfrm>
              <a:off x="217595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h6347"/>
            <p:cNvSpPr/>
            <p:nvPr/>
          </p:nvSpPr>
          <p:spPr>
            <a:xfrm>
              <a:off x="218539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h6348"/>
            <p:cNvSpPr/>
            <p:nvPr/>
          </p:nvSpPr>
          <p:spPr>
            <a:xfrm>
              <a:off x="219483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h6349"/>
            <p:cNvSpPr/>
            <p:nvPr/>
          </p:nvSpPr>
          <p:spPr>
            <a:xfrm>
              <a:off x="220427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h6350"/>
            <p:cNvSpPr/>
            <p:nvPr/>
          </p:nvSpPr>
          <p:spPr>
            <a:xfrm>
              <a:off x="221371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h6351"/>
            <p:cNvSpPr/>
            <p:nvPr/>
          </p:nvSpPr>
          <p:spPr>
            <a:xfrm>
              <a:off x="222315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h6352"/>
            <p:cNvSpPr/>
            <p:nvPr/>
          </p:nvSpPr>
          <p:spPr>
            <a:xfrm>
              <a:off x="223259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h6353"/>
            <p:cNvSpPr/>
            <p:nvPr/>
          </p:nvSpPr>
          <p:spPr>
            <a:xfrm>
              <a:off x="224203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h6354"/>
            <p:cNvSpPr/>
            <p:nvPr/>
          </p:nvSpPr>
          <p:spPr>
            <a:xfrm>
              <a:off x="225147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h6355"/>
            <p:cNvSpPr/>
            <p:nvPr/>
          </p:nvSpPr>
          <p:spPr>
            <a:xfrm>
              <a:off x="226091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h6356"/>
            <p:cNvSpPr/>
            <p:nvPr/>
          </p:nvSpPr>
          <p:spPr>
            <a:xfrm>
              <a:off x="227035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h6357"/>
            <p:cNvSpPr/>
            <p:nvPr/>
          </p:nvSpPr>
          <p:spPr>
            <a:xfrm>
              <a:off x="227979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h6358"/>
            <p:cNvSpPr/>
            <p:nvPr/>
          </p:nvSpPr>
          <p:spPr>
            <a:xfrm>
              <a:off x="228923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h6359"/>
            <p:cNvSpPr/>
            <p:nvPr/>
          </p:nvSpPr>
          <p:spPr>
            <a:xfrm>
              <a:off x="229867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h6360"/>
            <p:cNvSpPr/>
            <p:nvPr/>
          </p:nvSpPr>
          <p:spPr>
            <a:xfrm>
              <a:off x="230811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h6361"/>
            <p:cNvSpPr/>
            <p:nvPr/>
          </p:nvSpPr>
          <p:spPr>
            <a:xfrm>
              <a:off x="231755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h6362"/>
            <p:cNvSpPr/>
            <p:nvPr/>
          </p:nvSpPr>
          <p:spPr>
            <a:xfrm>
              <a:off x="232699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h6363"/>
            <p:cNvSpPr/>
            <p:nvPr/>
          </p:nvSpPr>
          <p:spPr>
            <a:xfrm>
              <a:off x="233643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h6364"/>
            <p:cNvSpPr/>
            <p:nvPr/>
          </p:nvSpPr>
          <p:spPr>
            <a:xfrm>
              <a:off x="234587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h6365"/>
            <p:cNvSpPr/>
            <p:nvPr/>
          </p:nvSpPr>
          <p:spPr>
            <a:xfrm>
              <a:off x="235531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h6366"/>
            <p:cNvSpPr/>
            <p:nvPr/>
          </p:nvSpPr>
          <p:spPr>
            <a:xfrm>
              <a:off x="2364760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h6367"/>
            <p:cNvSpPr/>
            <p:nvPr/>
          </p:nvSpPr>
          <p:spPr>
            <a:xfrm>
              <a:off x="237420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h6368"/>
            <p:cNvSpPr/>
            <p:nvPr/>
          </p:nvSpPr>
          <p:spPr>
            <a:xfrm>
              <a:off x="2383640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h6369"/>
            <p:cNvSpPr/>
            <p:nvPr/>
          </p:nvSpPr>
          <p:spPr>
            <a:xfrm>
              <a:off x="239308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h6370"/>
            <p:cNvSpPr/>
            <p:nvPr/>
          </p:nvSpPr>
          <p:spPr>
            <a:xfrm>
              <a:off x="2402521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h6371"/>
            <p:cNvSpPr/>
            <p:nvPr/>
          </p:nvSpPr>
          <p:spPr>
            <a:xfrm>
              <a:off x="2411961" y="1359581"/>
              <a:ext cx="921578" cy="914400"/>
            </a:xfrm>
            <a:custGeom>
              <a:avLst/>
              <a:pathLst>
                <a:path w="921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117" y="896830"/>
                  </a:lnTo>
                  <a:lnTo>
                    <a:pt x="921127" y="897125"/>
                  </a:lnTo>
                  <a:lnTo>
                    <a:pt x="921138" y="897447"/>
                  </a:lnTo>
                  <a:lnTo>
                    <a:pt x="921149" y="897768"/>
                  </a:lnTo>
                  <a:lnTo>
                    <a:pt x="921160" y="898089"/>
                  </a:lnTo>
                  <a:lnTo>
                    <a:pt x="921171" y="898411"/>
                  </a:lnTo>
                  <a:lnTo>
                    <a:pt x="921182" y="898732"/>
                  </a:lnTo>
                  <a:lnTo>
                    <a:pt x="921193" y="899053"/>
                  </a:lnTo>
                  <a:lnTo>
                    <a:pt x="921204" y="899375"/>
                  </a:lnTo>
                  <a:lnTo>
                    <a:pt x="921215" y="899696"/>
                  </a:lnTo>
                  <a:lnTo>
                    <a:pt x="921226" y="900017"/>
                  </a:lnTo>
                  <a:lnTo>
                    <a:pt x="921237" y="900339"/>
                  </a:lnTo>
                  <a:lnTo>
                    <a:pt x="921248" y="900660"/>
                  </a:lnTo>
                  <a:lnTo>
                    <a:pt x="921259" y="900981"/>
                  </a:lnTo>
                  <a:lnTo>
                    <a:pt x="921270" y="901303"/>
                  </a:lnTo>
                  <a:lnTo>
                    <a:pt x="921281" y="901624"/>
                  </a:lnTo>
                  <a:lnTo>
                    <a:pt x="921292" y="901945"/>
                  </a:lnTo>
                  <a:lnTo>
                    <a:pt x="921303" y="902267"/>
                  </a:lnTo>
                  <a:lnTo>
                    <a:pt x="921314" y="902588"/>
                  </a:lnTo>
                  <a:lnTo>
                    <a:pt x="921325" y="902909"/>
                  </a:lnTo>
                  <a:lnTo>
                    <a:pt x="921336" y="903231"/>
                  </a:lnTo>
                  <a:lnTo>
                    <a:pt x="921346" y="903552"/>
                  </a:lnTo>
                  <a:lnTo>
                    <a:pt x="921357" y="903873"/>
                  </a:lnTo>
                  <a:lnTo>
                    <a:pt x="921368" y="904195"/>
                  </a:lnTo>
                  <a:lnTo>
                    <a:pt x="921379" y="904516"/>
                  </a:lnTo>
                  <a:lnTo>
                    <a:pt x="921578" y="914400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h6372"/>
            <p:cNvSpPr/>
            <p:nvPr/>
          </p:nvSpPr>
          <p:spPr>
            <a:xfrm>
              <a:off x="3138859" y="135958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877" y="914400"/>
                  </a:lnTo>
                  <a:lnTo>
                    <a:pt x="913020" y="908318"/>
                  </a:lnTo>
                  <a:lnTo>
                    <a:pt x="914400" y="905913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h6373"/>
            <p:cNvSpPr/>
            <p:nvPr/>
          </p:nvSpPr>
          <p:spPr>
            <a:xfrm>
              <a:off x="3148299" y="1342012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483"/>
                  </a:lnTo>
                  <a:lnTo>
                    <a:pt x="907869" y="918409"/>
                  </a:lnTo>
                  <a:lnTo>
                    <a:pt x="910421" y="91439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h6374"/>
            <p:cNvSpPr/>
            <p:nvPr/>
          </p:nvSpPr>
          <p:spPr>
            <a:xfrm>
              <a:off x="3148299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h6375"/>
            <p:cNvSpPr/>
            <p:nvPr/>
          </p:nvSpPr>
          <p:spPr>
            <a:xfrm>
              <a:off x="315774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h6376"/>
            <p:cNvSpPr/>
            <p:nvPr/>
          </p:nvSpPr>
          <p:spPr>
            <a:xfrm>
              <a:off x="3167180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h6377"/>
            <p:cNvSpPr/>
            <p:nvPr/>
          </p:nvSpPr>
          <p:spPr>
            <a:xfrm>
              <a:off x="317662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h6378"/>
            <p:cNvSpPr/>
            <p:nvPr/>
          </p:nvSpPr>
          <p:spPr>
            <a:xfrm>
              <a:off x="318606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h6379"/>
            <p:cNvSpPr/>
            <p:nvPr/>
          </p:nvSpPr>
          <p:spPr>
            <a:xfrm>
              <a:off x="319550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h6380"/>
            <p:cNvSpPr/>
            <p:nvPr/>
          </p:nvSpPr>
          <p:spPr>
            <a:xfrm>
              <a:off x="3204941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h6381"/>
            <p:cNvSpPr/>
            <p:nvPr/>
          </p:nvSpPr>
          <p:spPr>
            <a:xfrm>
              <a:off x="3214381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h6382"/>
            <p:cNvSpPr/>
            <p:nvPr/>
          </p:nvSpPr>
          <p:spPr>
            <a:xfrm>
              <a:off x="322382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h6383"/>
            <p:cNvSpPr/>
            <p:nvPr/>
          </p:nvSpPr>
          <p:spPr>
            <a:xfrm>
              <a:off x="323326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h6384"/>
            <p:cNvSpPr/>
            <p:nvPr/>
          </p:nvSpPr>
          <p:spPr>
            <a:xfrm>
              <a:off x="324270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h6385"/>
            <p:cNvSpPr/>
            <p:nvPr/>
          </p:nvSpPr>
          <p:spPr>
            <a:xfrm>
              <a:off x="325214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h6386"/>
            <p:cNvSpPr/>
            <p:nvPr/>
          </p:nvSpPr>
          <p:spPr>
            <a:xfrm>
              <a:off x="326158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h6387"/>
            <p:cNvSpPr/>
            <p:nvPr/>
          </p:nvSpPr>
          <p:spPr>
            <a:xfrm>
              <a:off x="327102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h6388"/>
            <p:cNvSpPr/>
            <p:nvPr/>
          </p:nvSpPr>
          <p:spPr>
            <a:xfrm>
              <a:off x="328046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h6389"/>
            <p:cNvSpPr/>
            <p:nvPr/>
          </p:nvSpPr>
          <p:spPr>
            <a:xfrm>
              <a:off x="328990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h6390"/>
            <p:cNvSpPr/>
            <p:nvPr/>
          </p:nvSpPr>
          <p:spPr>
            <a:xfrm>
              <a:off x="329934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h6391"/>
            <p:cNvSpPr/>
            <p:nvPr/>
          </p:nvSpPr>
          <p:spPr>
            <a:xfrm>
              <a:off x="330878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h6392"/>
            <p:cNvSpPr/>
            <p:nvPr/>
          </p:nvSpPr>
          <p:spPr>
            <a:xfrm>
              <a:off x="331822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h6393"/>
            <p:cNvSpPr/>
            <p:nvPr/>
          </p:nvSpPr>
          <p:spPr>
            <a:xfrm>
              <a:off x="332766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h6394"/>
            <p:cNvSpPr/>
            <p:nvPr/>
          </p:nvSpPr>
          <p:spPr>
            <a:xfrm>
              <a:off x="333710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h6395"/>
            <p:cNvSpPr/>
            <p:nvPr/>
          </p:nvSpPr>
          <p:spPr>
            <a:xfrm>
              <a:off x="334654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h6396"/>
            <p:cNvSpPr/>
            <p:nvPr/>
          </p:nvSpPr>
          <p:spPr>
            <a:xfrm>
              <a:off x="335598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h6397"/>
            <p:cNvSpPr/>
            <p:nvPr/>
          </p:nvSpPr>
          <p:spPr>
            <a:xfrm>
              <a:off x="336542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h6398"/>
            <p:cNvSpPr/>
            <p:nvPr/>
          </p:nvSpPr>
          <p:spPr>
            <a:xfrm>
              <a:off x="337486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h6399"/>
            <p:cNvSpPr/>
            <p:nvPr/>
          </p:nvSpPr>
          <p:spPr>
            <a:xfrm>
              <a:off x="338430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h6400"/>
            <p:cNvSpPr/>
            <p:nvPr/>
          </p:nvSpPr>
          <p:spPr>
            <a:xfrm>
              <a:off x="339374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h6401"/>
            <p:cNvSpPr/>
            <p:nvPr/>
          </p:nvSpPr>
          <p:spPr>
            <a:xfrm>
              <a:off x="340318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h6402"/>
            <p:cNvSpPr/>
            <p:nvPr/>
          </p:nvSpPr>
          <p:spPr>
            <a:xfrm>
              <a:off x="341262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h6403"/>
            <p:cNvSpPr/>
            <p:nvPr/>
          </p:nvSpPr>
          <p:spPr>
            <a:xfrm>
              <a:off x="342206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h6404"/>
            <p:cNvSpPr/>
            <p:nvPr/>
          </p:nvSpPr>
          <p:spPr>
            <a:xfrm>
              <a:off x="343150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h6405"/>
            <p:cNvSpPr/>
            <p:nvPr/>
          </p:nvSpPr>
          <p:spPr>
            <a:xfrm>
              <a:off x="344094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h6406"/>
            <p:cNvSpPr/>
            <p:nvPr/>
          </p:nvSpPr>
          <p:spPr>
            <a:xfrm>
              <a:off x="345038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h6407"/>
            <p:cNvSpPr/>
            <p:nvPr/>
          </p:nvSpPr>
          <p:spPr>
            <a:xfrm>
              <a:off x="345982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h6408"/>
            <p:cNvSpPr/>
            <p:nvPr/>
          </p:nvSpPr>
          <p:spPr>
            <a:xfrm>
              <a:off x="346926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h6409"/>
            <p:cNvSpPr/>
            <p:nvPr/>
          </p:nvSpPr>
          <p:spPr>
            <a:xfrm>
              <a:off x="347870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h6410"/>
            <p:cNvSpPr/>
            <p:nvPr/>
          </p:nvSpPr>
          <p:spPr>
            <a:xfrm>
              <a:off x="348814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h6411"/>
            <p:cNvSpPr/>
            <p:nvPr/>
          </p:nvSpPr>
          <p:spPr>
            <a:xfrm>
              <a:off x="349758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h6412"/>
            <p:cNvSpPr/>
            <p:nvPr/>
          </p:nvSpPr>
          <p:spPr>
            <a:xfrm>
              <a:off x="350702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h6413"/>
            <p:cNvSpPr/>
            <p:nvPr/>
          </p:nvSpPr>
          <p:spPr>
            <a:xfrm>
              <a:off x="351646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h6414"/>
            <p:cNvSpPr/>
            <p:nvPr/>
          </p:nvSpPr>
          <p:spPr>
            <a:xfrm>
              <a:off x="352590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h6415"/>
            <p:cNvSpPr/>
            <p:nvPr/>
          </p:nvSpPr>
          <p:spPr>
            <a:xfrm>
              <a:off x="353534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h6416"/>
            <p:cNvSpPr/>
            <p:nvPr/>
          </p:nvSpPr>
          <p:spPr>
            <a:xfrm>
              <a:off x="354479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h6417"/>
            <p:cNvSpPr/>
            <p:nvPr/>
          </p:nvSpPr>
          <p:spPr>
            <a:xfrm>
              <a:off x="355423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h6418"/>
            <p:cNvSpPr/>
            <p:nvPr/>
          </p:nvSpPr>
          <p:spPr>
            <a:xfrm>
              <a:off x="356367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h6419"/>
            <p:cNvSpPr/>
            <p:nvPr/>
          </p:nvSpPr>
          <p:spPr>
            <a:xfrm>
              <a:off x="357311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h6420"/>
            <p:cNvSpPr/>
            <p:nvPr/>
          </p:nvSpPr>
          <p:spPr>
            <a:xfrm>
              <a:off x="358255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h6421"/>
            <p:cNvSpPr/>
            <p:nvPr/>
          </p:nvSpPr>
          <p:spPr>
            <a:xfrm>
              <a:off x="359199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h6422"/>
            <p:cNvSpPr/>
            <p:nvPr/>
          </p:nvSpPr>
          <p:spPr>
            <a:xfrm>
              <a:off x="360143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ph6423"/>
            <p:cNvSpPr/>
            <p:nvPr/>
          </p:nvSpPr>
          <p:spPr>
            <a:xfrm>
              <a:off x="361087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4" name="ph6424"/>
            <p:cNvSpPr/>
            <p:nvPr/>
          </p:nvSpPr>
          <p:spPr>
            <a:xfrm>
              <a:off x="362031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5" name="ph6425"/>
            <p:cNvSpPr/>
            <p:nvPr/>
          </p:nvSpPr>
          <p:spPr>
            <a:xfrm>
              <a:off x="362975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6" name="ph6426"/>
            <p:cNvSpPr/>
            <p:nvPr/>
          </p:nvSpPr>
          <p:spPr>
            <a:xfrm>
              <a:off x="363919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7" name="ph6427"/>
            <p:cNvSpPr/>
            <p:nvPr/>
          </p:nvSpPr>
          <p:spPr>
            <a:xfrm>
              <a:off x="364863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8" name="ph6428"/>
            <p:cNvSpPr/>
            <p:nvPr/>
          </p:nvSpPr>
          <p:spPr>
            <a:xfrm>
              <a:off x="365807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9" name="ph6429"/>
            <p:cNvSpPr/>
            <p:nvPr/>
          </p:nvSpPr>
          <p:spPr>
            <a:xfrm>
              <a:off x="366751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0" name="ph6430"/>
            <p:cNvSpPr/>
            <p:nvPr/>
          </p:nvSpPr>
          <p:spPr>
            <a:xfrm>
              <a:off x="367695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1" name="ph6431"/>
            <p:cNvSpPr/>
            <p:nvPr/>
          </p:nvSpPr>
          <p:spPr>
            <a:xfrm>
              <a:off x="368639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2" name="ph6432"/>
            <p:cNvSpPr/>
            <p:nvPr/>
          </p:nvSpPr>
          <p:spPr>
            <a:xfrm>
              <a:off x="369583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3" name="ph6433"/>
            <p:cNvSpPr/>
            <p:nvPr/>
          </p:nvSpPr>
          <p:spPr>
            <a:xfrm>
              <a:off x="370527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4" name="ph6434"/>
            <p:cNvSpPr/>
            <p:nvPr/>
          </p:nvSpPr>
          <p:spPr>
            <a:xfrm>
              <a:off x="371471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5" name="ph6435"/>
            <p:cNvSpPr/>
            <p:nvPr/>
          </p:nvSpPr>
          <p:spPr>
            <a:xfrm>
              <a:off x="372415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6" name="ph6436"/>
            <p:cNvSpPr/>
            <p:nvPr/>
          </p:nvSpPr>
          <p:spPr>
            <a:xfrm>
              <a:off x="373359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7" name="ph6437"/>
            <p:cNvSpPr/>
            <p:nvPr/>
          </p:nvSpPr>
          <p:spPr>
            <a:xfrm>
              <a:off x="374303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8" name="ph6438"/>
            <p:cNvSpPr/>
            <p:nvPr/>
          </p:nvSpPr>
          <p:spPr>
            <a:xfrm>
              <a:off x="375247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9" name="ph6439"/>
            <p:cNvSpPr/>
            <p:nvPr/>
          </p:nvSpPr>
          <p:spPr>
            <a:xfrm>
              <a:off x="3761915" y="135958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770"/>
                  </a:lnTo>
                  <a:lnTo>
                    <a:pt x="92339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0" name="ph6440"/>
            <p:cNvSpPr/>
            <p:nvPr/>
          </p:nvSpPr>
          <p:spPr>
            <a:xfrm>
              <a:off x="3771355" y="1342012"/>
              <a:ext cx="918411" cy="930340"/>
            </a:xfrm>
            <a:custGeom>
              <a:avLst/>
              <a:pathLst>
                <a:path w="918411" h="930340">
                  <a:moveTo>
                    <a:pt x="914400" y="914399"/>
                  </a:moveTo>
                  <a:lnTo>
                    <a:pt x="918411" y="914507"/>
                  </a:lnTo>
                  <a:lnTo>
                    <a:pt x="915988" y="924572"/>
                  </a:lnTo>
                  <a:lnTo>
                    <a:pt x="914400" y="93034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1" name="ph6441"/>
            <p:cNvSpPr/>
            <p:nvPr/>
          </p:nvSpPr>
          <p:spPr>
            <a:xfrm>
              <a:off x="2062672" y="1324442"/>
              <a:ext cx="914400" cy="931347"/>
            </a:xfrm>
            <a:custGeom>
              <a:avLst/>
              <a:pathLst>
                <a:path w="914400" h="931347">
                  <a:moveTo>
                    <a:pt x="914400" y="914399"/>
                  </a:moveTo>
                  <a:lnTo>
                    <a:pt x="914400" y="931347"/>
                  </a:lnTo>
                  <a:lnTo>
                    <a:pt x="911324" y="926116"/>
                  </a:lnTo>
                  <a:lnTo>
                    <a:pt x="907161" y="918254"/>
                  </a:lnTo>
                  <a:lnTo>
                    <a:pt x="905323" y="91439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2" name="ph6442"/>
            <p:cNvSpPr/>
            <p:nvPr/>
          </p:nvSpPr>
          <p:spPr>
            <a:xfrm>
              <a:off x="206267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765" y="931969"/>
                  </a:lnTo>
                  <a:lnTo>
                    <a:pt x="914400" y="931347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3" name="ph6443"/>
            <p:cNvSpPr/>
            <p:nvPr/>
          </p:nvSpPr>
          <p:spPr>
            <a:xfrm>
              <a:off x="207211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4" name="ph6444"/>
            <p:cNvSpPr/>
            <p:nvPr/>
          </p:nvSpPr>
          <p:spPr>
            <a:xfrm>
              <a:off x="208155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5" name="ph6445"/>
            <p:cNvSpPr/>
            <p:nvPr/>
          </p:nvSpPr>
          <p:spPr>
            <a:xfrm>
              <a:off x="209099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6" name="ph6446"/>
            <p:cNvSpPr/>
            <p:nvPr/>
          </p:nvSpPr>
          <p:spPr>
            <a:xfrm>
              <a:off x="210043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7" name="ph6447"/>
            <p:cNvSpPr/>
            <p:nvPr/>
          </p:nvSpPr>
          <p:spPr>
            <a:xfrm>
              <a:off x="210987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8" name="ph6448"/>
            <p:cNvSpPr/>
            <p:nvPr/>
          </p:nvSpPr>
          <p:spPr>
            <a:xfrm>
              <a:off x="211931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9" name="ph6449"/>
            <p:cNvSpPr/>
            <p:nvPr/>
          </p:nvSpPr>
          <p:spPr>
            <a:xfrm>
              <a:off x="212875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0" name="ph6450"/>
            <p:cNvSpPr/>
            <p:nvPr/>
          </p:nvSpPr>
          <p:spPr>
            <a:xfrm>
              <a:off x="213819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1" name="ph6451"/>
            <p:cNvSpPr/>
            <p:nvPr/>
          </p:nvSpPr>
          <p:spPr>
            <a:xfrm>
              <a:off x="214763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2" name="ph6452"/>
            <p:cNvSpPr/>
            <p:nvPr/>
          </p:nvSpPr>
          <p:spPr>
            <a:xfrm>
              <a:off x="215707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3" name="ph6453"/>
            <p:cNvSpPr/>
            <p:nvPr/>
          </p:nvSpPr>
          <p:spPr>
            <a:xfrm>
              <a:off x="216651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4" name="ph6454"/>
            <p:cNvSpPr/>
            <p:nvPr/>
          </p:nvSpPr>
          <p:spPr>
            <a:xfrm>
              <a:off x="217595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5" name="ph6455"/>
            <p:cNvSpPr/>
            <p:nvPr/>
          </p:nvSpPr>
          <p:spPr>
            <a:xfrm>
              <a:off x="218539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6" name="ph6456"/>
            <p:cNvSpPr/>
            <p:nvPr/>
          </p:nvSpPr>
          <p:spPr>
            <a:xfrm>
              <a:off x="219483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7" name="ph6457"/>
            <p:cNvSpPr/>
            <p:nvPr/>
          </p:nvSpPr>
          <p:spPr>
            <a:xfrm>
              <a:off x="220427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8" name="ph6458"/>
            <p:cNvSpPr/>
            <p:nvPr/>
          </p:nvSpPr>
          <p:spPr>
            <a:xfrm>
              <a:off x="221371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9" name="ph6459"/>
            <p:cNvSpPr/>
            <p:nvPr/>
          </p:nvSpPr>
          <p:spPr>
            <a:xfrm>
              <a:off x="222315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0" name="ph6460"/>
            <p:cNvSpPr/>
            <p:nvPr/>
          </p:nvSpPr>
          <p:spPr>
            <a:xfrm>
              <a:off x="223259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1" name="ph6461"/>
            <p:cNvSpPr/>
            <p:nvPr/>
          </p:nvSpPr>
          <p:spPr>
            <a:xfrm>
              <a:off x="224203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h6462"/>
            <p:cNvSpPr/>
            <p:nvPr/>
          </p:nvSpPr>
          <p:spPr>
            <a:xfrm>
              <a:off x="225147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h6463"/>
            <p:cNvSpPr/>
            <p:nvPr/>
          </p:nvSpPr>
          <p:spPr>
            <a:xfrm>
              <a:off x="226091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h6464"/>
            <p:cNvSpPr/>
            <p:nvPr/>
          </p:nvSpPr>
          <p:spPr>
            <a:xfrm>
              <a:off x="227035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h6465"/>
            <p:cNvSpPr/>
            <p:nvPr/>
          </p:nvSpPr>
          <p:spPr>
            <a:xfrm>
              <a:off x="227979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h6466"/>
            <p:cNvSpPr/>
            <p:nvPr/>
          </p:nvSpPr>
          <p:spPr>
            <a:xfrm>
              <a:off x="228923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h6467"/>
            <p:cNvSpPr/>
            <p:nvPr/>
          </p:nvSpPr>
          <p:spPr>
            <a:xfrm>
              <a:off x="229867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h6468"/>
            <p:cNvSpPr/>
            <p:nvPr/>
          </p:nvSpPr>
          <p:spPr>
            <a:xfrm>
              <a:off x="230811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h6469"/>
            <p:cNvSpPr/>
            <p:nvPr/>
          </p:nvSpPr>
          <p:spPr>
            <a:xfrm>
              <a:off x="231755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h6470"/>
            <p:cNvSpPr/>
            <p:nvPr/>
          </p:nvSpPr>
          <p:spPr>
            <a:xfrm>
              <a:off x="232699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h6471"/>
            <p:cNvSpPr/>
            <p:nvPr/>
          </p:nvSpPr>
          <p:spPr>
            <a:xfrm>
              <a:off x="233643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h6472"/>
            <p:cNvSpPr/>
            <p:nvPr/>
          </p:nvSpPr>
          <p:spPr>
            <a:xfrm>
              <a:off x="234587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h6473"/>
            <p:cNvSpPr/>
            <p:nvPr/>
          </p:nvSpPr>
          <p:spPr>
            <a:xfrm>
              <a:off x="235531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h6474"/>
            <p:cNvSpPr/>
            <p:nvPr/>
          </p:nvSpPr>
          <p:spPr>
            <a:xfrm>
              <a:off x="2364760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h6475"/>
            <p:cNvSpPr/>
            <p:nvPr/>
          </p:nvSpPr>
          <p:spPr>
            <a:xfrm>
              <a:off x="237420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h6476"/>
            <p:cNvSpPr/>
            <p:nvPr/>
          </p:nvSpPr>
          <p:spPr>
            <a:xfrm>
              <a:off x="2383640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h6477"/>
            <p:cNvSpPr/>
            <p:nvPr/>
          </p:nvSpPr>
          <p:spPr>
            <a:xfrm>
              <a:off x="239308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h6478"/>
            <p:cNvSpPr/>
            <p:nvPr/>
          </p:nvSpPr>
          <p:spPr>
            <a:xfrm>
              <a:off x="2402521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h6479"/>
            <p:cNvSpPr/>
            <p:nvPr/>
          </p:nvSpPr>
          <p:spPr>
            <a:xfrm>
              <a:off x="2411961" y="1342012"/>
              <a:ext cx="921117" cy="914399"/>
            </a:xfrm>
            <a:custGeom>
              <a:avLst/>
              <a:pathLst>
                <a:path w="921117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191" y="896830"/>
                  </a:lnTo>
                  <a:lnTo>
                    <a:pt x="920492" y="900727"/>
                  </a:lnTo>
                  <a:lnTo>
                    <a:pt x="921028" y="911804"/>
                  </a:lnTo>
                  <a:lnTo>
                    <a:pt x="921039" y="912124"/>
                  </a:lnTo>
                  <a:lnTo>
                    <a:pt x="921050" y="912446"/>
                  </a:lnTo>
                  <a:lnTo>
                    <a:pt x="921061" y="912767"/>
                  </a:lnTo>
                  <a:lnTo>
                    <a:pt x="921072" y="913088"/>
                  </a:lnTo>
                  <a:lnTo>
                    <a:pt x="921083" y="913410"/>
                  </a:lnTo>
                  <a:lnTo>
                    <a:pt x="921094" y="913731"/>
                  </a:lnTo>
                  <a:lnTo>
                    <a:pt x="921105" y="914052"/>
                  </a:lnTo>
                  <a:lnTo>
                    <a:pt x="921117" y="91439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h6480"/>
            <p:cNvSpPr/>
            <p:nvPr/>
          </p:nvSpPr>
          <p:spPr>
            <a:xfrm>
              <a:off x="3148299" y="1342012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10421" y="914399"/>
                  </a:lnTo>
                  <a:lnTo>
                    <a:pt x="912360" y="911355"/>
                  </a:lnTo>
                  <a:lnTo>
                    <a:pt x="914399" y="908474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h6481"/>
            <p:cNvSpPr/>
            <p:nvPr/>
          </p:nvSpPr>
          <p:spPr>
            <a:xfrm>
              <a:off x="3157740" y="1324442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044"/>
                  </a:lnTo>
                  <a:lnTo>
                    <a:pt x="907601" y="922313"/>
                  </a:lnTo>
                  <a:lnTo>
                    <a:pt x="912461" y="916162"/>
                  </a:lnTo>
                  <a:lnTo>
                    <a:pt x="914022" y="91439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h6482"/>
            <p:cNvSpPr/>
            <p:nvPr/>
          </p:nvSpPr>
          <p:spPr>
            <a:xfrm>
              <a:off x="315774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h6483"/>
            <p:cNvSpPr/>
            <p:nvPr/>
          </p:nvSpPr>
          <p:spPr>
            <a:xfrm>
              <a:off x="3167180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h6484"/>
            <p:cNvSpPr/>
            <p:nvPr/>
          </p:nvSpPr>
          <p:spPr>
            <a:xfrm>
              <a:off x="317662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h6485"/>
            <p:cNvSpPr/>
            <p:nvPr/>
          </p:nvSpPr>
          <p:spPr>
            <a:xfrm>
              <a:off x="318606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h6486"/>
            <p:cNvSpPr/>
            <p:nvPr/>
          </p:nvSpPr>
          <p:spPr>
            <a:xfrm>
              <a:off x="319550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h6487"/>
            <p:cNvSpPr/>
            <p:nvPr/>
          </p:nvSpPr>
          <p:spPr>
            <a:xfrm>
              <a:off x="3204941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h6488"/>
            <p:cNvSpPr/>
            <p:nvPr/>
          </p:nvSpPr>
          <p:spPr>
            <a:xfrm>
              <a:off x="3214381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h6489"/>
            <p:cNvSpPr/>
            <p:nvPr/>
          </p:nvSpPr>
          <p:spPr>
            <a:xfrm>
              <a:off x="322382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h6490"/>
            <p:cNvSpPr/>
            <p:nvPr/>
          </p:nvSpPr>
          <p:spPr>
            <a:xfrm>
              <a:off x="323326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h6491"/>
            <p:cNvSpPr/>
            <p:nvPr/>
          </p:nvSpPr>
          <p:spPr>
            <a:xfrm>
              <a:off x="324270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h6492"/>
            <p:cNvSpPr/>
            <p:nvPr/>
          </p:nvSpPr>
          <p:spPr>
            <a:xfrm>
              <a:off x="325214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h6493"/>
            <p:cNvSpPr/>
            <p:nvPr/>
          </p:nvSpPr>
          <p:spPr>
            <a:xfrm>
              <a:off x="326158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h6494"/>
            <p:cNvSpPr/>
            <p:nvPr/>
          </p:nvSpPr>
          <p:spPr>
            <a:xfrm>
              <a:off x="327102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h6495"/>
            <p:cNvSpPr/>
            <p:nvPr/>
          </p:nvSpPr>
          <p:spPr>
            <a:xfrm>
              <a:off x="328046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h6496"/>
            <p:cNvSpPr/>
            <p:nvPr/>
          </p:nvSpPr>
          <p:spPr>
            <a:xfrm>
              <a:off x="328990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h6497"/>
            <p:cNvSpPr/>
            <p:nvPr/>
          </p:nvSpPr>
          <p:spPr>
            <a:xfrm>
              <a:off x="329934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h6498"/>
            <p:cNvSpPr/>
            <p:nvPr/>
          </p:nvSpPr>
          <p:spPr>
            <a:xfrm>
              <a:off x="330878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h6499"/>
            <p:cNvSpPr/>
            <p:nvPr/>
          </p:nvSpPr>
          <p:spPr>
            <a:xfrm>
              <a:off x="331822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h6500"/>
            <p:cNvSpPr/>
            <p:nvPr/>
          </p:nvSpPr>
          <p:spPr>
            <a:xfrm>
              <a:off x="332766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h6501"/>
            <p:cNvSpPr/>
            <p:nvPr/>
          </p:nvSpPr>
          <p:spPr>
            <a:xfrm>
              <a:off x="333710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h6502"/>
            <p:cNvSpPr/>
            <p:nvPr/>
          </p:nvSpPr>
          <p:spPr>
            <a:xfrm>
              <a:off x="334654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h6503"/>
            <p:cNvSpPr/>
            <p:nvPr/>
          </p:nvSpPr>
          <p:spPr>
            <a:xfrm>
              <a:off x="335598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h6504"/>
            <p:cNvSpPr/>
            <p:nvPr/>
          </p:nvSpPr>
          <p:spPr>
            <a:xfrm>
              <a:off x="336542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h6505"/>
            <p:cNvSpPr/>
            <p:nvPr/>
          </p:nvSpPr>
          <p:spPr>
            <a:xfrm>
              <a:off x="337486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h6506"/>
            <p:cNvSpPr/>
            <p:nvPr/>
          </p:nvSpPr>
          <p:spPr>
            <a:xfrm>
              <a:off x="338430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h6507"/>
            <p:cNvSpPr/>
            <p:nvPr/>
          </p:nvSpPr>
          <p:spPr>
            <a:xfrm>
              <a:off x="339374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h6508"/>
            <p:cNvSpPr/>
            <p:nvPr/>
          </p:nvSpPr>
          <p:spPr>
            <a:xfrm>
              <a:off x="340318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h6509"/>
            <p:cNvSpPr/>
            <p:nvPr/>
          </p:nvSpPr>
          <p:spPr>
            <a:xfrm>
              <a:off x="341262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h6510"/>
            <p:cNvSpPr/>
            <p:nvPr/>
          </p:nvSpPr>
          <p:spPr>
            <a:xfrm>
              <a:off x="342206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h6511"/>
            <p:cNvSpPr/>
            <p:nvPr/>
          </p:nvSpPr>
          <p:spPr>
            <a:xfrm>
              <a:off x="343150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h6512"/>
            <p:cNvSpPr/>
            <p:nvPr/>
          </p:nvSpPr>
          <p:spPr>
            <a:xfrm>
              <a:off x="344094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h6513"/>
            <p:cNvSpPr/>
            <p:nvPr/>
          </p:nvSpPr>
          <p:spPr>
            <a:xfrm>
              <a:off x="345038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h6514"/>
            <p:cNvSpPr/>
            <p:nvPr/>
          </p:nvSpPr>
          <p:spPr>
            <a:xfrm>
              <a:off x="345982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h6515"/>
            <p:cNvSpPr/>
            <p:nvPr/>
          </p:nvSpPr>
          <p:spPr>
            <a:xfrm>
              <a:off x="346926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h6516"/>
            <p:cNvSpPr/>
            <p:nvPr/>
          </p:nvSpPr>
          <p:spPr>
            <a:xfrm>
              <a:off x="347870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h6517"/>
            <p:cNvSpPr/>
            <p:nvPr/>
          </p:nvSpPr>
          <p:spPr>
            <a:xfrm>
              <a:off x="348814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h6518"/>
            <p:cNvSpPr/>
            <p:nvPr/>
          </p:nvSpPr>
          <p:spPr>
            <a:xfrm>
              <a:off x="349758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h6519"/>
            <p:cNvSpPr/>
            <p:nvPr/>
          </p:nvSpPr>
          <p:spPr>
            <a:xfrm>
              <a:off x="350702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h6520"/>
            <p:cNvSpPr/>
            <p:nvPr/>
          </p:nvSpPr>
          <p:spPr>
            <a:xfrm>
              <a:off x="351646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h6521"/>
            <p:cNvSpPr/>
            <p:nvPr/>
          </p:nvSpPr>
          <p:spPr>
            <a:xfrm>
              <a:off x="352590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h6522"/>
            <p:cNvSpPr/>
            <p:nvPr/>
          </p:nvSpPr>
          <p:spPr>
            <a:xfrm>
              <a:off x="353534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h6523"/>
            <p:cNvSpPr/>
            <p:nvPr/>
          </p:nvSpPr>
          <p:spPr>
            <a:xfrm>
              <a:off x="354479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h6524"/>
            <p:cNvSpPr/>
            <p:nvPr/>
          </p:nvSpPr>
          <p:spPr>
            <a:xfrm>
              <a:off x="355423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h6525"/>
            <p:cNvSpPr/>
            <p:nvPr/>
          </p:nvSpPr>
          <p:spPr>
            <a:xfrm>
              <a:off x="356367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h6526"/>
            <p:cNvSpPr/>
            <p:nvPr/>
          </p:nvSpPr>
          <p:spPr>
            <a:xfrm>
              <a:off x="357311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h6527"/>
            <p:cNvSpPr/>
            <p:nvPr/>
          </p:nvSpPr>
          <p:spPr>
            <a:xfrm>
              <a:off x="358255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h6528"/>
            <p:cNvSpPr/>
            <p:nvPr/>
          </p:nvSpPr>
          <p:spPr>
            <a:xfrm>
              <a:off x="359199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h6529"/>
            <p:cNvSpPr/>
            <p:nvPr/>
          </p:nvSpPr>
          <p:spPr>
            <a:xfrm>
              <a:off x="360143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h6530"/>
            <p:cNvSpPr/>
            <p:nvPr/>
          </p:nvSpPr>
          <p:spPr>
            <a:xfrm>
              <a:off x="361087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h6531"/>
            <p:cNvSpPr/>
            <p:nvPr/>
          </p:nvSpPr>
          <p:spPr>
            <a:xfrm>
              <a:off x="362031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h6532"/>
            <p:cNvSpPr/>
            <p:nvPr/>
          </p:nvSpPr>
          <p:spPr>
            <a:xfrm>
              <a:off x="362975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h6533"/>
            <p:cNvSpPr/>
            <p:nvPr/>
          </p:nvSpPr>
          <p:spPr>
            <a:xfrm>
              <a:off x="363919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h6534"/>
            <p:cNvSpPr/>
            <p:nvPr/>
          </p:nvSpPr>
          <p:spPr>
            <a:xfrm>
              <a:off x="364863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h6535"/>
            <p:cNvSpPr/>
            <p:nvPr/>
          </p:nvSpPr>
          <p:spPr>
            <a:xfrm>
              <a:off x="365807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h6536"/>
            <p:cNvSpPr/>
            <p:nvPr/>
          </p:nvSpPr>
          <p:spPr>
            <a:xfrm>
              <a:off x="366751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h6537"/>
            <p:cNvSpPr/>
            <p:nvPr/>
          </p:nvSpPr>
          <p:spPr>
            <a:xfrm>
              <a:off x="367695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h6538"/>
            <p:cNvSpPr/>
            <p:nvPr/>
          </p:nvSpPr>
          <p:spPr>
            <a:xfrm>
              <a:off x="368639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h6539"/>
            <p:cNvSpPr/>
            <p:nvPr/>
          </p:nvSpPr>
          <p:spPr>
            <a:xfrm>
              <a:off x="369583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h6540"/>
            <p:cNvSpPr/>
            <p:nvPr/>
          </p:nvSpPr>
          <p:spPr>
            <a:xfrm>
              <a:off x="370527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h6541"/>
            <p:cNvSpPr/>
            <p:nvPr/>
          </p:nvSpPr>
          <p:spPr>
            <a:xfrm>
              <a:off x="371471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h6542"/>
            <p:cNvSpPr/>
            <p:nvPr/>
          </p:nvSpPr>
          <p:spPr>
            <a:xfrm>
              <a:off x="372415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h6543"/>
            <p:cNvSpPr/>
            <p:nvPr/>
          </p:nvSpPr>
          <p:spPr>
            <a:xfrm>
              <a:off x="373359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h6544"/>
            <p:cNvSpPr/>
            <p:nvPr/>
          </p:nvSpPr>
          <p:spPr>
            <a:xfrm>
              <a:off x="374303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h6545"/>
            <p:cNvSpPr/>
            <p:nvPr/>
          </p:nvSpPr>
          <p:spPr>
            <a:xfrm>
              <a:off x="375247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h6546"/>
            <p:cNvSpPr/>
            <p:nvPr/>
          </p:nvSpPr>
          <p:spPr>
            <a:xfrm>
              <a:off x="376191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h6547"/>
            <p:cNvSpPr/>
            <p:nvPr/>
          </p:nvSpPr>
          <p:spPr>
            <a:xfrm>
              <a:off x="3771355" y="1342012"/>
              <a:ext cx="921849" cy="914399"/>
            </a:xfrm>
            <a:custGeom>
              <a:avLst/>
              <a:pathLst>
                <a:path w="92184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49" y="896830"/>
                  </a:lnTo>
                  <a:lnTo>
                    <a:pt x="920548" y="904221"/>
                  </a:lnTo>
                  <a:lnTo>
                    <a:pt x="918433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h6548"/>
            <p:cNvSpPr/>
            <p:nvPr/>
          </p:nvSpPr>
          <p:spPr>
            <a:xfrm>
              <a:off x="2053232" y="1306872"/>
              <a:ext cx="914400" cy="931206"/>
            </a:xfrm>
            <a:custGeom>
              <a:avLst/>
              <a:pathLst>
                <a:path w="914400" h="931206">
                  <a:moveTo>
                    <a:pt x="914400" y="914400"/>
                  </a:moveTo>
                  <a:lnTo>
                    <a:pt x="914400" y="931206"/>
                  </a:lnTo>
                  <a:lnTo>
                    <a:pt x="912665" y="927568"/>
                  </a:lnTo>
                  <a:lnTo>
                    <a:pt x="908966" y="918939"/>
                  </a:lnTo>
                  <a:lnTo>
                    <a:pt x="907221" y="914400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h6549"/>
            <p:cNvSpPr/>
            <p:nvPr/>
          </p:nvSpPr>
          <p:spPr>
            <a:xfrm>
              <a:off x="205323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763" y="931969"/>
                  </a:lnTo>
                  <a:lnTo>
                    <a:pt x="914400" y="931206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h6550"/>
            <p:cNvSpPr/>
            <p:nvPr/>
          </p:nvSpPr>
          <p:spPr>
            <a:xfrm>
              <a:off x="206267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h6551"/>
            <p:cNvSpPr/>
            <p:nvPr/>
          </p:nvSpPr>
          <p:spPr>
            <a:xfrm>
              <a:off x="207211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h6552"/>
            <p:cNvSpPr/>
            <p:nvPr/>
          </p:nvSpPr>
          <p:spPr>
            <a:xfrm>
              <a:off x="208155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h6553"/>
            <p:cNvSpPr/>
            <p:nvPr/>
          </p:nvSpPr>
          <p:spPr>
            <a:xfrm>
              <a:off x="209099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h6554"/>
            <p:cNvSpPr/>
            <p:nvPr/>
          </p:nvSpPr>
          <p:spPr>
            <a:xfrm>
              <a:off x="210043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h6555"/>
            <p:cNvSpPr/>
            <p:nvPr/>
          </p:nvSpPr>
          <p:spPr>
            <a:xfrm>
              <a:off x="210987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h6556"/>
            <p:cNvSpPr/>
            <p:nvPr/>
          </p:nvSpPr>
          <p:spPr>
            <a:xfrm>
              <a:off x="211931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h6557"/>
            <p:cNvSpPr/>
            <p:nvPr/>
          </p:nvSpPr>
          <p:spPr>
            <a:xfrm>
              <a:off x="212875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h6558"/>
            <p:cNvSpPr/>
            <p:nvPr/>
          </p:nvSpPr>
          <p:spPr>
            <a:xfrm>
              <a:off x="213819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h6559"/>
            <p:cNvSpPr/>
            <p:nvPr/>
          </p:nvSpPr>
          <p:spPr>
            <a:xfrm>
              <a:off x="214763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h6560"/>
            <p:cNvSpPr/>
            <p:nvPr/>
          </p:nvSpPr>
          <p:spPr>
            <a:xfrm>
              <a:off x="215707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h6561"/>
            <p:cNvSpPr/>
            <p:nvPr/>
          </p:nvSpPr>
          <p:spPr>
            <a:xfrm>
              <a:off x="216651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h6562"/>
            <p:cNvSpPr/>
            <p:nvPr/>
          </p:nvSpPr>
          <p:spPr>
            <a:xfrm>
              <a:off x="217595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h6563"/>
            <p:cNvSpPr/>
            <p:nvPr/>
          </p:nvSpPr>
          <p:spPr>
            <a:xfrm>
              <a:off x="218539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h6564"/>
            <p:cNvSpPr/>
            <p:nvPr/>
          </p:nvSpPr>
          <p:spPr>
            <a:xfrm>
              <a:off x="219483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h6565"/>
            <p:cNvSpPr/>
            <p:nvPr/>
          </p:nvSpPr>
          <p:spPr>
            <a:xfrm>
              <a:off x="220427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h6566"/>
            <p:cNvSpPr/>
            <p:nvPr/>
          </p:nvSpPr>
          <p:spPr>
            <a:xfrm>
              <a:off x="221371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h6567"/>
            <p:cNvSpPr/>
            <p:nvPr/>
          </p:nvSpPr>
          <p:spPr>
            <a:xfrm>
              <a:off x="222315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h6568"/>
            <p:cNvSpPr/>
            <p:nvPr/>
          </p:nvSpPr>
          <p:spPr>
            <a:xfrm>
              <a:off x="223259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h6569"/>
            <p:cNvSpPr/>
            <p:nvPr/>
          </p:nvSpPr>
          <p:spPr>
            <a:xfrm>
              <a:off x="224203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h6570"/>
            <p:cNvSpPr/>
            <p:nvPr/>
          </p:nvSpPr>
          <p:spPr>
            <a:xfrm>
              <a:off x="225147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h6571"/>
            <p:cNvSpPr/>
            <p:nvPr/>
          </p:nvSpPr>
          <p:spPr>
            <a:xfrm>
              <a:off x="226091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h6572"/>
            <p:cNvSpPr/>
            <p:nvPr/>
          </p:nvSpPr>
          <p:spPr>
            <a:xfrm>
              <a:off x="227035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h6573"/>
            <p:cNvSpPr/>
            <p:nvPr/>
          </p:nvSpPr>
          <p:spPr>
            <a:xfrm>
              <a:off x="227979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h6574"/>
            <p:cNvSpPr/>
            <p:nvPr/>
          </p:nvSpPr>
          <p:spPr>
            <a:xfrm>
              <a:off x="228923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h6575"/>
            <p:cNvSpPr/>
            <p:nvPr/>
          </p:nvSpPr>
          <p:spPr>
            <a:xfrm>
              <a:off x="229867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h6576"/>
            <p:cNvSpPr/>
            <p:nvPr/>
          </p:nvSpPr>
          <p:spPr>
            <a:xfrm>
              <a:off x="230811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h6577"/>
            <p:cNvSpPr/>
            <p:nvPr/>
          </p:nvSpPr>
          <p:spPr>
            <a:xfrm>
              <a:off x="231755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h6578"/>
            <p:cNvSpPr/>
            <p:nvPr/>
          </p:nvSpPr>
          <p:spPr>
            <a:xfrm>
              <a:off x="232699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h6579"/>
            <p:cNvSpPr/>
            <p:nvPr/>
          </p:nvSpPr>
          <p:spPr>
            <a:xfrm>
              <a:off x="233643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h6580"/>
            <p:cNvSpPr/>
            <p:nvPr/>
          </p:nvSpPr>
          <p:spPr>
            <a:xfrm>
              <a:off x="234587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h6581"/>
            <p:cNvSpPr/>
            <p:nvPr/>
          </p:nvSpPr>
          <p:spPr>
            <a:xfrm>
              <a:off x="235531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h6582"/>
            <p:cNvSpPr/>
            <p:nvPr/>
          </p:nvSpPr>
          <p:spPr>
            <a:xfrm>
              <a:off x="2364760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h6583"/>
            <p:cNvSpPr/>
            <p:nvPr/>
          </p:nvSpPr>
          <p:spPr>
            <a:xfrm>
              <a:off x="237420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h6584"/>
            <p:cNvSpPr/>
            <p:nvPr/>
          </p:nvSpPr>
          <p:spPr>
            <a:xfrm>
              <a:off x="2383640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h6585"/>
            <p:cNvSpPr/>
            <p:nvPr/>
          </p:nvSpPr>
          <p:spPr>
            <a:xfrm>
              <a:off x="239308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h6586"/>
            <p:cNvSpPr/>
            <p:nvPr/>
          </p:nvSpPr>
          <p:spPr>
            <a:xfrm>
              <a:off x="2402521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h6587"/>
            <p:cNvSpPr/>
            <p:nvPr/>
          </p:nvSpPr>
          <p:spPr>
            <a:xfrm>
              <a:off x="2411961" y="1324442"/>
              <a:ext cx="920191" cy="914399"/>
            </a:xfrm>
            <a:custGeom>
              <a:avLst/>
              <a:pathLst>
                <a:path w="920191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8530" y="896830"/>
                  </a:lnTo>
                  <a:lnTo>
                    <a:pt x="919642" y="907288"/>
                  </a:lnTo>
                  <a:lnTo>
                    <a:pt x="920191" y="91439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h6588"/>
            <p:cNvSpPr/>
            <p:nvPr/>
          </p:nvSpPr>
          <p:spPr>
            <a:xfrm>
              <a:off x="3157740" y="1324442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4022" y="914399"/>
                  </a:lnTo>
                  <a:lnTo>
                    <a:pt x="914400" y="913973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h6589"/>
            <p:cNvSpPr/>
            <p:nvPr/>
          </p:nvSpPr>
          <p:spPr>
            <a:xfrm>
              <a:off x="3167180" y="1324442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4959" y="914399"/>
                  </a:lnTo>
                  <a:lnTo>
                    <a:pt x="904959" y="913973"/>
                  </a:lnTo>
                  <a:lnTo>
                    <a:pt x="908046" y="910489"/>
                  </a:lnTo>
                  <a:lnTo>
                    <a:pt x="913221" y="905308"/>
                  </a:lnTo>
                  <a:lnTo>
                    <a:pt x="914399" y="904271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h6590"/>
            <p:cNvSpPr/>
            <p:nvPr/>
          </p:nvSpPr>
          <p:spPr>
            <a:xfrm>
              <a:off x="3176620" y="130687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1841"/>
                  </a:lnTo>
                  <a:lnTo>
                    <a:pt x="909095" y="918203"/>
                  </a:lnTo>
                  <a:lnTo>
                    <a:pt x="914071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h6591"/>
            <p:cNvSpPr/>
            <p:nvPr/>
          </p:nvSpPr>
          <p:spPr>
            <a:xfrm>
              <a:off x="317662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h6592"/>
            <p:cNvSpPr/>
            <p:nvPr/>
          </p:nvSpPr>
          <p:spPr>
            <a:xfrm>
              <a:off x="318606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h6593"/>
            <p:cNvSpPr/>
            <p:nvPr/>
          </p:nvSpPr>
          <p:spPr>
            <a:xfrm>
              <a:off x="319550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h6594"/>
            <p:cNvSpPr/>
            <p:nvPr/>
          </p:nvSpPr>
          <p:spPr>
            <a:xfrm>
              <a:off x="3204941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h6595"/>
            <p:cNvSpPr/>
            <p:nvPr/>
          </p:nvSpPr>
          <p:spPr>
            <a:xfrm>
              <a:off x="3214381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h6596"/>
            <p:cNvSpPr/>
            <p:nvPr/>
          </p:nvSpPr>
          <p:spPr>
            <a:xfrm>
              <a:off x="322382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h6597"/>
            <p:cNvSpPr/>
            <p:nvPr/>
          </p:nvSpPr>
          <p:spPr>
            <a:xfrm>
              <a:off x="323326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h6598"/>
            <p:cNvSpPr/>
            <p:nvPr/>
          </p:nvSpPr>
          <p:spPr>
            <a:xfrm>
              <a:off x="324270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h6599"/>
            <p:cNvSpPr/>
            <p:nvPr/>
          </p:nvSpPr>
          <p:spPr>
            <a:xfrm>
              <a:off x="325214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h6600"/>
            <p:cNvSpPr/>
            <p:nvPr/>
          </p:nvSpPr>
          <p:spPr>
            <a:xfrm>
              <a:off x="326158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h6601"/>
            <p:cNvSpPr/>
            <p:nvPr/>
          </p:nvSpPr>
          <p:spPr>
            <a:xfrm>
              <a:off x="327102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h6602"/>
            <p:cNvSpPr/>
            <p:nvPr/>
          </p:nvSpPr>
          <p:spPr>
            <a:xfrm>
              <a:off x="328046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h6603"/>
            <p:cNvSpPr/>
            <p:nvPr/>
          </p:nvSpPr>
          <p:spPr>
            <a:xfrm>
              <a:off x="328990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h6604"/>
            <p:cNvSpPr/>
            <p:nvPr/>
          </p:nvSpPr>
          <p:spPr>
            <a:xfrm>
              <a:off x="329934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h6605"/>
            <p:cNvSpPr/>
            <p:nvPr/>
          </p:nvSpPr>
          <p:spPr>
            <a:xfrm>
              <a:off x="330878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h6606"/>
            <p:cNvSpPr/>
            <p:nvPr/>
          </p:nvSpPr>
          <p:spPr>
            <a:xfrm>
              <a:off x="331822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h6607"/>
            <p:cNvSpPr/>
            <p:nvPr/>
          </p:nvSpPr>
          <p:spPr>
            <a:xfrm>
              <a:off x="332766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h6608"/>
            <p:cNvSpPr/>
            <p:nvPr/>
          </p:nvSpPr>
          <p:spPr>
            <a:xfrm>
              <a:off x="333710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h6609"/>
            <p:cNvSpPr/>
            <p:nvPr/>
          </p:nvSpPr>
          <p:spPr>
            <a:xfrm>
              <a:off x="334654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h6610"/>
            <p:cNvSpPr/>
            <p:nvPr/>
          </p:nvSpPr>
          <p:spPr>
            <a:xfrm>
              <a:off x="335598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h6611"/>
            <p:cNvSpPr/>
            <p:nvPr/>
          </p:nvSpPr>
          <p:spPr>
            <a:xfrm>
              <a:off x="336542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h6612"/>
            <p:cNvSpPr/>
            <p:nvPr/>
          </p:nvSpPr>
          <p:spPr>
            <a:xfrm>
              <a:off x="337486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h6613"/>
            <p:cNvSpPr/>
            <p:nvPr/>
          </p:nvSpPr>
          <p:spPr>
            <a:xfrm>
              <a:off x="338430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h6614"/>
            <p:cNvSpPr/>
            <p:nvPr/>
          </p:nvSpPr>
          <p:spPr>
            <a:xfrm>
              <a:off x="339374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h6615"/>
            <p:cNvSpPr/>
            <p:nvPr/>
          </p:nvSpPr>
          <p:spPr>
            <a:xfrm>
              <a:off x="340318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h6616"/>
            <p:cNvSpPr/>
            <p:nvPr/>
          </p:nvSpPr>
          <p:spPr>
            <a:xfrm>
              <a:off x="341262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h6617"/>
            <p:cNvSpPr/>
            <p:nvPr/>
          </p:nvSpPr>
          <p:spPr>
            <a:xfrm>
              <a:off x="342206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h6618"/>
            <p:cNvSpPr/>
            <p:nvPr/>
          </p:nvSpPr>
          <p:spPr>
            <a:xfrm>
              <a:off x="343150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h6619"/>
            <p:cNvSpPr/>
            <p:nvPr/>
          </p:nvSpPr>
          <p:spPr>
            <a:xfrm>
              <a:off x="344094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h6620"/>
            <p:cNvSpPr/>
            <p:nvPr/>
          </p:nvSpPr>
          <p:spPr>
            <a:xfrm>
              <a:off x="345038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h6621"/>
            <p:cNvSpPr/>
            <p:nvPr/>
          </p:nvSpPr>
          <p:spPr>
            <a:xfrm>
              <a:off x="345982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h6622"/>
            <p:cNvSpPr/>
            <p:nvPr/>
          </p:nvSpPr>
          <p:spPr>
            <a:xfrm>
              <a:off x="346926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h6623"/>
            <p:cNvSpPr/>
            <p:nvPr/>
          </p:nvSpPr>
          <p:spPr>
            <a:xfrm>
              <a:off x="347870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h6624"/>
            <p:cNvSpPr/>
            <p:nvPr/>
          </p:nvSpPr>
          <p:spPr>
            <a:xfrm>
              <a:off x="348814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h6625"/>
            <p:cNvSpPr/>
            <p:nvPr/>
          </p:nvSpPr>
          <p:spPr>
            <a:xfrm>
              <a:off x="349758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h6626"/>
            <p:cNvSpPr/>
            <p:nvPr/>
          </p:nvSpPr>
          <p:spPr>
            <a:xfrm>
              <a:off x="350702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h6627"/>
            <p:cNvSpPr/>
            <p:nvPr/>
          </p:nvSpPr>
          <p:spPr>
            <a:xfrm>
              <a:off x="351646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h6628"/>
            <p:cNvSpPr/>
            <p:nvPr/>
          </p:nvSpPr>
          <p:spPr>
            <a:xfrm>
              <a:off x="352590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h6629"/>
            <p:cNvSpPr/>
            <p:nvPr/>
          </p:nvSpPr>
          <p:spPr>
            <a:xfrm>
              <a:off x="353534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h6630"/>
            <p:cNvSpPr/>
            <p:nvPr/>
          </p:nvSpPr>
          <p:spPr>
            <a:xfrm>
              <a:off x="354479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h6631"/>
            <p:cNvSpPr/>
            <p:nvPr/>
          </p:nvSpPr>
          <p:spPr>
            <a:xfrm>
              <a:off x="355423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h6632"/>
            <p:cNvSpPr/>
            <p:nvPr/>
          </p:nvSpPr>
          <p:spPr>
            <a:xfrm>
              <a:off x="356367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h6633"/>
            <p:cNvSpPr/>
            <p:nvPr/>
          </p:nvSpPr>
          <p:spPr>
            <a:xfrm>
              <a:off x="357311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h6634"/>
            <p:cNvSpPr/>
            <p:nvPr/>
          </p:nvSpPr>
          <p:spPr>
            <a:xfrm>
              <a:off x="358255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h6635"/>
            <p:cNvSpPr/>
            <p:nvPr/>
          </p:nvSpPr>
          <p:spPr>
            <a:xfrm>
              <a:off x="359199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h6636"/>
            <p:cNvSpPr/>
            <p:nvPr/>
          </p:nvSpPr>
          <p:spPr>
            <a:xfrm>
              <a:off x="360143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h6637"/>
            <p:cNvSpPr/>
            <p:nvPr/>
          </p:nvSpPr>
          <p:spPr>
            <a:xfrm>
              <a:off x="361087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h6638"/>
            <p:cNvSpPr/>
            <p:nvPr/>
          </p:nvSpPr>
          <p:spPr>
            <a:xfrm>
              <a:off x="362031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h6639"/>
            <p:cNvSpPr/>
            <p:nvPr/>
          </p:nvSpPr>
          <p:spPr>
            <a:xfrm>
              <a:off x="362975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h6640"/>
            <p:cNvSpPr/>
            <p:nvPr/>
          </p:nvSpPr>
          <p:spPr>
            <a:xfrm>
              <a:off x="363919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h6641"/>
            <p:cNvSpPr/>
            <p:nvPr/>
          </p:nvSpPr>
          <p:spPr>
            <a:xfrm>
              <a:off x="364863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h6642"/>
            <p:cNvSpPr/>
            <p:nvPr/>
          </p:nvSpPr>
          <p:spPr>
            <a:xfrm>
              <a:off x="365807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h6643"/>
            <p:cNvSpPr/>
            <p:nvPr/>
          </p:nvSpPr>
          <p:spPr>
            <a:xfrm>
              <a:off x="366751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h6644"/>
            <p:cNvSpPr/>
            <p:nvPr/>
          </p:nvSpPr>
          <p:spPr>
            <a:xfrm>
              <a:off x="367695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h6645"/>
            <p:cNvSpPr/>
            <p:nvPr/>
          </p:nvSpPr>
          <p:spPr>
            <a:xfrm>
              <a:off x="368639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h6646"/>
            <p:cNvSpPr/>
            <p:nvPr/>
          </p:nvSpPr>
          <p:spPr>
            <a:xfrm>
              <a:off x="369583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h6647"/>
            <p:cNvSpPr/>
            <p:nvPr/>
          </p:nvSpPr>
          <p:spPr>
            <a:xfrm>
              <a:off x="370527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h6648"/>
            <p:cNvSpPr/>
            <p:nvPr/>
          </p:nvSpPr>
          <p:spPr>
            <a:xfrm>
              <a:off x="371471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h6649"/>
            <p:cNvSpPr/>
            <p:nvPr/>
          </p:nvSpPr>
          <p:spPr>
            <a:xfrm>
              <a:off x="372415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h6650"/>
            <p:cNvSpPr/>
            <p:nvPr/>
          </p:nvSpPr>
          <p:spPr>
            <a:xfrm>
              <a:off x="373359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h6651"/>
            <p:cNvSpPr/>
            <p:nvPr/>
          </p:nvSpPr>
          <p:spPr>
            <a:xfrm>
              <a:off x="374303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h6652"/>
            <p:cNvSpPr/>
            <p:nvPr/>
          </p:nvSpPr>
          <p:spPr>
            <a:xfrm>
              <a:off x="375247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h6653"/>
            <p:cNvSpPr/>
            <p:nvPr/>
          </p:nvSpPr>
          <p:spPr>
            <a:xfrm>
              <a:off x="376191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h6654"/>
            <p:cNvSpPr/>
            <p:nvPr/>
          </p:nvSpPr>
          <p:spPr>
            <a:xfrm>
              <a:off x="3771355" y="1324442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360"/>
                  </a:lnTo>
                  <a:lnTo>
                    <a:pt x="922393" y="911310"/>
                  </a:lnTo>
                  <a:lnTo>
                    <a:pt x="921849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h6655"/>
            <p:cNvSpPr/>
            <p:nvPr/>
          </p:nvSpPr>
          <p:spPr>
            <a:xfrm>
              <a:off x="3780796" y="1306872"/>
              <a:ext cx="914944" cy="918930"/>
            </a:xfrm>
            <a:custGeom>
              <a:avLst/>
              <a:pathLst>
                <a:path w="914944" h="918930">
                  <a:moveTo>
                    <a:pt x="914400" y="914400"/>
                  </a:moveTo>
                  <a:lnTo>
                    <a:pt x="914944" y="914400"/>
                  </a:lnTo>
                  <a:lnTo>
                    <a:pt x="914501" y="918234"/>
                  </a:lnTo>
                  <a:lnTo>
                    <a:pt x="914400" y="91893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h6656"/>
            <p:cNvSpPr/>
            <p:nvPr/>
          </p:nvSpPr>
          <p:spPr>
            <a:xfrm>
              <a:off x="2043791" y="1289302"/>
              <a:ext cx="914400" cy="925912"/>
            </a:xfrm>
            <a:custGeom>
              <a:avLst/>
              <a:pathLst>
                <a:path w="914400" h="925912">
                  <a:moveTo>
                    <a:pt x="914400" y="914400"/>
                  </a:moveTo>
                  <a:lnTo>
                    <a:pt x="914400" y="925912"/>
                  </a:lnTo>
                  <a:lnTo>
                    <a:pt x="911762" y="918230"/>
                  </a:lnTo>
                  <a:lnTo>
                    <a:pt x="910594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h6657"/>
            <p:cNvSpPr/>
            <p:nvPr/>
          </p:nvSpPr>
          <p:spPr>
            <a:xfrm>
              <a:off x="204379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662" y="931969"/>
                  </a:lnTo>
                  <a:lnTo>
                    <a:pt x="914956" y="927531"/>
                  </a:lnTo>
                  <a:lnTo>
                    <a:pt x="914400" y="925912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h6658"/>
            <p:cNvSpPr/>
            <p:nvPr/>
          </p:nvSpPr>
          <p:spPr>
            <a:xfrm>
              <a:off x="205323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h6659"/>
            <p:cNvSpPr/>
            <p:nvPr/>
          </p:nvSpPr>
          <p:spPr>
            <a:xfrm>
              <a:off x="206267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h6660"/>
            <p:cNvSpPr/>
            <p:nvPr/>
          </p:nvSpPr>
          <p:spPr>
            <a:xfrm>
              <a:off x="207211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h6661"/>
            <p:cNvSpPr/>
            <p:nvPr/>
          </p:nvSpPr>
          <p:spPr>
            <a:xfrm>
              <a:off x="208155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h6662"/>
            <p:cNvSpPr/>
            <p:nvPr/>
          </p:nvSpPr>
          <p:spPr>
            <a:xfrm>
              <a:off x="209099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h6663"/>
            <p:cNvSpPr/>
            <p:nvPr/>
          </p:nvSpPr>
          <p:spPr>
            <a:xfrm>
              <a:off x="210043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h6664"/>
            <p:cNvSpPr/>
            <p:nvPr/>
          </p:nvSpPr>
          <p:spPr>
            <a:xfrm>
              <a:off x="210987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h6665"/>
            <p:cNvSpPr/>
            <p:nvPr/>
          </p:nvSpPr>
          <p:spPr>
            <a:xfrm>
              <a:off x="211931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h6666"/>
            <p:cNvSpPr/>
            <p:nvPr/>
          </p:nvSpPr>
          <p:spPr>
            <a:xfrm>
              <a:off x="212875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h6667"/>
            <p:cNvSpPr/>
            <p:nvPr/>
          </p:nvSpPr>
          <p:spPr>
            <a:xfrm>
              <a:off x="213819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h6668"/>
            <p:cNvSpPr/>
            <p:nvPr/>
          </p:nvSpPr>
          <p:spPr>
            <a:xfrm>
              <a:off x="214763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h6669"/>
            <p:cNvSpPr/>
            <p:nvPr/>
          </p:nvSpPr>
          <p:spPr>
            <a:xfrm>
              <a:off x="215707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h6670"/>
            <p:cNvSpPr/>
            <p:nvPr/>
          </p:nvSpPr>
          <p:spPr>
            <a:xfrm>
              <a:off x="216651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h6671"/>
            <p:cNvSpPr/>
            <p:nvPr/>
          </p:nvSpPr>
          <p:spPr>
            <a:xfrm>
              <a:off x="217595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h6672"/>
            <p:cNvSpPr/>
            <p:nvPr/>
          </p:nvSpPr>
          <p:spPr>
            <a:xfrm>
              <a:off x="218539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h6673"/>
            <p:cNvSpPr/>
            <p:nvPr/>
          </p:nvSpPr>
          <p:spPr>
            <a:xfrm>
              <a:off x="219483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h6674"/>
            <p:cNvSpPr/>
            <p:nvPr/>
          </p:nvSpPr>
          <p:spPr>
            <a:xfrm>
              <a:off x="220427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h6675"/>
            <p:cNvSpPr/>
            <p:nvPr/>
          </p:nvSpPr>
          <p:spPr>
            <a:xfrm>
              <a:off x="221371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h6676"/>
            <p:cNvSpPr/>
            <p:nvPr/>
          </p:nvSpPr>
          <p:spPr>
            <a:xfrm>
              <a:off x="222315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h6677"/>
            <p:cNvSpPr/>
            <p:nvPr/>
          </p:nvSpPr>
          <p:spPr>
            <a:xfrm>
              <a:off x="223259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h6678"/>
            <p:cNvSpPr/>
            <p:nvPr/>
          </p:nvSpPr>
          <p:spPr>
            <a:xfrm>
              <a:off x="224203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h6679"/>
            <p:cNvSpPr/>
            <p:nvPr/>
          </p:nvSpPr>
          <p:spPr>
            <a:xfrm>
              <a:off x="225147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h6680"/>
            <p:cNvSpPr/>
            <p:nvPr/>
          </p:nvSpPr>
          <p:spPr>
            <a:xfrm>
              <a:off x="226091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h6681"/>
            <p:cNvSpPr/>
            <p:nvPr/>
          </p:nvSpPr>
          <p:spPr>
            <a:xfrm>
              <a:off x="227035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h6682"/>
            <p:cNvSpPr/>
            <p:nvPr/>
          </p:nvSpPr>
          <p:spPr>
            <a:xfrm>
              <a:off x="227979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h6683"/>
            <p:cNvSpPr/>
            <p:nvPr/>
          </p:nvSpPr>
          <p:spPr>
            <a:xfrm>
              <a:off x="228923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h6684"/>
            <p:cNvSpPr/>
            <p:nvPr/>
          </p:nvSpPr>
          <p:spPr>
            <a:xfrm>
              <a:off x="229867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h6685"/>
            <p:cNvSpPr/>
            <p:nvPr/>
          </p:nvSpPr>
          <p:spPr>
            <a:xfrm>
              <a:off x="230811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h6686"/>
            <p:cNvSpPr/>
            <p:nvPr/>
          </p:nvSpPr>
          <p:spPr>
            <a:xfrm>
              <a:off x="231755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h6687"/>
            <p:cNvSpPr/>
            <p:nvPr/>
          </p:nvSpPr>
          <p:spPr>
            <a:xfrm>
              <a:off x="232699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h6688"/>
            <p:cNvSpPr/>
            <p:nvPr/>
          </p:nvSpPr>
          <p:spPr>
            <a:xfrm>
              <a:off x="233643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h6689"/>
            <p:cNvSpPr/>
            <p:nvPr/>
          </p:nvSpPr>
          <p:spPr>
            <a:xfrm>
              <a:off x="234587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h6690"/>
            <p:cNvSpPr/>
            <p:nvPr/>
          </p:nvSpPr>
          <p:spPr>
            <a:xfrm>
              <a:off x="235531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h6691"/>
            <p:cNvSpPr/>
            <p:nvPr/>
          </p:nvSpPr>
          <p:spPr>
            <a:xfrm>
              <a:off x="2364760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h6692"/>
            <p:cNvSpPr/>
            <p:nvPr/>
          </p:nvSpPr>
          <p:spPr>
            <a:xfrm>
              <a:off x="237420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h6693"/>
            <p:cNvSpPr/>
            <p:nvPr/>
          </p:nvSpPr>
          <p:spPr>
            <a:xfrm>
              <a:off x="2383640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h6694"/>
            <p:cNvSpPr/>
            <p:nvPr/>
          </p:nvSpPr>
          <p:spPr>
            <a:xfrm>
              <a:off x="239308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h6695"/>
            <p:cNvSpPr/>
            <p:nvPr/>
          </p:nvSpPr>
          <p:spPr>
            <a:xfrm>
              <a:off x="2402521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h6696"/>
            <p:cNvSpPr/>
            <p:nvPr/>
          </p:nvSpPr>
          <p:spPr>
            <a:xfrm>
              <a:off x="2411961" y="1306872"/>
              <a:ext cx="918530" cy="914400"/>
            </a:xfrm>
            <a:custGeom>
              <a:avLst/>
              <a:pathLst>
                <a:path w="9185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958" y="896830"/>
                  </a:lnTo>
                  <a:lnTo>
                    <a:pt x="917014" y="903166"/>
                  </a:lnTo>
                  <a:lnTo>
                    <a:pt x="918482" y="913947"/>
                  </a:lnTo>
                  <a:lnTo>
                    <a:pt x="918530" y="914400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h6697"/>
            <p:cNvSpPr/>
            <p:nvPr/>
          </p:nvSpPr>
          <p:spPr>
            <a:xfrm>
              <a:off x="3176620" y="13068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071" y="914400"/>
                  </a:lnTo>
                  <a:lnTo>
                    <a:pt x="914400" y="91414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h6698"/>
            <p:cNvSpPr/>
            <p:nvPr/>
          </p:nvSpPr>
          <p:spPr>
            <a:xfrm>
              <a:off x="3186060" y="13068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4149"/>
                  </a:lnTo>
                  <a:lnTo>
                    <a:pt x="905091" y="914048"/>
                  </a:lnTo>
                  <a:lnTo>
                    <a:pt x="910636" y="910423"/>
                  </a:lnTo>
                  <a:lnTo>
                    <a:pt x="914400" y="908364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h6699"/>
            <p:cNvSpPr/>
            <p:nvPr/>
          </p:nvSpPr>
          <p:spPr>
            <a:xfrm>
              <a:off x="3195501" y="13068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364"/>
                  </a:lnTo>
                  <a:lnTo>
                    <a:pt x="906834" y="907339"/>
                  </a:lnTo>
                  <a:lnTo>
                    <a:pt x="907133" y="907190"/>
                  </a:lnTo>
                  <a:lnTo>
                    <a:pt x="907434" y="907041"/>
                  </a:lnTo>
                  <a:lnTo>
                    <a:pt x="907736" y="906892"/>
                  </a:lnTo>
                  <a:lnTo>
                    <a:pt x="908037" y="906743"/>
                  </a:lnTo>
                  <a:lnTo>
                    <a:pt x="908338" y="906594"/>
                  </a:lnTo>
                  <a:lnTo>
                    <a:pt x="908640" y="906445"/>
                  </a:lnTo>
                  <a:lnTo>
                    <a:pt x="908941" y="906296"/>
                  </a:lnTo>
                  <a:lnTo>
                    <a:pt x="909242" y="906146"/>
                  </a:lnTo>
                  <a:lnTo>
                    <a:pt x="909544" y="905997"/>
                  </a:lnTo>
                  <a:lnTo>
                    <a:pt x="909845" y="905848"/>
                  </a:lnTo>
                  <a:lnTo>
                    <a:pt x="910147" y="905699"/>
                  </a:lnTo>
                  <a:lnTo>
                    <a:pt x="910448" y="905550"/>
                  </a:lnTo>
                  <a:lnTo>
                    <a:pt x="910749" y="905401"/>
                  </a:lnTo>
                  <a:lnTo>
                    <a:pt x="911051" y="905252"/>
                  </a:lnTo>
                  <a:lnTo>
                    <a:pt x="911352" y="905103"/>
                  </a:lnTo>
                  <a:lnTo>
                    <a:pt x="911654" y="904954"/>
                  </a:lnTo>
                  <a:lnTo>
                    <a:pt x="911955" y="904805"/>
                  </a:lnTo>
                  <a:lnTo>
                    <a:pt x="912256" y="904656"/>
                  </a:lnTo>
                  <a:lnTo>
                    <a:pt x="912558" y="904507"/>
                  </a:lnTo>
                  <a:lnTo>
                    <a:pt x="912859" y="904358"/>
                  </a:lnTo>
                  <a:lnTo>
                    <a:pt x="913161" y="904209"/>
                  </a:lnTo>
                  <a:lnTo>
                    <a:pt x="913462" y="904060"/>
                  </a:lnTo>
                  <a:lnTo>
                    <a:pt x="913764" y="903911"/>
                  </a:lnTo>
                  <a:lnTo>
                    <a:pt x="914065" y="903762"/>
                  </a:lnTo>
                  <a:lnTo>
                    <a:pt x="914400" y="903597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h6700"/>
            <p:cNvSpPr/>
            <p:nvPr/>
          </p:nvSpPr>
          <p:spPr>
            <a:xfrm>
              <a:off x="3204941" y="130687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3597"/>
                  </a:lnTo>
                  <a:lnTo>
                    <a:pt x="905228" y="903464"/>
                  </a:lnTo>
                  <a:lnTo>
                    <a:pt x="905529" y="903315"/>
                  </a:lnTo>
                  <a:lnTo>
                    <a:pt x="905831" y="903166"/>
                  </a:lnTo>
                  <a:lnTo>
                    <a:pt x="906132" y="903017"/>
                  </a:lnTo>
                  <a:lnTo>
                    <a:pt x="906434" y="902868"/>
                  </a:lnTo>
                  <a:lnTo>
                    <a:pt x="906735" y="902719"/>
                  </a:lnTo>
                  <a:lnTo>
                    <a:pt x="907037" y="902570"/>
                  </a:lnTo>
                  <a:lnTo>
                    <a:pt x="907338" y="902421"/>
                  </a:lnTo>
                  <a:lnTo>
                    <a:pt x="907640" y="902272"/>
                  </a:lnTo>
                  <a:lnTo>
                    <a:pt x="907942" y="902123"/>
                  </a:lnTo>
                  <a:lnTo>
                    <a:pt x="908243" y="901974"/>
                  </a:lnTo>
                  <a:lnTo>
                    <a:pt x="908545" y="901826"/>
                  </a:lnTo>
                  <a:lnTo>
                    <a:pt x="908846" y="901677"/>
                  </a:lnTo>
                  <a:lnTo>
                    <a:pt x="909148" y="901528"/>
                  </a:lnTo>
                  <a:lnTo>
                    <a:pt x="909449" y="901379"/>
                  </a:lnTo>
                  <a:lnTo>
                    <a:pt x="909751" y="901230"/>
                  </a:lnTo>
                  <a:lnTo>
                    <a:pt x="910053" y="901081"/>
                  </a:lnTo>
                  <a:lnTo>
                    <a:pt x="910354" y="900932"/>
                  </a:lnTo>
                  <a:lnTo>
                    <a:pt x="910656" y="900783"/>
                  </a:lnTo>
                  <a:lnTo>
                    <a:pt x="910957" y="900635"/>
                  </a:lnTo>
                  <a:lnTo>
                    <a:pt x="911259" y="900486"/>
                  </a:lnTo>
                  <a:lnTo>
                    <a:pt x="911561" y="900337"/>
                  </a:lnTo>
                  <a:lnTo>
                    <a:pt x="911862" y="900188"/>
                  </a:lnTo>
                  <a:lnTo>
                    <a:pt x="912164" y="900039"/>
                  </a:lnTo>
                  <a:lnTo>
                    <a:pt x="912466" y="899890"/>
                  </a:lnTo>
                  <a:lnTo>
                    <a:pt x="912767" y="899742"/>
                  </a:lnTo>
                  <a:lnTo>
                    <a:pt x="913069" y="899593"/>
                  </a:lnTo>
                  <a:lnTo>
                    <a:pt x="913371" y="899444"/>
                  </a:lnTo>
                  <a:lnTo>
                    <a:pt x="913672" y="899295"/>
                  </a:lnTo>
                  <a:lnTo>
                    <a:pt x="913974" y="899146"/>
                  </a:lnTo>
                  <a:lnTo>
                    <a:pt x="914399" y="898937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h6701"/>
            <p:cNvSpPr/>
            <p:nvPr/>
          </p:nvSpPr>
          <p:spPr>
            <a:xfrm>
              <a:off x="3214381" y="1289302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6506"/>
                  </a:lnTo>
                  <a:lnTo>
                    <a:pt x="905137" y="916419"/>
                  </a:lnTo>
                  <a:lnTo>
                    <a:pt x="905439" y="916270"/>
                  </a:lnTo>
                  <a:lnTo>
                    <a:pt x="905741" y="916121"/>
                  </a:lnTo>
                  <a:lnTo>
                    <a:pt x="906042" y="915972"/>
                  </a:lnTo>
                  <a:lnTo>
                    <a:pt x="906344" y="915824"/>
                  </a:lnTo>
                  <a:lnTo>
                    <a:pt x="906646" y="915675"/>
                  </a:lnTo>
                  <a:lnTo>
                    <a:pt x="906948" y="915526"/>
                  </a:lnTo>
                  <a:lnTo>
                    <a:pt x="907249" y="915378"/>
                  </a:lnTo>
                  <a:lnTo>
                    <a:pt x="909452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h6702"/>
            <p:cNvSpPr/>
            <p:nvPr/>
          </p:nvSpPr>
          <p:spPr>
            <a:xfrm>
              <a:off x="3214381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h6703"/>
            <p:cNvSpPr/>
            <p:nvPr/>
          </p:nvSpPr>
          <p:spPr>
            <a:xfrm>
              <a:off x="322382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h6704"/>
            <p:cNvSpPr/>
            <p:nvPr/>
          </p:nvSpPr>
          <p:spPr>
            <a:xfrm>
              <a:off x="323326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h6705"/>
            <p:cNvSpPr/>
            <p:nvPr/>
          </p:nvSpPr>
          <p:spPr>
            <a:xfrm>
              <a:off x="324270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h6706"/>
            <p:cNvSpPr/>
            <p:nvPr/>
          </p:nvSpPr>
          <p:spPr>
            <a:xfrm>
              <a:off x="325214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h6707"/>
            <p:cNvSpPr/>
            <p:nvPr/>
          </p:nvSpPr>
          <p:spPr>
            <a:xfrm>
              <a:off x="326158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h6708"/>
            <p:cNvSpPr/>
            <p:nvPr/>
          </p:nvSpPr>
          <p:spPr>
            <a:xfrm>
              <a:off x="327102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h6709"/>
            <p:cNvSpPr/>
            <p:nvPr/>
          </p:nvSpPr>
          <p:spPr>
            <a:xfrm>
              <a:off x="328046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h6710"/>
            <p:cNvSpPr/>
            <p:nvPr/>
          </p:nvSpPr>
          <p:spPr>
            <a:xfrm>
              <a:off x="328990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h6711"/>
            <p:cNvSpPr/>
            <p:nvPr/>
          </p:nvSpPr>
          <p:spPr>
            <a:xfrm>
              <a:off x="329934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h6712"/>
            <p:cNvSpPr/>
            <p:nvPr/>
          </p:nvSpPr>
          <p:spPr>
            <a:xfrm>
              <a:off x="330878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h6713"/>
            <p:cNvSpPr/>
            <p:nvPr/>
          </p:nvSpPr>
          <p:spPr>
            <a:xfrm>
              <a:off x="331822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h6714"/>
            <p:cNvSpPr/>
            <p:nvPr/>
          </p:nvSpPr>
          <p:spPr>
            <a:xfrm>
              <a:off x="332766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h6715"/>
            <p:cNvSpPr/>
            <p:nvPr/>
          </p:nvSpPr>
          <p:spPr>
            <a:xfrm>
              <a:off x="333710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h6716"/>
            <p:cNvSpPr/>
            <p:nvPr/>
          </p:nvSpPr>
          <p:spPr>
            <a:xfrm>
              <a:off x="334654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h6717"/>
            <p:cNvSpPr/>
            <p:nvPr/>
          </p:nvSpPr>
          <p:spPr>
            <a:xfrm>
              <a:off x="335598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h6718"/>
            <p:cNvSpPr/>
            <p:nvPr/>
          </p:nvSpPr>
          <p:spPr>
            <a:xfrm>
              <a:off x="336542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h6719"/>
            <p:cNvSpPr/>
            <p:nvPr/>
          </p:nvSpPr>
          <p:spPr>
            <a:xfrm>
              <a:off x="337486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h6720"/>
            <p:cNvSpPr/>
            <p:nvPr/>
          </p:nvSpPr>
          <p:spPr>
            <a:xfrm>
              <a:off x="338430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h6721"/>
            <p:cNvSpPr/>
            <p:nvPr/>
          </p:nvSpPr>
          <p:spPr>
            <a:xfrm>
              <a:off x="339374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h6722"/>
            <p:cNvSpPr/>
            <p:nvPr/>
          </p:nvSpPr>
          <p:spPr>
            <a:xfrm>
              <a:off x="340318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h6723"/>
            <p:cNvSpPr/>
            <p:nvPr/>
          </p:nvSpPr>
          <p:spPr>
            <a:xfrm>
              <a:off x="341262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h6724"/>
            <p:cNvSpPr/>
            <p:nvPr/>
          </p:nvSpPr>
          <p:spPr>
            <a:xfrm>
              <a:off x="342206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h6725"/>
            <p:cNvSpPr/>
            <p:nvPr/>
          </p:nvSpPr>
          <p:spPr>
            <a:xfrm>
              <a:off x="343150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h6726"/>
            <p:cNvSpPr/>
            <p:nvPr/>
          </p:nvSpPr>
          <p:spPr>
            <a:xfrm>
              <a:off x="344094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h6727"/>
            <p:cNvSpPr/>
            <p:nvPr/>
          </p:nvSpPr>
          <p:spPr>
            <a:xfrm>
              <a:off x="345038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h6728"/>
            <p:cNvSpPr/>
            <p:nvPr/>
          </p:nvSpPr>
          <p:spPr>
            <a:xfrm>
              <a:off x="345982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h6729"/>
            <p:cNvSpPr/>
            <p:nvPr/>
          </p:nvSpPr>
          <p:spPr>
            <a:xfrm>
              <a:off x="346926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h6730"/>
            <p:cNvSpPr/>
            <p:nvPr/>
          </p:nvSpPr>
          <p:spPr>
            <a:xfrm>
              <a:off x="347870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h6731"/>
            <p:cNvSpPr/>
            <p:nvPr/>
          </p:nvSpPr>
          <p:spPr>
            <a:xfrm>
              <a:off x="348814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h6732"/>
            <p:cNvSpPr/>
            <p:nvPr/>
          </p:nvSpPr>
          <p:spPr>
            <a:xfrm>
              <a:off x="349758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h6733"/>
            <p:cNvSpPr/>
            <p:nvPr/>
          </p:nvSpPr>
          <p:spPr>
            <a:xfrm>
              <a:off x="350702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h6734"/>
            <p:cNvSpPr/>
            <p:nvPr/>
          </p:nvSpPr>
          <p:spPr>
            <a:xfrm>
              <a:off x="351646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h6735"/>
            <p:cNvSpPr/>
            <p:nvPr/>
          </p:nvSpPr>
          <p:spPr>
            <a:xfrm>
              <a:off x="352590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h6736"/>
            <p:cNvSpPr/>
            <p:nvPr/>
          </p:nvSpPr>
          <p:spPr>
            <a:xfrm>
              <a:off x="353534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h6737"/>
            <p:cNvSpPr/>
            <p:nvPr/>
          </p:nvSpPr>
          <p:spPr>
            <a:xfrm>
              <a:off x="354479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h6738"/>
            <p:cNvSpPr/>
            <p:nvPr/>
          </p:nvSpPr>
          <p:spPr>
            <a:xfrm>
              <a:off x="355423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h6739"/>
            <p:cNvSpPr/>
            <p:nvPr/>
          </p:nvSpPr>
          <p:spPr>
            <a:xfrm>
              <a:off x="356367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h6740"/>
            <p:cNvSpPr/>
            <p:nvPr/>
          </p:nvSpPr>
          <p:spPr>
            <a:xfrm>
              <a:off x="357311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h6741"/>
            <p:cNvSpPr/>
            <p:nvPr/>
          </p:nvSpPr>
          <p:spPr>
            <a:xfrm>
              <a:off x="358255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h6742"/>
            <p:cNvSpPr/>
            <p:nvPr/>
          </p:nvSpPr>
          <p:spPr>
            <a:xfrm>
              <a:off x="359199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h6743"/>
            <p:cNvSpPr/>
            <p:nvPr/>
          </p:nvSpPr>
          <p:spPr>
            <a:xfrm>
              <a:off x="360143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h6744"/>
            <p:cNvSpPr/>
            <p:nvPr/>
          </p:nvSpPr>
          <p:spPr>
            <a:xfrm>
              <a:off x="361087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h6745"/>
            <p:cNvSpPr/>
            <p:nvPr/>
          </p:nvSpPr>
          <p:spPr>
            <a:xfrm>
              <a:off x="362031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h6746"/>
            <p:cNvSpPr/>
            <p:nvPr/>
          </p:nvSpPr>
          <p:spPr>
            <a:xfrm>
              <a:off x="362975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h6747"/>
            <p:cNvSpPr/>
            <p:nvPr/>
          </p:nvSpPr>
          <p:spPr>
            <a:xfrm>
              <a:off x="363919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h6748"/>
            <p:cNvSpPr/>
            <p:nvPr/>
          </p:nvSpPr>
          <p:spPr>
            <a:xfrm>
              <a:off x="364863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h6749"/>
            <p:cNvSpPr/>
            <p:nvPr/>
          </p:nvSpPr>
          <p:spPr>
            <a:xfrm>
              <a:off x="365807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h6750"/>
            <p:cNvSpPr/>
            <p:nvPr/>
          </p:nvSpPr>
          <p:spPr>
            <a:xfrm>
              <a:off x="366751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h6751"/>
            <p:cNvSpPr/>
            <p:nvPr/>
          </p:nvSpPr>
          <p:spPr>
            <a:xfrm>
              <a:off x="367695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h6752"/>
            <p:cNvSpPr/>
            <p:nvPr/>
          </p:nvSpPr>
          <p:spPr>
            <a:xfrm>
              <a:off x="368639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h6753"/>
            <p:cNvSpPr/>
            <p:nvPr/>
          </p:nvSpPr>
          <p:spPr>
            <a:xfrm>
              <a:off x="369583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h6754"/>
            <p:cNvSpPr/>
            <p:nvPr/>
          </p:nvSpPr>
          <p:spPr>
            <a:xfrm>
              <a:off x="370527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h6755"/>
            <p:cNvSpPr/>
            <p:nvPr/>
          </p:nvSpPr>
          <p:spPr>
            <a:xfrm>
              <a:off x="371471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h6756"/>
            <p:cNvSpPr/>
            <p:nvPr/>
          </p:nvSpPr>
          <p:spPr>
            <a:xfrm>
              <a:off x="372415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h6757"/>
            <p:cNvSpPr/>
            <p:nvPr/>
          </p:nvSpPr>
          <p:spPr>
            <a:xfrm>
              <a:off x="373359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h6758"/>
            <p:cNvSpPr/>
            <p:nvPr/>
          </p:nvSpPr>
          <p:spPr>
            <a:xfrm>
              <a:off x="374303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h6759"/>
            <p:cNvSpPr/>
            <p:nvPr/>
          </p:nvSpPr>
          <p:spPr>
            <a:xfrm>
              <a:off x="375247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h6760"/>
            <p:cNvSpPr/>
            <p:nvPr/>
          </p:nvSpPr>
          <p:spPr>
            <a:xfrm>
              <a:off x="376191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h6761"/>
            <p:cNvSpPr/>
            <p:nvPr/>
          </p:nvSpPr>
          <p:spPr>
            <a:xfrm>
              <a:off x="377135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h6762"/>
            <p:cNvSpPr/>
            <p:nvPr/>
          </p:nvSpPr>
          <p:spPr>
            <a:xfrm>
              <a:off x="3780796" y="130687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809"/>
                  </a:lnTo>
                  <a:lnTo>
                    <a:pt x="922167" y="905486"/>
                  </a:lnTo>
                  <a:lnTo>
                    <a:pt x="916870" y="910155"/>
                  </a:lnTo>
                  <a:lnTo>
                    <a:pt x="915296" y="911361"/>
                  </a:lnTo>
                  <a:lnTo>
                    <a:pt x="914944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h6763"/>
            <p:cNvSpPr/>
            <p:nvPr/>
          </p:nvSpPr>
          <p:spPr>
            <a:xfrm>
              <a:off x="3790236" y="1289302"/>
              <a:ext cx="920969" cy="921379"/>
            </a:xfrm>
            <a:custGeom>
              <a:avLst/>
              <a:pathLst>
                <a:path w="920969" h="921379">
                  <a:moveTo>
                    <a:pt x="914400" y="914400"/>
                  </a:moveTo>
                  <a:lnTo>
                    <a:pt x="920969" y="914400"/>
                  </a:lnTo>
                  <a:lnTo>
                    <a:pt x="917887" y="917883"/>
                  </a:lnTo>
                  <a:lnTo>
                    <a:pt x="914400" y="92137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h6764"/>
            <p:cNvSpPr/>
            <p:nvPr/>
          </p:nvSpPr>
          <p:spPr>
            <a:xfrm>
              <a:off x="2043791" y="127173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594" y="931969"/>
                  </a:lnTo>
                  <a:lnTo>
                    <a:pt x="908834" y="926200"/>
                  </a:lnTo>
                  <a:lnTo>
                    <a:pt x="906180" y="916329"/>
                  </a:lnTo>
                  <a:lnTo>
                    <a:pt x="905728" y="914400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h6765"/>
            <p:cNvSpPr/>
            <p:nvPr/>
          </p:nvSpPr>
          <p:spPr>
            <a:xfrm>
              <a:off x="204379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h6766"/>
            <p:cNvSpPr/>
            <p:nvPr/>
          </p:nvSpPr>
          <p:spPr>
            <a:xfrm>
              <a:off x="205323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h6767"/>
            <p:cNvSpPr/>
            <p:nvPr/>
          </p:nvSpPr>
          <p:spPr>
            <a:xfrm>
              <a:off x="206267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h6768"/>
            <p:cNvSpPr/>
            <p:nvPr/>
          </p:nvSpPr>
          <p:spPr>
            <a:xfrm>
              <a:off x="207211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h6769"/>
            <p:cNvSpPr/>
            <p:nvPr/>
          </p:nvSpPr>
          <p:spPr>
            <a:xfrm>
              <a:off x="208155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h6770"/>
            <p:cNvSpPr/>
            <p:nvPr/>
          </p:nvSpPr>
          <p:spPr>
            <a:xfrm>
              <a:off x="209099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h6771"/>
            <p:cNvSpPr/>
            <p:nvPr/>
          </p:nvSpPr>
          <p:spPr>
            <a:xfrm>
              <a:off x="210043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h6772"/>
            <p:cNvSpPr/>
            <p:nvPr/>
          </p:nvSpPr>
          <p:spPr>
            <a:xfrm>
              <a:off x="210987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h6773"/>
            <p:cNvSpPr/>
            <p:nvPr/>
          </p:nvSpPr>
          <p:spPr>
            <a:xfrm>
              <a:off x="211931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h6774"/>
            <p:cNvSpPr/>
            <p:nvPr/>
          </p:nvSpPr>
          <p:spPr>
            <a:xfrm>
              <a:off x="212875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h6775"/>
            <p:cNvSpPr/>
            <p:nvPr/>
          </p:nvSpPr>
          <p:spPr>
            <a:xfrm>
              <a:off x="213819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h6776"/>
            <p:cNvSpPr/>
            <p:nvPr/>
          </p:nvSpPr>
          <p:spPr>
            <a:xfrm>
              <a:off x="214763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h6777"/>
            <p:cNvSpPr/>
            <p:nvPr/>
          </p:nvSpPr>
          <p:spPr>
            <a:xfrm>
              <a:off x="215707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h6778"/>
            <p:cNvSpPr/>
            <p:nvPr/>
          </p:nvSpPr>
          <p:spPr>
            <a:xfrm>
              <a:off x="216651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h6779"/>
            <p:cNvSpPr/>
            <p:nvPr/>
          </p:nvSpPr>
          <p:spPr>
            <a:xfrm>
              <a:off x="217595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h6780"/>
            <p:cNvSpPr/>
            <p:nvPr/>
          </p:nvSpPr>
          <p:spPr>
            <a:xfrm>
              <a:off x="218539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h6781"/>
            <p:cNvSpPr/>
            <p:nvPr/>
          </p:nvSpPr>
          <p:spPr>
            <a:xfrm>
              <a:off x="219483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h6782"/>
            <p:cNvSpPr/>
            <p:nvPr/>
          </p:nvSpPr>
          <p:spPr>
            <a:xfrm>
              <a:off x="220427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h6783"/>
            <p:cNvSpPr/>
            <p:nvPr/>
          </p:nvSpPr>
          <p:spPr>
            <a:xfrm>
              <a:off x="221371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h6784"/>
            <p:cNvSpPr/>
            <p:nvPr/>
          </p:nvSpPr>
          <p:spPr>
            <a:xfrm>
              <a:off x="222315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h6785"/>
            <p:cNvSpPr/>
            <p:nvPr/>
          </p:nvSpPr>
          <p:spPr>
            <a:xfrm>
              <a:off x="223259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h6786"/>
            <p:cNvSpPr/>
            <p:nvPr/>
          </p:nvSpPr>
          <p:spPr>
            <a:xfrm>
              <a:off x="224203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h6787"/>
            <p:cNvSpPr/>
            <p:nvPr/>
          </p:nvSpPr>
          <p:spPr>
            <a:xfrm>
              <a:off x="225147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h6788"/>
            <p:cNvSpPr/>
            <p:nvPr/>
          </p:nvSpPr>
          <p:spPr>
            <a:xfrm>
              <a:off x="226091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h6789"/>
            <p:cNvSpPr/>
            <p:nvPr/>
          </p:nvSpPr>
          <p:spPr>
            <a:xfrm>
              <a:off x="227035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h6790"/>
            <p:cNvSpPr/>
            <p:nvPr/>
          </p:nvSpPr>
          <p:spPr>
            <a:xfrm>
              <a:off x="227979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h6791"/>
            <p:cNvSpPr/>
            <p:nvPr/>
          </p:nvSpPr>
          <p:spPr>
            <a:xfrm>
              <a:off x="228923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h6792"/>
            <p:cNvSpPr/>
            <p:nvPr/>
          </p:nvSpPr>
          <p:spPr>
            <a:xfrm>
              <a:off x="229867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h6793"/>
            <p:cNvSpPr/>
            <p:nvPr/>
          </p:nvSpPr>
          <p:spPr>
            <a:xfrm>
              <a:off x="230811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h6794"/>
            <p:cNvSpPr/>
            <p:nvPr/>
          </p:nvSpPr>
          <p:spPr>
            <a:xfrm>
              <a:off x="231755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h6795"/>
            <p:cNvSpPr/>
            <p:nvPr/>
          </p:nvSpPr>
          <p:spPr>
            <a:xfrm>
              <a:off x="232699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h6796"/>
            <p:cNvSpPr/>
            <p:nvPr/>
          </p:nvSpPr>
          <p:spPr>
            <a:xfrm>
              <a:off x="233643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h6797"/>
            <p:cNvSpPr/>
            <p:nvPr/>
          </p:nvSpPr>
          <p:spPr>
            <a:xfrm>
              <a:off x="234587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h6798"/>
            <p:cNvSpPr/>
            <p:nvPr/>
          </p:nvSpPr>
          <p:spPr>
            <a:xfrm>
              <a:off x="235531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h6799"/>
            <p:cNvSpPr/>
            <p:nvPr/>
          </p:nvSpPr>
          <p:spPr>
            <a:xfrm>
              <a:off x="2364760" y="12717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h6800"/>
            <p:cNvSpPr/>
            <p:nvPr/>
          </p:nvSpPr>
          <p:spPr>
            <a:xfrm>
              <a:off x="237420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h6801"/>
            <p:cNvSpPr/>
            <p:nvPr/>
          </p:nvSpPr>
          <p:spPr>
            <a:xfrm>
              <a:off x="2383640" y="12717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h6802"/>
            <p:cNvSpPr/>
            <p:nvPr/>
          </p:nvSpPr>
          <p:spPr>
            <a:xfrm>
              <a:off x="239308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h6803"/>
            <p:cNvSpPr/>
            <p:nvPr/>
          </p:nvSpPr>
          <p:spPr>
            <a:xfrm>
              <a:off x="2411961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514" y="896830"/>
                  </a:lnTo>
                  <a:lnTo>
                    <a:pt x="913174" y="899681"/>
                  </a:lnTo>
                  <a:lnTo>
                    <a:pt x="914400" y="905861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h6804"/>
            <p:cNvSpPr/>
            <p:nvPr/>
          </p:nvSpPr>
          <p:spPr>
            <a:xfrm>
              <a:off x="2411961" y="1289302"/>
              <a:ext cx="915958" cy="914400"/>
            </a:xfrm>
            <a:custGeom>
              <a:avLst/>
              <a:pathLst>
                <a:path w="915958" h="914400">
                  <a:moveTo>
                    <a:pt x="914400" y="914400"/>
                  </a:moveTo>
                  <a:lnTo>
                    <a:pt x="914400" y="905861"/>
                  </a:lnTo>
                  <a:lnTo>
                    <a:pt x="915243" y="910114"/>
                  </a:lnTo>
                  <a:lnTo>
                    <a:pt x="915958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h6805"/>
            <p:cNvSpPr/>
            <p:nvPr/>
          </p:nvSpPr>
          <p:spPr>
            <a:xfrm>
              <a:off x="3214381" y="128930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452" y="914400"/>
                  </a:lnTo>
                  <a:lnTo>
                    <a:pt x="912686" y="912964"/>
                  </a:lnTo>
                  <a:lnTo>
                    <a:pt x="914399" y="912367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h6806"/>
            <p:cNvSpPr/>
            <p:nvPr/>
          </p:nvSpPr>
          <p:spPr>
            <a:xfrm>
              <a:off x="3223821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367"/>
                  </a:lnTo>
                  <a:lnTo>
                    <a:pt x="908740" y="911052"/>
                  </a:lnTo>
                  <a:lnTo>
                    <a:pt x="914400" y="909627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h6807"/>
            <p:cNvSpPr/>
            <p:nvPr/>
          </p:nvSpPr>
          <p:spPr>
            <a:xfrm>
              <a:off x="3233262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627"/>
                  </a:lnTo>
                  <a:lnTo>
                    <a:pt x="910406" y="908752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h6808"/>
            <p:cNvSpPr/>
            <p:nvPr/>
          </p:nvSpPr>
          <p:spPr>
            <a:xfrm>
              <a:off x="3242702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478"/>
                  </a:lnTo>
                  <a:lnTo>
                    <a:pt x="906551" y="908369"/>
                  </a:lnTo>
                  <a:lnTo>
                    <a:pt x="912140" y="908499"/>
                  </a:lnTo>
                  <a:lnTo>
                    <a:pt x="912618" y="908532"/>
                  </a:lnTo>
                  <a:lnTo>
                    <a:pt x="913097" y="908566"/>
                  </a:lnTo>
                  <a:lnTo>
                    <a:pt x="913577" y="908599"/>
                  </a:lnTo>
                  <a:lnTo>
                    <a:pt x="914057" y="908632"/>
                  </a:lnTo>
                  <a:lnTo>
                    <a:pt x="914400" y="908656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h6809"/>
            <p:cNvSpPr/>
            <p:nvPr/>
          </p:nvSpPr>
          <p:spPr>
            <a:xfrm>
              <a:off x="3252142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56"/>
                  </a:lnTo>
                  <a:lnTo>
                    <a:pt x="905096" y="908665"/>
                  </a:lnTo>
                  <a:lnTo>
                    <a:pt x="905576" y="908699"/>
                  </a:lnTo>
                  <a:lnTo>
                    <a:pt x="906055" y="908732"/>
                  </a:lnTo>
                  <a:lnTo>
                    <a:pt x="906535" y="908765"/>
                  </a:lnTo>
                  <a:lnTo>
                    <a:pt x="907014" y="908799"/>
                  </a:lnTo>
                  <a:lnTo>
                    <a:pt x="907494" y="908832"/>
                  </a:lnTo>
                  <a:lnTo>
                    <a:pt x="907974" y="908866"/>
                  </a:lnTo>
                  <a:lnTo>
                    <a:pt x="908453" y="908899"/>
                  </a:lnTo>
                  <a:lnTo>
                    <a:pt x="908933" y="908932"/>
                  </a:lnTo>
                  <a:lnTo>
                    <a:pt x="909412" y="908966"/>
                  </a:lnTo>
                  <a:lnTo>
                    <a:pt x="909892" y="908999"/>
                  </a:lnTo>
                  <a:lnTo>
                    <a:pt x="910372" y="909033"/>
                  </a:lnTo>
                  <a:lnTo>
                    <a:pt x="910851" y="909066"/>
                  </a:lnTo>
                  <a:lnTo>
                    <a:pt x="911331" y="909100"/>
                  </a:lnTo>
                  <a:lnTo>
                    <a:pt x="911810" y="909133"/>
                  </a:lnTo>
                  <a:lnTo>
                    <a:pt x="912290" y="909167"/>
                  </a:lnTo>
                  <a:lnTo>
                    <a:pt x="912770" y="909201"/>
                  </a:lnTo>
                  <a:lnTo>
                    <a:pt x="913249" y="909234"/>
                  </a:lnTo>
                  <a:lnTo>
                    <a:pt x="913729" y="909268"/>
                  </a:lnTo>
                  <a:lnTo>
                    <a:pt x="914208" y="909301"/>
                  </a:lnTo>
                  <a:lnTo>
                    <a:pt x="914400" y="909315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h6810"/>
            <p:cNvSpPr/>
            <p:nvPr/>
          </p:nvSpPr>
          <p:spPr>
            <a:xfrm>
              <a:off x="3261582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315"/>
                  </a:lnTo>
                  <a:lnTo>
                    <a:pt x="905248" y="909335"/>
                  </a:lnTo>
                  <a:lnTo>
                    <a:pt x="905727" y="909369"/>
                  </a:lnTo>
                  <a:lnTo>
                    <a:pt x="906207" y="909402"/>
                  </a:lnTo>
                  <a:lnTo>
                    <a:pt x="906686" y="909436"/>
                  </a:lnTo>
                  <a:lnTo>
                    <a:pt x="907166" y="909470"/>
                  </a:lnTo>
                  <a:lnTo>
                    <a:pt x="907645" y="909504"/>
                  </a:lnTo>
                  <a:lnTo>
                    <a:pt x="908125" y="909537"/>
                  </a:lnTo>
                  <a:lnTo>
                    <a:pt x="908605" y="909571"/>
                  </a:lnTo>
                  <a:lnTo>
                    <a:pt x="909084" y="909605"/>
                  </a:lnTo>
                  <a:lnTo>
                    <a:pt x="909564" y="909639"/>
                  </a:lnTo>
                  <a:lnTo>
                    <a:pt x="910043" y="909673"/>
                  </a:lnTo>
                  <a:lnTo>
                    <a:pt x="910523" y="909706"/>
                  </a:lnTo>
                  <a:lnTo>
                    <a:pt x="911002" y="909740"/>
                  </a:lnTo>
                  <a:lnTo>
                    <a:pt x="911482" y="909774"/>
                  </a:lnTo>
                  <a:lnTo>
                    <a:pt x="911961" y="909808"/>
                  </a:lnTo>
                  <a:lnTo>
                    <a:pt x="912441" y="909842"/>
                  </a:lnTo>
                  <a:lnTo>
                    <a:pt x="912920" y="909876"/>
                  </a:lnTo>
                  <a:lnTo>
                    <a:pt x="913400" y="909910"/>
                  </a:lnTo>
                  <a:lnTo>
                    <a:pt x="913879" y="909944"/>
                  </a:lnTo>
                  <a:lnTo>
                    <a:pt x="914400" y="909981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h6811"/>
            <p:cNvSpPr/>
            <p:nvPr/>
          </p:nvSpPr>
          <p:spPr>
            <a:xfrm>
              <a:off x="3271023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1"/>
                  </a:lnTo>
                  <a:lnTo>
                    <a:pt x="905398" y="910012"/>
                  </a:lnTo>
                  <a:lnTo>
                    <a:pt x="905878" y="910046"/>
                  </a:lnTo>
                  <a:lnTo>
                    <a:pt x="906357" y="910080"/>
                  </a:lnTo>
                  <a:lnTo>
                    <a:pt x="906837" y="910114"/>
                  </a:lnTo>
                  <a:lnTo>
                    <a:pt x="907316" y="910148"/>
                  </a:lnTo>
                  <a:lnTo>
                    <a:pt x="907796" y="910182"/>
                  </a:lnTo>
                  <a:lnTo>
                    <a:pt x="908275" y="910216"/>
                  </a:lnTo>
                  <a:lnTo>
                    <a:pt x="908755" y="910250"/>
                  </a:lnTo>
                  <a:lnTo>
                    <a:pt x="909234" y="910284"/>
                  </a:lnTo>
                  <a:lnTo>
                    <a:pt x="909714" y="910319"/>
                  </a:lnTo>
                  <a:lnTo>
                    <a:pt x="910193" y="910353"/>
                  </a:lnTo>
                  <a:lnTo>
                    <a:pt x="910673" y="910387"/>
                  </a:lnTo>
                  <a:lnTo>
                    <a:pt x="914400" y="910653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h6812"/>
            <p:cNvSpPr/>
            <p:nvPr/>
          </p:nvSpPr>
          <p:spPr>
            <a:xfrm>
              <a:off x="3280463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653"/>
                  </a:lnTo>
                  <a:lnTo>
                    <a:pt x="914400" y="911326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h6813"/>
            <p:cNvSpPr/>
            <p:nvPr/>
          </p:nvSpPr>
          <p:spPr>
            <a:xfrm>
              <a:off x="3289903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26"/>
                  </a:lnTo>
                  <a:lnTo>
                    <a:pt x="914400" y="9120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h6814"/>
            <p:cNvSpPr/>
            <p:nvPr/>
          </p:nvSpPr>
          <p:spPr>
            <a:xfrm>
              <a:off x="3299343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00"/>
                  </a:lnTo>
                  <a:lnTo>
                    <a:pt x="914400" y="912673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h6815"/>
            <p:cNvSpPr/>
            <p:nvPr/>
          </p:nvSpPr>
          <p:spPr>
            <a:xfrm>
              <a:off x="3308784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673"/>
                  </a:lnTo>
                  <a:lnTo>
                    <a:pt x="914400" y="912474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h6816"/>
            <p:cNvSpPr/>
            <p:nvPr/>
          </p:nvSpPr>
          <p:spPr>
            <a:xfrm>
              <a:off x="3318224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474"/>
                  </a:lnTo>
                  <a:lnTo>
                    <a:pt x="914400" y="912274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h6817"/>
            <p:cNvSpPr/>
            <p:nvPr/>
          </p:nvSpPr>
          <p:spPr>
            <a:xfrm>
              <a:off x="3327664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274"/>
                  </a:lnTo>
                  <a:lnTo>
                    <a:pt x="914400" y="912075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h6818"/>
            <p:cNvSpPr/>
            <p:nvPr/>
          </p:nvSpPr>
          <p:spPr>
            <a:xfrm>
              <a:off x="3337104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75"/>
                  </a:lnTo>
                  <a:lnTo>
                    <a:pt x="913851" y="911830"/>
                  </a:lnTo>
                  <a:lnTo>
                    <a:pt x="914223" y="911516"/>
                  </a:lnTo>
                  <a:lnTo>
                    <a:pt x="914400" y="911367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h6819"/>
            <p:cNvSpPr/>
            <p:nvPr/>
          </p:nvSpPr>
          <p:spPr>
            <a:xfrm>
              <a:off x="3346544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67"/>
                  </a:lnTo>
                  <a:lnTo>
                    <a:pt x="905155" y="911203"/>
                  </a:lnTo>
                  <a:lnTo>
                    <a:pt x="905526" y="910889"/>
                  </a:lnTo>
                  <a:lnTo>
                    <a:pt x="905898" y="910575"/>
                  </a:lnTo>
                  <a:lnTo>
                    <a:pt x="910960" y="906577"/>
                  </a:lnTo>
                  <a:lnTo>
                    <a:pt x="914400" y="90421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h6820"/>
            <p:cNvSpPr/>
            <p:nvPr/>
          </p:nvSpPr>
          <p:spPr>
            <a:xfrm>
              <a:off x="3355985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219"/>
                  </a:lnTo>
                  <a:lnTo>
                    <a:pt x="906680" y="903040"/>
                  </a:lnTo>
                  <a:lnTo>
                    <a:pt x="911926" y="899974"/>
                  </a:lnTo>
                  <a:lnTo>
                    <a:pt x="914400" y="89865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h6821"/>
            <p:cNvSpPr/>
            <p:nvPr/>
          </p:nvSpPr>
          <p:spPr>
            <a:xfrm>
              <a:off x="3365425" y="127173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20"/>
                  </a:lnTo>
                  <a:lnTo>
                    <a:pt x="908360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h6822"/>
            <p:cNvSpPr/>
            <p:nvPr/>
          </p:nvSpPr>
          <p:spPr>
            <a:xfrm>
              <a:off x="336542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h6823"/>
            <p:cNvSpPr/>
            <p:nvPr/>
          </p:nvSpPr>
          <p:spPr>
            <a:xfrm>
              <a:off x="337486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h6824"/>
            <p:cNvSpPr/>
            <p:nvPr/>
          </p:nvSpPr>
          <p:spPr>
            <a:xfrm>
              <a:off x="338430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h6825"/>
            <p:cNvSpPr/>
            <p:nvPr/>
          </p:nvSpPr>
          <p:spPr>
            <a:xfrm>
              <a:off x="339374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h6826"/>
            <p:cNvSpPr/>
            <p:nvPr/>
          </p:nvSpPr>
          <p:spPr>
            <a:xfrm>
              <a:off x="340318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h6827"/>
            <p:cNvSpPr/>
            <p:nvPr/>
          </p:nvSpPr>
          <p:spPr>
            <a:xfrm>
              <a:off x="341262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h6828"/>
            <p:cNvSpPr/>
            <p:nvPr/>
          </p:nvSpPr>
          <p:spPr>
            <a:xfrm>
              <a:off x="342206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h6829"/>
            <p:cNvSpPr/>
            <p:nvPr/>
          </p:nvSpPr>
          <p:spPr>
            <a:xfrm>
              <a:off x="343150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h6830"/>
            <p:cNvSpPr/>
            <p:nvPr/>
          </p:nvSpPr>
          <p:spPr>
            <a:xfrm>
              <a:off x="344094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h6831"/>
            <p:cNvSpPr/>
            <p:nvPr/>
          </p:nvSpPr>
          <p:spPr>
            <a:xfrm>
              <a:off x="345038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h6832"/>
            <p:cNvSpPr/>
            <p:nvPr/>
          </p:nvSpPr>
          <p:spPr>
            <a:xfrm>
              <a:off x="345982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h6833"/>
            <p:cNvSpPr/>
            <p:nvPr/>
          </p:nvSpPr>
          <p:spPr>
            <a:xfrm>
              <a:off x="346926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h6834"/>
            <p:cNvSpPr/>
            <p:nvPr/>
          </p:nvSpPr>
          <p:spPr>
            <a:xfrm>
              <a:off x="347870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h6835"/>
            <p:cNvSpPr/>
            <p:nvPr/>
          </p:nvSpPr>
          <p:spPr>
            <a:xfrm>
              <a:off x="348814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h6836"/>
            <p:cNvSpPr/>
            <p:nvPr/>
          </p:nvSpPr>
          <p:spPr>
            <a:xfrm>
              <a:off x="349758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h6837"/>
            <p:cNvSpPr/>
            <p:nvPr/>
          </p:nvSpPr>
          <p:spPr>
            <a:xfrm>
              <a:off x="350702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h6838"/>
            <p:cNvSpPr/>
            <p:nvPr/>
          </p:nvSpPr>
          <p:spPr>
            <a:xfrm>
              <a:off x="351646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h6839"/>
            <p:cNvSpPr/>
            <p:nvPr/>
          </p:nvSpPr>
          <p:spPr>
            <a:xfrm>
              <a:off x="352590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h6840"/>
            <p:cNvSpPr/>
            <p:nvPr/>
          </p:nvSpPr>
          <p:spPr>
            <a:xfrm>
              <a:off x="353534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h6841"/>
            <p:cNvSpPr/>
            <p:nvPr/>
          </p:nvSpPr>
          <p:spPr>
            <a:xfrm>
              <a:off x="354479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h6842"/>
            <p:cNvSpPr/>
            <p:nvPr/>
          </p:nvSpPr>
          <p:spPr>
            <a:xfrm>
              <a:off x="355423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h6843"/>
            <p:cNvSpPr/>
            <p:nvPr/>
          </p:nvSpPr>
          <p:spPr>
            <a:xfrm>
              <a:off x="356367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h6844"/>
            <p:cNvSpPr/>
            <p:nvPr/>
          </p:nvSpPr>
          <p:spPr>
            <a:xfrm>
              <a:off x="357311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h6845"/>
            <p:cNvSpPr/>
            <p:nvPr/>
          </p:nvSpPr>
          <p:spPr>
            <a:xfrm>
              <a:off x="358255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h6846"/>
            <p:cNvSpPr/>
            <p:nvPr/>
          </p:nvSpPr>
          <p:spPr>
            <a:xfrm>
              <a:off x="359199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h6847"/>
            <p:cNvSpPr/>
            <p:nvPr/>
          </p:nvSpPr>
          <p:spPr>
            <a:xfrm>
              <a:off x="360143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h6848"/>
            <p:cNvSpPr/>
            <p:nvPr/>
          </p:nvSpPr>
          <p:spPr>
            <a:xfrm>
              <a:off x="361087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h6849"/>
            <p:cNvSpPr/>
            <p:nvPr/>
          </p:nvSpPr>
          <p:spPr>
            <a:xfrm>
              <a:off x="362031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h6850"/>
            <p:cNvSpPr/>
            <p:nvPr/>
          </p:nvSpPr>
          <p:spPr>
            <a:xfrm>
              <a:off x="362975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h6851"/>
            <p:cNvSpPr/>
            <p:nvPr/>
          </p:nvSpPr>
          <p:spPr>
            <a:xfrm>
              <a:off x="363919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h6852"/>
            <p:cNvSpPr/>
            <p:nvPr/>
          </p:nvSpPr>
          <p:spPr>
            <a:xfrm>
              <a:off x="364863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h6853"/>
            <p:cNvSpPr/>
            <p:nvPr/>
          </p:nvSpPr>
          <p:spPr>
            <a:xfrm>
              <a:off x="365807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h6854"/>
            <p:cNvSpPr/>
            <p:nvPr/>
          </p:nvSpPr>
          <p:spPr>
            <a:xfrm>
              <a:off x="366751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h6855"/>
            <p:cNvSpPr/>
            <p:nvPr/>
          </p:nvSpPr>
          <p:spPr>
            <a:xfrm>
              <a:off x="367695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h6856"/>
            <p:cNvSpPr/>
            <p:nvPr/>
          </p:nvSpPr>
          <p:spPr>
            <a:xfrm>
              <a:off x="368639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h6857"/>
            <p:cNvSpPr/>
            <p:nvPr/>
          </p:nvSpPr>
          <p:spPr>
            <a:xfrm>
              <a:off x="369583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h6858"/>
            <p:cNvSpPr/>
            <p:nvPr/>
          </p:nvSpPr>
          <p:spPr>
            <a:xfrm>
              <a:off x="370527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h6859"/>
            <p:cNvSpPr/>
            <p:nvPr/>
          </p:nvSpPr>
          <p:spPr>
            <a:xfrm>
              <a:off x="371471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h6860"/>
            <p:cNvSpPr/>
            <p:nvPr/>
          </p:nvSpPr>
          <p:spPr>
            <a:xfrm>
              <a:off x="372415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h6861"/>
            <p:cNvSpPr/>
            <p:nvPr/>
          </p:nvSpPr>
          <p:spPr>
            <a:xfrm>
              <a:off x="373359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h6862"/>
            <p:cNvSpPr/>
            <p:nvPr/>
          </p:nvSpPr>
          <p:spPr>
            <a:xfrm>
              <a:off x="374303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h6863"/>
            <p:cNvSpPr/>
            <p:nvPr/>
          </p:nvSpPr>
          <p:spPr>
            <a:xfrm>
              <a:off x="375247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h6864"/>
            <p:cNvSpPr/>
            <p:nvPr/>
          </p:nvSpPr>
          <p:spPr>
            <a:xfrm>
              <a:off x="376191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h6865"/>
            <p:cNvSpPr/>
            <p:nvPr/>
          </p:nvSpPr>
          <p:spPr>
            <a:xfrm>
              <a:off x="377135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h6866"/>
            <p:cNvSpPr/>
            <p:nvPr/>
          </p:nvSpPr>
          <p:spPr>
            <a:xfrm>
              <a:off x="378079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h6867"/>
            <p:cNvSpPr/>
            <p:nvPr/>
          </p:nvSpPr>
          <p:spPr>
            <a:xfrm>
              <a:off x="3790236" y="128930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027"/>
                  </a:lnTo>
                  <a:lnTo>
                    <a:pt x="922897" y="912220"/>
                  </a:lnTo>
                  <a:lnTo>
                    <a:pt x="920969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h6868"/>
            <p:cNvSpPr/>
            <p:nvPr/>
          </p:nvSpPr>
          <p:spPr>
            <a:xfrm>
              <a:off x="3799676" y="1271733"/>
              <a:ext cx="923840" cy="928597"/>
            </a:xfrm>
            <a:custGeom>
              <a:avLst/>
              <a:pathLst>
                <a:path w="923840" h="9285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4"/>
                  </a:lnTo>
                  <a:lnTo>
                    <a:pt x="922972" y="917057"/>
                  </a:lnTo>
                  <a:lnTo>
                    <a:pt x="918303" y="923653"/>
                  </a:lnTo>
                  <a:lnTo>
                    <a:pt x="914400" y="928597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h6869"/>
            <p:cNvSpPr/>
            <p:nvPr/>
          </p:nvSpPr>
          <p:spPr>
            <a:xfrm>
              <a:off x="3809116" y="1271733"/>
              <a:ext cx="915223" cy="915694"/>
            </a:xfrm>
            <a:custGeom>
              <a:avLst/>
              <a:pathLst>
                <a:path w="915223" h="915694">
                  <a:moveTo>
                    <a:pt x="914400" y="914400"/>
                  </a:moveTo>
                  <a:lnTo>
                    <a:pt x="915223" y="914400"/>
                  </a:lnTo>
                  <a:lnTo>
                    <a:pt x="914400" y="915694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h6870"/>
            <p:cNvSpPr/>
            <p:nvPr/>
          </p:nvSpPr>
          <p:spPr>
            <a:xfrm>
              <a:off x="2034351" y="1254163"/>
              <a:ext cx="914400" cy="928692"/>
            </a:xfrm>
            <a:custGeom>
              <a:avLst/>
              <a:pathLst>
                <a:path w="914400" h="928692">
                  <a:moveTo>
                    <a:pt x="914400" y="914400"/>
                  </a:moveTo>
                  <a:lnTo>
                    <a:pt x="914400" y="928692"/>
                  </a:lnTo>
                  <a:lnTo>
                    <a:pt x="913248" y="923782"/>
                  </a:lnTo>
                  <a:lnTo>
                    <a:pt x="911355" y="914400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h6871"/>
            <p:cNvSpPr/>
            <p:nvPr/>
          </p:nvSpPr>
          <p:spPr>
            <a:xfrm>
              <a:off x="203435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168" y="931969"/>
                  </a:lnTo>
                  <a:lnTo>
                    <a:pt x="914400" y="928692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h6872"/>
            <p:cNvSpPr/>
            <p:nvPr/>
          </p:nvSpPr>
          <p:spPr>
            <a:xfrm>
              <a:off x="204379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h6873"/>
            <p:cNvSpPr/>
            <p:nvPr/>
          </p:nvSpPr>
          <p:spPr>
            <a:xfrm>
              <a:off x="205323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h6874"/>
            <p:cNvSpPr/>
            <p:nvPr/>
          </p:nvSpPr>
          <p:spPr>
            <a:xfrm>
              <a:off x="206267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h6875"/>
            <p:cNvSpPr/>
            <p:nvPr/>
          </p:nvSpPr>
          <p:spPr>
            <a:xfrm>
              <a:off x="207211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h6876"/>
            <p:cNvSpPr/>
            <p:nvPr/>
          </p:nvSpPr>
          <p:spPr>
            <a:xfrm>
              <a:off x="208155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h6877"/>
            <p:cNvSpPr/>
            <p:nvPr/>
          </p:nvSpPr>
          <p:spPr>
            <a:xfrm>
              <a:off x="209099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h6878"/>
            <p:cNvSpPr/>
            <p:nvPr/>
          </p:nvSpPr>
          <p:spPr>
            <a:xfrm>
              <a:off x="210043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h6879"/>
            <p:cNvSpPr/>
            <p:nvPr/>
          </p:nvSpPr>
          <p:spPr>
            <a:xfrm>
              <a:off x="210987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h6880"/>
            <p:cNvSpPr/>
            <p:nvPr/>
          </p:nvSpPr>
          <p:spPr>
            <a:xfrm>
              <a:off x="211931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h6881"/>
            <p:cNvSpPr/>
            <p:nvPr/>
          </p:nvSpPr>
          <p:spPr>
            <a:xfrm>
              <a:off x="212875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h6882"/>
            <p:cNvSpPr/>
            <p:nvPr/>
          </p:nvSpPr>
          <p:spPr>
            <a:xfrm>
              <a:off x="213819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h6883"/>
            <p:cNvSpPr/>
            <p:nvPr/>
          </p:nvSpPr>
          <p:spPr>
            <a:xfrm>
              <a:off x="214763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h6884"/>
            <p:cNvSpPr/>
            <p:nvPr/>
          </p:nvSpPr>
          <p:spPr>
            <a:xfrm>
              <a:off x="215707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h6885"/>
            <p:cNvSpPr/>
            <p:nvPr/>
          </p:nvSpPr>
          <p:spPr>
            <a:xfrm>
              <a:off x="216651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h6886"/>
            <p:cNvSpPr/>
            <p:nvPr/>
          </p:nvSpPr>
          <p:spPr>
            <a:xfrm>
              <a:off x="217595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h6887"/>
            <p:cNvSpPr/>
            <p:nvPr/>
          </p:nvSpPr>
          <p:spPr>
            <a:xfrm>
              <a:off x="218539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h6888"/>
            <p:cNvSpPr/>
            <p:nvPr/>
          </p:nvSpPr>
          <p:spPr>
            <a:xfrm>
              <a:off x="219483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h6889"/>
            <p:cNvSpPr/>
            <p:nvPr/>
          </p:nvSpPr>
          <p:spPr>
            <a:xfrm>
              <a:off x="220427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h6890"/>
            <p:cNvSpPr/>
            <p:nvPr/>
          </p:nvSpPr>
          <p:spPr>
            <a:xfrm>
              <a:off x="221371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h6891"/>
            <p:cNvSpPr/>
            <p:nvPr/>
          </p:nvSpPr>
          <p:spPr>
            <a:xfrm>
              <a:off x="222315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h6892"/>
            <p:cNvSpPr/>
            <p:nvPr/>
          </p:nvSpPr>
          <p:spPr>
            <a:xfrm>
              <a:off x="223259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h6893"/>
            <p:cNvSpPr/>
            <p:nvPr/>
          </p:nvSpPr>
          <p:spPr>
            <a:xfrm>
              <a:off x="224203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h6894"/>
            <p:cNvSpPr/>
            <p:nvPr/>
          </p:nvSpPr>
          <p:spPr>
            <a:xfrm>
              <a:off x="225147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h6895"/>
            <p:cNvSpPr/>
            <p:nvPr/>
          </p:nvSpPr>
          <p:spPr>
            <a:xfrm>
              <a:off x="226091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h6896"/>
            <p:cNvSpPr/>
            <p:nvPr/>
          </p:nvSpPr>
          <p:spPr>
            <a:xfrm>
              <a:off x="227035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h6897"/>
            <p:cNvSpPr/>
            <p:nvPr/>
          </p:nvSpPr>
          <p:spPr>
            <a:xfrm>
              <a:off x="227979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h6898"/>
            <p:cNvSpPr/>
            <p:nvPr/>
          </p:nvSpPr>
          <p:spPr>
            <a:xfrm>
              <a:off x="228923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h6899"/>
            <p:cNvSpPr/>
            <p:nvPr/>
          </p:nvSpPr>
          <p:spPr>
            <a:xfrm>
              <a:off x="229867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h6900"/>
            <p:cNvSpPr/>
            <p:nvPr/>
          </p:nvSpPr>
          <p:spPr>
            <a:xfrm>
              <a:off x="230811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h6901"/>
            <p:cNvSpPr/>
            <p:nvPr/>
          </p:nvSpPr>
          <p:spPr>
            <a:xfrm>
              <a:off x="231755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h6902"/>
            <p:cNvSpPr/>
            <p:nvPr/>
          </p:nvSpPr>
          <p:spPr>
            <a:xfrm>
              <a:off x="232699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h6903"/>
            <p:cNvSpPr/>
            <p:nvPr/>
          </p:nvSpPr>
          <p:spPr>
            <a:xfrm>
              <a:off x="233643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h6904"/>
            <p:cNvSpPr/>
            <p:nvPr/>
          </p:nvSpPr>
          <p:spPr>
            <a:xfrm>
              <a:off x="234587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h6905"/>
            <p:cNvSpPr/>
            <p:nvPr/>
          </p:nvSpPr>
          <p:spPr>
            <a:xfrm>
              <a:off x="235531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h6906"/>
            <p:cNvSpPr/>
            <p:nvPr/>
          </p:nvSpPr>
          <p:spPr>
            <a:xfrm>
              <a:off x="2364760" y="125416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h6907"/>
            <p:cNvSpPr/>
            <p:nvPr/>
          </p:nvSpPr>
          <p:spPr>
            <a:xfrm>
              <a:off x="237420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h6908"/>
            <p:cNvSpPr/>
            <p:nvPr/>
          </p:nvSpPr>
          <p:spPr>
            <a:xfrm>
              <a:off x="2383640" y="125416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h6909"/>
            <p:cNvSpPr/>
            <p:nvPr/>
          </p:nvSpPr>
          <p:spPr>
            <a:xfrm>
              <a:off x="239308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h6910"/>
            <p:cNvSpPr/>
            <p:nvPr/>
          </p:nvSpPr>
          <p:spPr>
            <a:xfrm>
              <a:off x="2402521" y="1271733"/>
              <a:ext cx="921954" cy="914400"/>
            </a:xfrm>
            <a:custGeom>
              <a:avLst/>
              <a:pathLst>
                <a:path w="921954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536" y="896830"/>
                  </a:lnTo>
                  <a:lnTo>
                    <a:pt x="917603" y="897065"/>
                  </a:lnTo>
                  <a:lnTo>
                    <a:pt x="920251" y="907035"/>
                  </a:lnTo>
                  <a:lnTo>
                    <a:pt x="921954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h6911"/>
            <p:cNvSpPr/>
            <p:nvPr/>
          </p:nvSpPr>
          <p:spPr>
            <a:xfrm>
              <a:off x="3365425" y="1271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360" y="914400"/>
                  </a:lnTo>
                  <a:lnTo>
                    <a:pt x="914400" y="911167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h6912"/>
            <p:cNvSpPr/>
            <p:nvPr/>
          </p:nvSpPr>
          <p:spPr>
            <a:xfrm>
              <a:off x="3374865" y="1271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167"/>
                  </a:lnTo>
                  <a:lnTo>
                    <a:pt x="914400" y="906114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h6913"/>
            <p:cNvSpPr/>
            <p:nvPr/>
          </p:nvSpPr>
          <p:spPr>
            <a:xfrm>
              <a:off x="3384305" y="1271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114"/>
                  </a:lnTo>
                  <a:lnTo>
                    <a:pt x="911463" y="902620"/>
                  </a:lnTo>
                  <a:lnTo>
                    <a:pt x="911789" y="902187"/>
                  </a:lnTo>
                  <a:lnTo>
                    <a:pt x="912115" y="901755"/>
                  </a:lnTo>
                  <a:lnTo>
                    <a:pt x="912441" y="901322"/>
                  </a:lnTo>
                  <a:lnTo>
                    <a:pt x="912767" y="900889"/>
                  </a:lnTo>
                  <a:lnTo>
                    <a:pt x="913094" y="900457"/>
                  </a:lnTo>
                  <a:lnTo>
                    <a:pt x="913420" y="900024"/>
                  </a:lnTo>
                  <a:lnTo>
                    <a:pt x="913746" y="899592"/>
                  </a:lnTo>
                  <a:lnTo>
                    <a:pt x="914072" y="899159"/>
                  </a:lnTo>
                  <a:lnTo>
                    <a:pt x="914400" y="898725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h6914"/>
            <p:cNvSpPr/>
            <p:nvPr/>
          </p:nvSpPr>
          <p:spPr>
            <a:xfrm>
              <a:off x="3393746" y="125416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95"/>
                  </a:lnTo>
                  <a:lnTo>
                    <a:pt x="905285" y="915864"/>
                  </a:lnTo>
                  <a:lnTo>
                    <a:pt x="905611" y="915432"/>
                  </a:lnTo>
                  <a:lnTo>
                    <a:pt x="905937" y="914999"/>
                  </a:lnTo>
                  <a:lnTo>
                    <a:pt x="906264" y="914567"/>
                  </a:lnTo>
                  <a:lnTo>
                    <a:pt x="906390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h6915"/>
            <p:cNvSpPr/>
            <p:nvPr/>
          </p:nvSpPr>
          <p:spPr>
            <a:xfrm>
              <a:off x="339374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h6916"/>
            <p:cNvSpPr/>
            <p:nvPr/>
          </p:nvSpPr>
          <p:spPr>
            <a:xfrm>
              <a:off x="340318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h6917"/>
            <p:cNvSpPr/>
            <p:nvPr/>
          </p:nvSpPr>
          <p:spPr>
            <a:xfrm>
              <a:off x="341262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h6918"/>
            <p:cNvSpPr/>
            <p:nvPr/>
          </p:nvSpPr>
          <p:spPr>
            <a:xfrm>
              <a:off x="342206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h6919"/>
            <p:cNvSpPr/>
            <p:nvPr/>
          </p:nvSpPr>
          <p:spPr>
            <a:xfrm>
              <a:off x="343150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h6920"/>
            <p:cNvSpPr/>
            <p:nvPr/>
          </p:nvSpPr>
          <p:spPr>
            <a:xfrm>
              <a:off x="344094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h6921"/>
            <p:cNvSpPr/>
            <p:nvPr/>
          </p:nvSpPr>
          <p:spPr>
            <a:xfrm>
              <a:off x="345038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h6922"/>
            <p:cNvSpPr/>
            <p:nvPr/>
          </p:nvSpPr>
          <p:spPr>
            <a:xfrm>
              <a:off x="345982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h6923"/>
            <p:cNvSpPr/>
            <p:nvPr/>
          </p:nvSpPr>
          <p:spPr>
            <a:xfrm>
              <a:off x="346926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h6924"/>
            <p:cNvSpPr/>
            <p:nvPr/>
          </p:nvSpPr>
          <p:spPr>
            <a:xfrm>
              <a:off x="347870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h6925"/>
            <p:cNvSpPr/>
            <p:nvPr/>
          </p:nvSpPr>
          <p:spPr>
            <a:xfrm>
              <a:off x="348814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h6926"/>
            <p:cNvSpPr/>
            <p:nvPr/>
          </p:nvSpPr>
          <p:spPr>
            <a:xfrm>
              <a:off x="349758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h6927"/>
            <p:cNvSpPr/>
            <p:nvPr/>
          </p:nvSpPr>
          <p:spPr>
            <a:xfrm>
              <a:off x="350702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h6928"/>
            <p:cNvSpPr/>
            <p:nvPr/>
          </p:nvSpPr>
          <p:spPr>
            <a:xfrm>
              <a:off x="351646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h6929"/>
            <p:cNvSpPr/>
            <p:nvPr/>
          </p:nvSpPr>
          <p:spPr>
            <a:xfrm>
              <a:off x="352590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h6930"/>
            <p:cNvSpPr/>
            <p:nvPr/>
          </p:nvSpPr>
          <p:spPr>
            <a:xfrm>
              <a:off x="353534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h6931"/>
            <p:cNvSpPr/>
            <p:nvPr/>
          </p:nvSpPr>
          <p:spPr>
            <a:xfrm>
              <a:off x="354479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h6932"/>
            <p:cNvSpPr/>
            <p:nvPr/>
          </p:nvSpPr>
          <p:spPr>
            <a:xfrm>
              <a:off x="355423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h6933"/>
            <p:cNvSpPr/>
            <p:nvPr/>
          </p:nvSpPr>
          <p:spPr>
            <a:xfrm>
              <a:off x="356367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h6934"/>
            <p:cNvSpPr/>
            <p:nvPr/>
          </p:nvSpPr>
          <p:spPr>
            <a:xfrm>
              <a:off x="357311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h6935"/>
            <p:cNvSpPr/>
            <p:nvPr/>
          </p:nvSpPr>
          <p:spPr>
            <a:xfrm>
              <a:off x="358255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h6936"/>
            <p:cNvSpPr/>
            <p:nvPr/>
          </p:nvSpPr>
          <p:spPr>
            <a:xfrm>
              <a:off x="359199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h6937"/>
            <p:cNvSpPr/>
            <p:nvPr/>
          </p:nvSpPr>
          <p:spPr>
            <a:xfrm>
              <a:off x="360143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h6938"/>
            <p:cNvSpPr/>
            <p:nvPr/>
          </p:nvSpPr>
          <p:spPr>
            <a:xfrm>
              <a:off x="361087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h6939"/>
            <p:cNvSpPr/>
            <p:nvPr/>
          </p:nvSpPr>
          <p:spPr>
            <a:xfrm>
              <a:off x="362031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h6940"/>
            <p:cNvSpPr/>
            <p:nvPr/>
          </p:nvSpPr>
          <p:spPr>
            <a:xfrm>
              <a:off x="362975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h6941"/>
            <p:cNvSpPr/>
            <p:nvPr/>
          </p:nvSpPr>
          <p:spPr>
            <a:xfrm>
              <a:off x="363919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h6942"/>
            <p:cNvSpPr/>
            <p:nvPr/>
          </p:nvSpPr>
          <p:spPr>
            <a:xfrm>
              <a:off x="364863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h6943"/>
            <p:cNvSpPr/>
            <p:nvPr/>
          </p:nvSpPr>
          <p:spPr>
            <a:xfrm>
              <a:off x="365807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h6944"/>
            <p:cNvSpPr/>
            <p:nvPr/>
          </p:nvSpPr>
          <p:spPr>
            <a:xfrm>
              <a:off x="366751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h6945"/>
            <p:cNvSpPr/>
            <p:nvPr/>
          </p:nvSpPr>
          <p:spPr>
            <a:xfrm>
              <a:off x="367695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h6946"/>
            <p:cNvSpPr/>
            <p:nvPr/>
          </p:nvSpPr>
          <p:spPr>
            <a:xfrm>
              <a:off x="368639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h6947"/>
            <p:cNvSpPr/>
            <p:nvPr/>
          </p:nvSpPr>
          <p:spPr>
            <a:xfrm>
              <a:off x="369583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h6948"/>
            <p:cNvSpPr/>
            <p:nvPr/>
          </p:nvSpPr>
          <p:spPr>
            <a:xfrm>
              <a:off x="370527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h6949"/>
            <p:cNvSpPr/>
            <p:nvPr/>
          </p:nvSpPr>
          <p:spPr>
            <a:xfrm>
              <a:off x="371471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h6950"/>
            <p:cNvSpPr/>
            <p:nvPr/>
          </p:nvSpPr>
          <p:spPr>
            <a:xfrm>
              <a:off x="372415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h6951"/>
            <p:cNvSpPr/>
            <p:nvPr/>
          </p:nvSpPr>
          <p:spPr>
            <a:xfrm>
              <a:off x="373359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h6952"/>
            <p:cNvSpPr/>
            <p:nvPr/>
          </p:nvSpPr>
          <p:spPr>
            <a:xfrm>
              <a:off x="374303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h6953"/>
            <p:cNvSpPr/>
            <p:nvPr/>
          </p:nvSpPr>
          <p:spPr>
            <a:xfrm>
              <a:off x="375247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h6954"/>
            <p:cNvSpPr/>
            <p:nvPr/>
          </p:nvSpPr>
          <p:spPr>
            <a:xfrm>
              <a:off x="376191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h6955"/>
            <p:cNvSpPr/>
            <p:nvPr/>
          </p:nvSpPr>
          <p:spPr>
            <a:xfrm>
              <a:off x="377135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h6956"/>
            <p:cNvSpPr/>
            <p:nvPr/>
          </p:nvSpPr>
          <p:spPr>
            <a:xfrm>
              <a:off x="378079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h6957"/>
            <p:cNvSpPr/>
            <p:nvPr/>
          </p:nvSpPr>
          <p:spPr>
            <a:xfrm>
              <a:off x="379023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h6958"/>
            <p:cNvSpPr/>
            <p:nvPr/>
          </p:nvSpPr>
          <p:spPr>
            <a:xfrm>
              <a:off x="379967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h6959"/>
            <p:cNvSpPr/>
            <p:nvPr/>
          </p:nvSpPr>
          <p:spPr>
            <a:xfrm>
              <a:off x="3809116" y="127173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563"/>
                  </a:lnTo>
                  <a:lnTo>
                    <a:pt x="922288" y="902563"/>
                  </a:lnTo>
                  <a:lnTo>
                    <a:pt x="918011" y="910021"/>
                  </a:lnTo>
                  <a:lnTo>
                    <a:pt x="915223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h6960"/>
            <p:cNvSpPr/>
            <p:nvPr/>
          </p:nvSpPr>
          <p:spPr>
            <a:xfrm>
              <a:off x="3818556" y="1254163"/>
              <a:ext cx="915813" cy="917133"/>
            </a:xfrm>
            <a:custGeom>
              <a:avLst/>
              <a:pathLst>
                <a:path w="915813" h="917133">
                  <a:moveTo>
                    <a:pt x="914400" y="914400"/>
                  </a:moveTo>
                  <a:lnTo>
                    <a:pt x="915813" y="914400"/>
                  </a:lnTo>
                  <a:lnTo>
                    <a:pt x="914400" y="917133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h6961"/>
            <p:cNvSpPr/>
            <p:nvPr/>
          </p:nvSpPr>
          <p:spPr>
            <a:xfrm>
              <a:off x="2034351" y="123659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55" y="931969"/>
                  </a:lnTo>
                  <a:lnTo>
                    <a:pt x="911163" y="931018"/>
                  </a:lnTo>
                  <a:lnTo>
                    <a:pt x="909372" y="920496"/>
                  </a:lnTo>
                  <a:lnTo>
                    <a:pt x="908520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h6962"/>
            <p:cNvSpPr/>
            <p:nvPr/>
          </p:nvSpPr>
          <p:spPr>
            <a:xfrm>
              <a:off x="203435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h6963"/>
            <p:cNvSpPr/>
            <p:nvPr/>
          </p:nvSpPr>
          <p:spPr>
            <a:xfrm>
              <a:off x="204379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h6964"/>
            <p:cNvSpPr/>
            <p:nvPr/>
          </p:nvSpPr>
          <p:spPr>
            <a:xfrm>
              <a:off x="205323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h6965"/>
            <p:cNvSpPr/>
            <p:nvPr/>
          </p:nvSpPr>
          <p:spPr>
            <a:xfrm>
              <a:off x="206267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h6966"/>
            <p:cNvSpPr/>
            <p:nvPr/>
          </p:nvSpPr>
          <p:spPr>
            <a:xfrm>
              <a:off x="207211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h6967"/>
            <p:cNvSpPr/>
            <p:nvPr/>
          </p:nvSpPr>
          <p:spPr>
            <a:xfrm>
              <a:off x="208155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h6968"/>
            <p:cNvSpPr/>
            <p:nvPr/>
          </p:nvSpPr>
          <p:spPr>
            <a:xfrm>
              <a:off x="209099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h6969"/>
            <p:cNvSpPr/>
            <p:nvPr/>
          </p:nvSpPr>
          <p:spPr>
            <a:xfrm>
              <a:off x="210043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h6970"/>
            <p:cNvSpPr/>
            <p:nvPr/>
          </p:nvSpPr>
          <p:spPr>
            <a:xfrm>
              <a:off x="210987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h6971"/>
            <p:cNvSpPr/>
            <p:nvPr/>
          </p:nvSpPr>
          <p:spPr>
            <a:xfrm>
              <a:off x="211931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h6972"/>
            <p:cNvSpPr/>
            <p:nvPr/>
          </p:nvSpPr>
          <p:spPr>
            <a:xfrm>
              <a:off x="212875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h6973"/>
            <p:cNvSpPr/>
            <p:nvPr/>
          </p:nvSpPr>
          <p:spPr>
            <a:xfrm>
              <a:off x="213819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h6974"/>
            <p:cNvSpPr/>
            <p:nvPr/>
          </p:nvSpPr>
          <p:spPr>
            <a:xfrm>
              <a:off x="214763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h6975"/>
            <p:cNvSpPr/>
            <p:nvPr/>
          </p:nvSpPr>
          <p:spPr>
            <a:xfrm>
              <a:off x="215707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h6976"/>
            <p:cNvSpPr/>
            <p:nvPr/>
          </p:nvSpPr>
          <p:spPr>
            <a:xfrm>
              <a:off x="216651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h6977"/>
            <p:cNvSpPr/>
            <p:nvPr/>
          </p:nvSpPr>
          <p:spPr>
            <a:xfrm>
              <a:off x="217595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h6978"/>
            <p:cNvSpPr/>
            <p:nvPr/>
          </p:nvSpPr>
          <p:spPr>
            <a:xfrm>
              <a:off x="218539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h6979"/>
            <p:cNvSpPr/>
            <p:nvPr/>
          </p:nvSpPr>
          <p:spPr>
            <a:xfrm>
              <a:off x="219483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h6980"/>
            <p:cNvSpPr/>
            <p:nvPr/>
          </p:nvSpPr>
          <p:spPr>
            <a:xfrm>
              <a:off x="220427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h6981"/>
            <p:cNvSpPr/>
            <p:nvPr/>
          </p:nvSpPr>
          <p:spPr>
            <a:xfrm>
              <a:off x="221371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h6982"/>
            <p:cNvSpPr/>
            <p:nvPr/>
          </p:nvSpPr>
          <p:spPr>
            <a:xfrm>
              <a:off x="222315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h6983"/>
            <p:cNvSpPr/>
            <p:nvPr/>
          </p:nvSpPr>
          <p:spPr>
            <a:xfrm>
              <a:off x="223259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h6984"/>
            <p:cNvSpPr/>
            <p:nvPr/>
          </p:nvSpPr>
          <p:spPr>
            <a:xfrm>
              <a:off x="224203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h6985"/>
            <p:cNvSpPr/>
            <p:nvPr/>
          </p:nvSpPr>
          <p:spPr>
            <a:xfrm>
              <a:off x="225147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h6986"/>
            <p:cNvSpPr/>
            <p:nvPr/>
          </p:nvSpPr>
          <p:spPr>
            <a:xfrm>
              <a:off x="226091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h6987"/>
            <p:cNvSpPr/>
            <p:nvPr/>
          </p:nvSpPr>
          <p:spPr>
            <a:xfrm>
              <a:off x="227035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h6988"/>
            <p:cNvSpPr/>
            <p:nvPr/>
          </p:nvSpPr>
          <p:spPr>
            <a:xfrm>
              <a:off x="227979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h6989"/>
            <p:cNvSpPr/>
            <p:nvPr/>
          </p:nvSpPr>
          <p:spPr>
            <a:xfrm>
              <a:off x="228923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h6990"/>
            <p:cNvSpPr/>
            <p:nvPr/>
          </p:nvSpPr>
          <p:spPr>
            <a:xfrm>
              <a:off x="229867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h6991"/>
            <p:cNvSpPr/>
            <p:nvPr/>
          </p:nvSpPr>
          <p:spPr>
            <a:xfrm>
              <a:off x="230811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h6992"/>
            <p:cNvSpPr/>
            <p:nvPr/>
          </p:nvSpPr>
          <p:spPr>
            <a:xfrm>
              <a:off x="231755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h6993"/>
            <p:cNvSpPr/>
            <p:nvPr/>
          </p:nvSpPr>
          <p:spPr>
            <a:xfrm>
              <a:off x="232699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h6994"/>
            <p:cNvSpPr/>
            <p:nvPr/>
          </p:nvSpPr>
          <p:spPr>
            <a:xfrm>
              <a:off x="233643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h6995"/>
            <p:cNvSpPr/>
            <p:nvPr/>
          </p:nvSpPr>
          <p:spPr>
            <a:xfrm>
              <a:off x="234587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h6996"/>
            <p:cNvSpPr/>
            <p:nvPr/>
          </p:nvSpPr>
          <p:spPr>
            <a:xfrm>
              <a:off x="235531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h6997"/>
            <p:cNvSpPr/>
            <p:nvPr/>
          </p:nvSpPr>
          <p:spPr>
            <a:xfrm>
              <a:off x="2364760" y="123659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h6998"/>
            <p:cNvSpPr/>
            <p:nvPr/>
          </p:nvSpPr>
          <p:spPr>
            <a:xfrm>
              <a:off x="237420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h6999"/>
            <p:cNvSpPr/>
            <p:nvPr/>
          </p:nvSpPr>
          <p:spPr>
            <a:xfrm>
              <a:off x="2383640" y="123659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h7000"/>
            <p:cNvSpPr/>
            <p:nvPr/>
          </p:nvSpPr>
          <p:spPr>
            <a:xfrm>
              <a:off x="2402521" y="125416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476" y="896830"/>
                  </a:lnTo>
                  <a:lnTo>
                    <a:pt x="913681" y="900819"/>
                  </a:lnTo>
                  <a:lnTo>
                    <a:pt x="913802" y="901246"/>
                  </a:lnTo>
                  <a:lnTo>
                    <a:pt x="913925" y="901678"/>
                  </a:lnTo>
                  <a:lnTo>
                    <a:pt x="914048" y="902110"/>
                  </a:lnTo>
                  <a:lnTo>
                    <a:pt x="914170" y="902541"/>
                  </a:lnTo>
                  <a:lnTo>
                    <a:pt x="914293" y="902973"/>
                  </a:lnTo>
                  <a:lnTo>
                    <a:pt x="914399" y="90334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h7001"/>
            <p:cNvSpPr/>
            <p:nvPr/>
          </p:nvSpPr>
          <p:spPr>
            <a:xfrm>
              <a:off x="2402521" y="1254163"/>
              <a:ext cx="917536" cy="914400"/>
            </a:xfrm>
            <a:custGeom>
              <a:avLst/>
              <a:pathLst>
                <a:path w="917536" h="914400">
                  <a:moveTo>
                    <a:pt x="914399" y="914400"/>
                  </a:moveTo>
                  <a:lnTo>
                    <a:pt x="914416" y="903405"/>
                  </a:lnTo>
                  <a:lnTo>
                    <a:pt x="914539" y="903837"/>
                  </a:lnTo>
                  <a:lnTo>
                    <a:pt x="914661" y="904269"/>
                  </a:lnTo>
                  <a:lnTo>
                    <a:pt x="914784" y="904701"/>
                  </a:lnTo>
                  <a:lnTo>
                    <a:pt x="914907" y="905133"/>
                  </a:lnTo>
                  <a:lnTo>
                    <a:pt x="915029" y="905565"/>
                  </a:lnTo>
                  <a:lnTo>
                    <a:pt x="915152" y="905997"/>
                  </a:lnTo>
                  <a:lnTo>
                    <a:pt x="915275" y="906429"/>
                  </a:lnTo>
                  <a:lnTo>
                    <a:pt x="915397" y="906861"/>
                  </a:lnTo>
                  <a:lnTo>
                    <a:pt x="915520" y="907292"/>
                  </a:lnTo>
                  <a:lnTo>
                    <a:pt x="915642" y="907724"/>
                  </a:lnTo>
                  <a:lnTo>
                    <a:pt x="915765" y="908156"/>
                  </a:lnTo>
                  <a:lnTo>
                    <a:pt x="915888" y="908588"/>
                  </a:lnTo>
                  <a:lnTo>
                    <a:pt x="916010" y="909020"/>
                  </a:lnTo>
                  <a:lnTo>
                    <a:pt x="916133" y="909452"/>
                  </a:lnTo>
                  <a:lnTo>
                    <a:pt x="916255" y="909884"/>
                  </a:lnTo>
                  <a:lnTo>
                    <a:pt x="916378" y="910316"/>
                  </a:lnTo>
                  <a:lnTo>
                    <a:pt x="916500" y="910748"/>
                  </a:lnTo>
                  <a:lnTo>
                    <a:pt x="916623" y="911180"/>
                  </a:lnTo>
                  <a:lnTo>
                    <a:pt x="916745" y="911612"/>
                  </a:lnTo>
                  <a:lnTo>
                    <a:pt x="916868" y="912044"/>
                  </a:lnTo>
                  <a:lnTo>
                    <a:pt x="916990" y="912475"/>
                  </a:lnTo>
                  <a:lnTo>
                    <a:pt x="917113" y="912907"/>
                  </a:lnTo>
                  <a:lnTo>
                    <a:pt x="917235" y="913339"/>
                  </a:lnTo>
                  <a:lnTo>
                    <a:pt x="917358" y="913771"/>
                  </a:lnTo>
                  <a:lnTo>
                    <a:pt x="917480" y="914203"/>
                  </a:lnTo>
                  <a:lnTo>
                    <a:pt x="917536" y="914400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h7002"/>
            <p:cNvSpPr/>
            <p:nvPr/>
          </p:nvSpPr>
          <p:spPr>
            <a:xfrm>
              <a:off x="3393746" y="12541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390" y="914400"/>
                  </a:lnTo>
                  <a:lnTo>
                    <a:pt x="906590" y="914134"/>
                  </a:lnTo>
                  <a:lnTo>
                    <a:pt x="911312" y="908205"/>
                  </a:lnTo>
                  <a:lnTo>
                    <a:pt x="914400" y="904734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h7003"/>
            <p:cNvSpPr/>
            <p:nvPr/>
          </p:nvSpPr>
          <p:spPr>
            <a:xfrm>
              <a:off x="3403186" y="123659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304"/>
                  </a:lnTo>
                  <a:lnTo>
                    <a:pt x="906747" y="920294"/>
                  </a:lnTo>
                  <a:lnTo>
                    <a:pt x="911765" y="915277"/>
                  </a:lnTo>
                  <a:lnTo>
                    <a:pt x="912759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h7004"/>
            <p:cNvSpPr/>
            <p:nvPr/>
          </p:nvSpPr>
          <p:spPr>
            <a:xfrm>
              <a:off x="340318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h7005"/>
            <p:cNvSpPr/>
            <p:nvPr/>
          </p:nvSpPr>
          <p:spPr>
            <a:xfrm>
              <a:off x="341262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h7006"/>
            <p:cNvSpPr/>
            <p:nvPr/>
          </p:nvSpPr>
          <p:spPr>
            <a:xfrm>
              <a:off x="342206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h7007"/>
            <p:cNvSpPr/>
            <p:nvPr/>
          </p:nvSpPr>
          <p:spPr>
            <a:xfrm>
              <a:off x="343150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h7008"/>
            <p:cNvSpPr/>
            <p:nvPr/>
          </p:nvSpPr>
          <p:spPr>
            <a:xfrm>
              <a:off x="344094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h7009"/>
            <p:cNvSpPr/>
            <p:nvPr/>
          </p:nvSpPr>
          <p:spPr>
            <a:xfrm>
              <a:off x="345038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h7010"/>
            <p:cNvSpPr/>
            <p:nvPr/>
          </p:nvSpPr>
          <p:spPr>
            <a:xfrm>
              <a:off x="345982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h7011"/>
            <p:cNvSpPr/>
            <p:nvPr/>
          </p:nvSpPr>
          <p:spPr>
            <a:xfrm>
              <a:off x="346926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h7012"/>
            <p:cNvSpPr/>
            <p:nvPr/>
          </p:nvSpPr>
          <p:spPr>
            <a:xfrm>
              <a:off x="347870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h7013"/>
            <p:cNvSpPr/>
            <p:nvPr/>
          </p:nvSpPr>
          <p:spPr>
            <a:xfrm>
              <a:off x="348814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h7014"/>
            <p:cNvSpPr/>
            <p:nvPr/>
          </p:nvSpPr>
          <p:spPr>
            <a:xfrm>
              <a:off x="349758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h7015"/>
            <p:cNvSpPr/>
            <p:nvPr/>
          </p:nvSpPr>
          <p:spPr>
            <a:xfrm>
              <a:off x="350702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h7016"/>
            <p:cNvSpPr/>
            <p:nvPr/>
          </p:nvSpPr>
          <p:spPr>
            <a:xfrm>
              <a:off x="351646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h7017"/>
            <p:cNvSpPr/>
            <p:nvPr/>
          </p:nvSpPr>
          <p:spPr>
            <a:xfrm>
              <a:off x="352590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h7018"/>
            <p:cNvSpPr/>
            <p:nvPr/>
          </p:nvSpPr>
          <p:spPr>
            <a:xfrm>
              <a:off x="353534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h7019"/>
            <p:cNvSpPr/>
            <p:nvPr/>
          </p:nvSpPr>
          <p:spPr>
            <a:xfrm>
              <a:off x="354479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h7020"/>
            <p:cNvSpPr/>
            <p:nvPr/>
          </p:nvSpPr>
          <p:spPr>
            <a:xfrm>
              <a:off x="355423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h7021"/>
            <p:cNvSpPr/>
            <p:nvPr/>
          </p:nvSpPr>
          <p:spPr>
            <a:xfrm>
              <a:off x="356367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h7022"/>
            <p:cNvSpPr/>
            <p:nvPr/>
          </p:nvSpPr>
          <p:spPr>
            <a:xfrm>
              <a:off x="357311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h7023"/>
            <p:cNvSpPr/>
            <p:nvPr/>
          </p:nvSpPr>
          <p:spPr>
            <a:xfrm>
              <a:off x="358255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h7024"/>
            <p:cNvSpPr/>
            <p:nvPr/>
          </p:nvSpPr>
          <p:spPr>
            <a:xfrm>
              <a:off x="359199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h7025"/>
            <p:cNvSpPr/>
            <p:nvPr/>
          </p:nvSpPr>
          <p:spPr>
            <a:xfrm>
              <a:off x="360143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h7026"/>
            <p:cNvSpPr/>
            <p:nvPr/>
          </p:nvSpPr>
          <p:spPr>
            <a:xfrm>
              <a:off x="361087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h7027"/>
            <p:cNvSpPr/>
            <p:nvPr/>
          </p:nvSpPr>
          <p:spPr>
            <a:xfrm>
              <a:off x="362031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h7028"/>
            <p:cNvSpPr/>
            <p:nvPr/>
          </p:nvSpPr>
          <p:spPr>
            <a:xfrm>
              <a:off x="362975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h7029"/>
            <p:cNvSpPr/>
            <p:nvPr/>
          </p:nvSpPr>
          <p:spPr>
            <a:xfrm>
              <a:off x="363919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h7030"/>
            <p:cNvSpPr/>
            <p:nvPr/>
          </p:nvSpPr>
          <p:spPr>
            <a:xfrm>
              <a:off x="364863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h7031"/>
            <p:cNvSpPr/>
            <p:nvPr/>
          </p:nvSpPr>
          <p:spPr>
            <a:xfrm>
              <a:off x="365807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h7032"/>
            <p:cNvSpPr/>
            <p:nvPr/>
          </p:nvSpPr>
          <p:spPr>
            <a:xfrm>
              <a:off x="366751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h7033"/>
            <p:cNvSpPr/>
            <p:nvPr/>
          </p:nvSpPr>
          <p:spPr>
            <a:xfrm>
              <a:off x="367695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h7034"/>
            <p:cNvSpPr/>
            <p:nvPr/>
          </p:nvSpPr>
          <p:spPr>
            <a:xfrm>
              <a:off x="368639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h7035"/>
            <p:cNvSpPr/>
            <p:nvPr/>
          </p:nvSpPr>
          <p:spPr>
            <a:xfrm>
              <a:off x="369583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h7036"/>
            <p:cNvSpPr/>
            <p:nvPr/>
          </p:nvSpPr>
          <p:spPr>
            <a:xfrm>
              <a:off x="370527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h7037"/>
            <p:cNvSpPr/>
            <p:nvPr/>
          </p:nvSpPr>
          <p:spPr>
            <a:xfrm>
              <a:off x="371471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h7038"/>
            <p:cNvSpPr/>
            <p:nvPr/>
          </p:nvSpPr>
          <p:spPr>
            <a:xfrm>
              <a:off x="372415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h7039"/>
            <p:cNvSpPr/>
            <p:nvPr/>
          </p:nvSpPr>
          <p:spPr>
            <a:xfrm>
              <a:off x="373359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h7040"/>
            <p:cNvSpPr/>
            <p:nvPr/>
          </p:nvSpPr>
          <p:spPr>
            <a:xfrm>
              <a:off x="374303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h7041"/>
            <p:cNvSpPr/>
            <p:nvPr/>
          </p:nvSpPr>
          <p:spPr>
            <a:xfrm>
              <a:off x="375247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h7042"/>
            <p:cNvSpPr/>
            <p:nvPr/>
          </p:nvSpPr>
          <p:spPr>
            <a:xfrm>
              <a:off x="376191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h7043"/>
            <p:cNvSpPr/>
            <p:nvPr/>
          </p:nvSpPr>
          <p:spPr>
            <a:xfrm>
              <a:off x="377135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h7044"/>
            <p:cNvSpPr/>
            <p:nvPr/>
          </p:nvSpPr>
          <p:spPr>
            <a:xfrm>
              <a:off x="378079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h7045"/>
            <p:cNvSpPr/>
            <p:nvPr/>
          </p:nvSpPr>
          <p:spPr>
            <a:xfrm>
              <a:off x="379023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h7046"/>
            <p:cNvSpPr/>
            <p:nvPr/>
          </p:nvSpPr>
          <p:spPr>
            <a:xfrm>
              <a:off x="379967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h7047"/>
            <p:cNvSpPr/>
            <p:nvPr/>
          </p:nvSpPr>
          <p:spPr>
            <a:xfrm>
              <a:off x="380911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h7048"/>
            <p:cNvSpPr/>
            <p:nvPr/>
          </p:nvSpPr>
          <p:spPr>
            <a:xfrm>
              <a:off x="3818556" y="1254163"/>
              <a:ext cx="923775" cy="914400"/>
            </a:xfrm>
            <a:custGeom>
              <a:avLst/>
              <a:pathLst>
                <a:path w="92377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75" y="896830"/>
                  </a:lnTo>
                  <a:lnTo>
                    <a:pt x="920754" y="904033"/>
                  </a:lnTo>
                  <a:lnTo>
                    <a:pt x="916913" y="912273"/>
                  </a:lnTo>
                  <a:lnTo>
                    <a:pt x="915813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h7049"/>
            <p:cNvSpPr/>
            <p:nvPr/>
          </p:nvSpPr>
          <p:spPr>
            <a:xfrm>
              <a:off x="2034351" y="121902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520" y="931969"/>
                  </a:lnTo>
                  <a:lnTo>
                    <a:pt x="907879" y="927383"/>
                  </a:lnTo>
                  <a:lnTo>
                    <a:pt x="906688" y="916570"/>
                  </a:lnTo>
                  <a:lnTo>
                    <a:pt x="906512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h7050"/>
            <p:cNvSpPr/>
            <p:nvPr/>
          </p:nvSpPr>
          <p:spPr>
            <a:xfrm>
              <a:off x="203435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h7051"/>
            <p:cNvSpPr/>
            <p:nvPr/>
          </p:nvSpPr>
          <p:spPr>
            <a:xfrm>
              <a:off x="204379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h7052"/>
            <p:cNvSpPr/>
            <p:nvPr/>
          </p:nvSpPr>
          <p:spPr>
            <a:xfrm>
              <a:off x="205323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h7053"/>
            <p:cNvSpPr/>
            <p:nvPr/>
          </p:nvSpPr>
          <p:spPr>
            <a:xfrm>
              <a:off x="206267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h7054"/>
            <p:cNvSpPr/>
            <p:nvPr/>
          </p:nvSpPr>
          <p:spPr>
            <a:xfrm>
              <a:off x="207211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h7055"/>
            <p:cNvSpPr/>
            <p:nvPr/>
          </p:nvSpPr>
          <p:spPr>
            <a:xfrm>
              <a:off x="208155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h7056"/>
            <p:cNvSpPr/>
            <p:nvPr/>
          </p:nvSpPr>
          <p:spPr>
            <a:xfrm>
              <a:off x="209099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h7057"/>
            <p:cNvSpPr/>
            <p:nvPr/>
          </p:nvSpPr>
          <p:spPr>
            <a:xfrm>
              <a:off x="210043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h7058"/>
            <p:cNvSpPr/>
            <p:nvPr/>
          </p:nvSpPr>
          <p:spPr>
            <a:xfrm>
              <a:off x="210987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h7059"/>
            <p:cNvSpPr/>
            <p:nvPr/>
          </p:nvSpPr>
          <p:spPr>
            <a:xfrm>
              <a:off x="211931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h7060"/>
            <p:cNvSpPr/>
            <p:nvPr/>
          </p:nvSpPr>
          <p:spPr>
            <a:xfrm>
              <a:off x="212875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h7061"/>
            <p:cNvSpPr/>
            <p:nvPr/>
          </p:nvSpPr>
          <p:spPr>
            <a:xfrm>
              <a:off x="213819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h7062"/>
            <p:cNvSpPr/>
            <p:nvPr/>
          </p:nvSpPr>
          <p:spPr>
            <a:xfrm>
              <a:off x="214763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h7063"/>
            <p:cNvSpPr/>
            <p:nvPr/>
          </p:nvSpPr>
          <p:spPr>
            <a:xfrm>
              <a:off x="215707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h7064"/>
            <p:cNvSpPr/>
            <p:nvPr/>
          </p:nvSpPr>
          <p:spPr>
            <a:xfrm>
              <a:off x="216651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h7065"/>
            <p:cNvSpPr/>
            <p:nvPr/>
          </p:nvSpPr>
          <p:spPr>
            <a:xfrm>
              <a:off x="217595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h7066"/>
            <p:cNvSpPr/>
            <p:nvPr/>
          </p:nvSpPr>
          <p:spPr>
            <a:xfrm>
              <a:off x="218539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h7067"/>
            <p:cNvSpPr/>
            <p:nvPr/>
          </p:nvSpPr>
          <p:spPr>
            <a:xfrm>
              <a:off x="219483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h7068"/>
            <p:cNvSpPr/>
            <p:nvPr/>
          </p:nvSpPr>
          <p:spPr>
            <a:xfrm>
              <a:off x="220427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h7069"/>
            <p:cNvSpPr/>
            <p:nvPr/>
          </p:nvSpPr>
          <p:spPr>
            <a:xfrm>
              <a:off x="221371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h7070"/>
            <p:cNvSpPr/>
            <p:nvPr/>
          </p:nvSpPr>
          <p:spPr>
            <a:xfrm>
              <a:off x="222315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h7071"/>
            <p:cNvSpPr/>
            <p:nvPr/>
          </p:nvSpPr>
          <p:spPr>
            <a:xfrm>
              <a:off x="223259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h7072"/>
            <p:cNvSpPr/>
            <p:nvPr/>
          </p:nvSpPr>
          <p:spPr>
            <a:xfrm>
              <a:off x="224203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h7073"/>
            <p:cNvSpPr/>
            <p:nvPr/>
          </p:nvSpPr>
          <p:spPr>
            <a:xfrm>
              <a:off x="225147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h7074"/>
            <p:cNvSpPr/>
            <p:nvPr/>
          </p:nvSpPr>
          <p:spPr>
            <a:xfrm>
              <a:off x="226091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h7075"/>
            <p:cNvSpPr/>
            <p:nvPr/>
          </p:nvSpPr>
          <p:spPr>
            <a:xfrm>
              <a:off x="227035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h7076"/>
            <p:cNvSpPr/>
            <p:nvPr/>
          </p:nvSpPr>
          <p:spPr>
            <a:xfrm>
              <a:off x="227979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h7077"/>
            <p:cNvSpPr/>
            <p:nvPr/>
          </p:nvSpPr>
          <p:spPr>
            <a:xfrm>
              <a:off x="228923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h7078"/>
            <p:cNvSpPr/>
            <p:nvPr/>
          </p:nvSpPr>
          <p:spPr>
            <a:xfrm>
              <a:off x="229867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h7079"/>
            <p:cNvSpPr/>
            <p:nvPr/>
          </p:nvSpPr>
          <p:spPr>
            <a:xfrm>
              <a:off x="230811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h7080"/>
            <p:cNvSpPr/>
            <p:nvPr/>
          </p:nvSpPr>
          <p:spPr>
            <a:xfrm>
              <a:off x="231755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h7081"/>
            <p:cNvSpPr/>
            <p:nvPr/>
          </p:nvSpPr>
          <p:spPr>
            <a:xfrm>
              <a:off x="232699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h7082"/>
            <p:cNvSpPr/>
            <p:nvPr/>
          </p:nvSpPr>
          <p:spPr>
            <a:xfrm>
              <a:off x="233643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h7083"/>
            <p:cNvSpPr/>
            <p:nvPr/>
          </p:nvSpPr>
          <p:spPr>
            <a:xfrm>
              <a:off x="234587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h7084"/>
            <p:cNvSpPr/>
            <p:nvPr/>
          </p:nvSpPr>
          <p:spPr>
            <a:xfrm>
              <a:off x="235531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h7085"/>
            <p:cNvSpPr/>
            <p:nvPr/>
          </p:nvSpPr>
          <p:spPr>
            <a:xfrm>
              <a:off x="2364760" y="121902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h7086"/>
            <p:cNvSpPr/>
            <p:nvPr/>
          </p:nvSpPr>
          <p:spPr>
            <a:xfrm>
              <a:off x="237420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h7087"/>
            <p:cNvSpPr/>
            <p:nvPr/>
          </p:nvSpPr>
          <p:spPr>
            <a:xfrm>
              <a:off x="2383640" y="121902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h7088"/>
            <p:cNvSpPr/>
            <p:nvPr/>
          </p:nvSpPr>
          <p:spPr>
            <a:xfrm>
              <a:off x="2393080" y="1236593"/>
              <a:ext cx="921917" cy="914400"/>
            </a:xfrm>
            <a:custGeom>
              <a:avLst/>
              <a:pathLst>
                <a:path w="92191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036" y="896830"/>
                  </a:lnTo>
                  <a:lnTo>
                    <a:pt x="917199" y="899899"/>
                  </a:lnTo>
                  <a:lnTo>
                    <a:pt x="920287" y="909003"/>
                  </a:lnTo>
                  <a:lnTo>
                    <a:pt x="921917" y="914400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h7089"/>
            <p:cNvSpPr/>
            <p:nvPr/>
          </p:nvSpPr>
          <p:spPr>
            <a:xfrm>
              <a:off x="3403186" y="123659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759" y="914400"/>
                  </a:lnTo>
                  <a:lnTo>
                    <a:pt x="914400" y="91295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h7090"/>
            <p:cNvSpPr/>
            <p:nvPr/>
          </p:nvSpPr>
          <p:spPr>
            <a:xfrm>
              <a:off x="3412626" y="123659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952"/>
                  </a:lnTo>
                  <a:lnTo>
                    <a:pt x="907471" y="910736"/>
                  </a:lnTo>
                  <a:lnTo>
                    <a:pt x="912734" y="906681"/>
                  </a:lnTo>
                  <a:lnTo>
                    <a:pt x="914400" y="905577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h7091"/>
            <p:cNvSpPr/>
            <p:nvPr/>
          </p:nvSpPr>
          <p:spPr>
            <a:xfrm>
              <a:off x="3422066" y="123659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577"/>
                  </a:lnTo>
                  <a:lnTo>
                    <a:pt x="908660" y="903125"/>
                  </a:lnTo>
                  <a:lnTo>
                    <a:pt x="914115" y="900074"/>
                  </a:lnTo>
                  <a:lnTo>
                    <a:pt x="914400" y="89993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h7092"/>
            <p:cNvSpPr/>
            <p:nvPr/>
          </p:nvSpPr>
          <p:spPr>
            <a:xfrm>
              <a:off x="3431507" y="121902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499"/>
                  </a:lnTo>
                  <a:lnTo>
                    <a:pt x="911055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h7093"/>
            <p:cNvSpPr/>
            <p:nvPr/>
          </p:nvSpPr>
          <p:spPr>
            <a:xfrm>
              <a:off x="343150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h7094"/>
            <p:cNvSpPr/>
            <p:nvPr/>
          </p:nvSpPr>
          <p:spPr>
            <a:xfrm>
              <a:off x="344094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h7095"/>
            <p:cNvSpPr/>
            <p:nvPr/>
          </p:nvSpPr>
          <p:spPr>
            <a:xfrm>
              <a:off x="345038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h7096"/>
            <p:cNvSpPr/>
            <p:nvPr/>
          </p:nvSpPr>
          <p:spPr>
            <a:xfrm>
              <a:off x="345982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h7097"/>
            <p:cNvSpPr/>
            <p:nvPr/>
          </p:nvSpPr>
          <p:spPr>
            <a:xfrm>
              <a:off x="346926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h7098"/>
            <p:cNvSpPr/>
            <p:nvPr/>
          </p:nvSpPr>
          <p:spPr>
            <a:xfrm>
              <a:off x="347870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h7099"/>
            <p:cNvSpPr/>
            <p:nvPr/>
          </p:nvSpPr>
          <p:spPr>
            <a:xfrm>
              <a:off x="348814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h7100"/>
            <p:cNvSpPr/>
            <p:nvPr/>
          </p:nvSpPr>
          <p:spPr>
            <a:xfrm>
              <a:off x="349758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h7101"/>
            <p:cNvSpPr/>
            <p:nvPr/>
          </p:nvSpPr>
          <p:spPr>
            <a:xfrm>
              <a:off x="350702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h7102"/>
            <p:cNvSpPr/>
            <p:nvPr/>
          </p:nvSpPr>
          <p:spPr>
            <a:xfrm>
              <a:off x="351646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h7103"/>
            <p:cNvSpPr/>
            <p:nvPr/>
          </p:nvSpPr>
          <p:spPr>
            <a:xfrm>
              <a:off x="352590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h7104"/>
            <p:cNvSpPr/>
            <p:nvPr/>
          </p:nvSpPr>
          <p:spPr>
            <a:xfrm>
              <a:off x="353534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h7105"/>
            <p:cNvSpPr/>
            <p:nvPr/>
          </p:nvSpPr>
          <p:spPr>
            <a:xfrm>
              <a:off x="354479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h7106"/>
            <p:cNvSpPr/>
            <p:nvPr/>
          </p:nvSpPr>
          <p:spPr>
            <a:xfrm>
              <a:off x="355423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h7107"/>
            <p:cNvSpPr/>
            <p:nvPr/>
          </p:nvSpPr>
          <p:spPr>
            <a:xfrm>
              <a:off x="356367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h7108"/>
            <p:cNvSpPr/>
            <p:nvPr/>
          </p:nvSpPr>
          <p:spPr>
            <a:xfrm>
              <a:off x="357311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h7109"/>
            <p:cNvSpPr/>
            <p:nvPr/>
          </p:nvSpPr>
          <p:spPr>
            <a:xfrm>
              <a:off x="358255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h7110"/>
            <p:cNvSpPr/>
            <p:nvPr/>
          </p:nvSpPr>
          <p:spPr>
            <a:xfrm>
              <a:off x="359199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h7111"/>
            <p:cNvSpPr/>
            <p:nvPr/>
          </p:nvSpPr>
          <p:spPr>
            <a:xfrm>
              <a:off x="360143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h7112"/>
            <p:cNvSpPr/>
            <p:nvPr/>
          </p:nvSpPr>
          <p:spPr>
            <a:xfrm>
              <a:off x="361087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h7113"/>
            <p:cNvSpPr/>
            <p:nvPr/>
          </p:nvSpPr>
          <p:spPr>
            <a:xfrm>
              <a:off x="362031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h7114"/>
            <p:cNvSpPr/>
            <p:nvPr/>
          </p:nvSpPr>
          <p:spPr>
            <a:xfrm>
              <a:off x="362975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h7115"/>
            <p:cNvSpPr/>
            <p:nvPr/>
          </p:nvSpPr>
          <p:spPr>
            <a:xfrm>
              <a:off x="363919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h7116"/>
            <p:cNvSpPr/>
            <p:nvPr/>
          </p:nvSpPr>
          <p:spPr>
            <a:xfrm>
              <a:off x="364863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h7117"/>
            <p:cNvSpPr/>
            <p:nvPr/>
          </p:nvSpPr>
          <p:spPr>
            <a:xfrm>
              <a:off x="365807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h7118"/>
            <p:cNvSpPr/>
            <p:nvPr/>
          </p:nvSpPr>
          <p:spPr>
            <a:xfrm>
              <a:off x="366751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h7119"/>
            <p:cNvSpPr/>
            <p:nvPr/>
          </p:nvSpPr>
          <p:spPr>
            <a:xfrm>
              <a:off x="367695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h7120"/>
            <p:cNvSpPr/>
            <p:nvPr/>
          </p:nvSpPr>
          <p:spPr>
            <a:xfrm>
              <a:off x="368639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h7121"/>
            <p:cNvSpPr/>
            <p:nvPr/>
          </p:nvSpPr>
          <p:spPr>
            <a:xfrm>
              <a:off x="369583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h7122"/>
            <p:cNvSpPr/>
            <p:nvPr/>
          </p:nvSpPr>
          <p:spPr>
            <a:xfrm>
              <a:off x="370527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h7123"/>
            <p:cNvSpPr/>
            <p:nvPr/>
          </p:nvSpPr>
          <p:spPr>
            <a:xfrm>
              <a:off x="371471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h7124"/>
            <p:cNvSpPr/>
            <p:nvPr/>
          </p:nvSpPr>
          <p:spPr>
            <a:xfrm>
              <a:off x="372415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h7125"/>
            <p:cNvSpPr/>
            <p:nvPr/>
          </p:nvSpPr>
          <p:spPr>
            <a:xfrm>
              <a:off x="373359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h7126"/>
            <p:cNvSpPr/>
            <p:nvPr/>
          </p:nvSpPr>
          <p:spPr>
            <a:xfrm>
              <a:off x="374303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h7127"/>
            <p:cNvSpPr/>
            <p:nvPr/>
          </p:nvSpPr>
          <p:spPr>
            <a:xfrm>
              <a:off x="375247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h7128"/>
            <p:cNvSpPr/>
            <p:nvPr/>
          </p:nvSpPr>
          <p:spPr>
            <a:xfrm>
              <a:off x="376191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h7129"/>
            <p:cNvSpPr/>
            <p:nvPr/>
          </p:nvSpPr>
          <p:spPr>
            <a:xfrm>
              <a:off x="377135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h7130"/>
            <p:cNvSpPr/>
            <p:nvPr/>
          </p:nvSpPr>
          <p:spPr>
            <a:xfrm>
              <a:off x="378079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h7131"/>
            <p:cNvSpPr/>
            <p:nvPr/>
          </p:nvSpPr>
          <p:spPr>
            <a:xfrm>
              <a:off x="379023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h7132"/>
            <p:cNvSpPr/>
            <p:nvPr/>
          </p:nvSpPr>
          <p:spPr>
            <a:xfrm>
              <a:off x="379967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h7133"/>
            <p:cNvSpPr/>
            <p:nvPr/>
          </p:nvSpPr>
          <p:spPr>
            <a:xfrm>
              <a:off x="380911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h7134"/>
            <p:cNvSpPr/>
            <p:nvPr/>
          </p:nvSpPr>
          <p:spPr>
            <a:xfrm>
              <a:off x="3818556" y="123659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45"/>
                  </a:lnTo>
                  <a:lnTo>
                    <a:pt x="923775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h7135"/>
            <p:cNvSpPr/>
            <p:nvPr/>
          </p:nvSpPr>
          <p:spPr>
            <a:xfrm>
              <a:off x="3827997" y="1219023"/>
              <a:ext cx="920718" cy="931814"/>
            </a:xfrm>
            <a:custGeom>
              <a:avLst/>
              <a:pathLst>
                <a:path w="920718" h="931814">
                  <a:moveTo>
                    <a:pt x="914400" y="914400"/>
                  </a:moveTo>
                  <a:lnTo>
                    <a:pt x="920718" y="914400"/>
                  </a:lnTo>
                  <a:lnTo>
                    <a:pt x="918283" y="921638"/>
                  </a:lnTo>
                  <a:lnTo>
                    <a:pt x="914920" y="930573"/>
                  </a:lnTo>
                  <a:lnTo>
                    <a:pt x="914400" y="931814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h7136"/>
            <p:cNvSpPr/>
            <p:nvPr/>
          </p:nvSpPr>
          <p:spPr>
            <a:xfrm>
              <a:off x="2034351" y="120145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12" y="931969"/>
                  </a:lnTo>
                  <a:lnTo>
                    <a:pt x="905803" y="923225"/>
                  </a:lnTo>
                  <a:lnTo>
                    <a:pt x="905340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h7137"/>
            <p:cNvSpPr/>
            <p:nvPr/>
          </p:nvSpPr>
          <p:spPr>
            <a:xfrm>
              <a:off x="203435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h7138"/>
            <p:cNvSpPr/>
            <p:nvPr/>
          </p:nvSpPr>
          <p:spPr>
            <a:xfrm>
              <a:off x="204379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h7139"/>
            <p:cNvSpPr/>
            <p:nvPr/>
          </p:nvSpPr>
          <p:spPr>
            <a:xfrm>
              <a:off x="205323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h7140"/>
            <p:cNvSpPr/>
            <p:nvPr/>
          </p:nvSpPr>
          <p:spPr>
            <a:xfrm>
              <a:off x="206267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h7141"/>
            <p:cNvSpPr/>
            <p:nvPr/>
          </p:nvSpPr>
          <p:spPr>
            <a:xfrm>
              <a:off x="207211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h7142"/>
            <p:cNvSpPr/>
            <p:nvPr/>
          </p:nvSpPr>
          <p:spPr>
            <a:xfrm>
              <a:off x="208155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h7143"/>
            <p:cNvSpPr/>
            <p:nvPr/>
          </p:nvSpPr>
          <p:spPr>
            <a:xfrm>
              <a:off x="209099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h7144"/>
            <p:cNvSpPr/>
            <p:nvPr/>
          </p:nvSpPr>
          <p:spPr>
            <a:xfrm>
              <a:off x="210043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h7145"/>
            <p:cNvSpPr/>
            <p:nvPr/>
          </p:nvSpPr>
          <p:spPr>
            <a:xfrm>
              <a:off x="210987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h7146"/>
            <p:cNvSpPr/>
            <p:nvPr/>
          </p:nvSpPr>
          <p:spPr>
            <a:xfrm>
              <a:off x="211931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h7147"/>
            <p:cNvSpPr/>
            <p:nvPr/>
          </p:nvSpPr>
          <p:spPr>
            <a:xfrm>
              <a:off x="212875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h7148"/>
            <p:cNvSpPr/>
            <p:nvPr/>
          </p:nvSpPr>
          <p:spPr>
            <a:xfrm>
              <a:off x="213819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h7149"/>
            <p:cNvSpPr/>
            <p:nvPr/>
          </p:nvSpPr>
          <p:spPr>
            <a:xfrm>
              <a:off x="214763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h7150"/>
            <p:cNvSpPr/>
            <p:nvPr/>
          </p:nvSpPr>
          <p:spPr>
            <a:xfrm>
              <a:off x="215707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h7151"/>
            <p:cNvSpPr/>
            <p:nvPr/>
          </p:nvSpPr>
          <p:spPr>
            <a:xfrm>
              <a:off x="216651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h7152"/>
            <p:cNvSpPr/>
            <p:nvPr/>
          </p:nvSpPr>
          <p:spPr>
            <a:xfrm>
              <a:off x="217595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h7153"/>
            <p:cNvSpPr/>
            <p:nvPr/>
          </p:nvSpPr>
          <p:spPr>
            <a:xfrm>
              <a:off x="218539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h7154"/>
            <p:cNvSpPr/>
            <p:nvPr/>
          </p:nvSpPr>
          <p:spPr>
            <a:xfrm>
              <a:off x="219483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h7155"/>
            <p:cNvSpPr/>
            <p:nvPr/>
          </p:nvSpPr>
          <p:spPr>
            <a:xfrm>
              <a:off x="220427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h7156"/>
            <p:cNvSpPr/>
            <p:nvPr/>
          </p:nvSpPr>
          <p:spPr>
            <a:xfrm>
              <a:off x="221371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h7157"/>
            <p:cNvSpPr/>
            <p:nvPr/>
          </p:nvSpPr>
          <p:spPr>
            <a:xfrm>
              <a:off x="222315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h7158"/>
            <p:cNvSpPr/>
            <p:nvPr/>
          </p:nvSpPr>
          <p:spPr>
            <a:xfrm>
              <a:off x="223259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h7159"/>
            <p:cNvSpPr/>
            <p:nvPr/>
          </p:nvSpPr>
          <p:spPr>
            <a:xfrm>
              <a:off x="224203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h7160"/>
            <p:cNvSpPr/>
            <p:nvPr/>
          </p:nvSpPr>
          <p:spPr>
            <a:xfrm>
              <a:off x="225147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h7161"/>
            <p:cNvSpPr/>
            <p:nvPr/>
          </p:nvSpPr>
          <p:spPr>
            <a:xfrm>
              <a:off x="226091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h7162"/>
            <p:cNvSpPr/>
            <p:nvPr/>
          </p:nvSpPr>
          <p:spPr>
            <a:xfrm>
              <a:off x="227035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h7163"/>
            <p:cNvSpPr/>
            <p:nvPr/>
          </p:nvSpPr>
          <p:spPr>
            <a:xfrm>
              <a:off x="227979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h7164"/>
            <p:cNvSpPr/>
            <p:nvPr/>
          </p:nvSpPr>
          <p:spPr>
            <a:xfrm>
              <a:off x="228923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h7165"/>
            <p:cNvSpPr/>
            <p:nvPr/>
          </p:nvSpPr>
          <p:spPr>
            <a:xfrm>
              <a:off x="229867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h7166"/>
            <p:cNvSpPr/>
            <p:nvPr/>
          </p:nvSpPr>
          <p:spPr>
            <a:xfrm>
              <a:off x="230811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h7167"/>
            <p:cNvSpPr/>
            <p:nvPr/>
          </p:nvSpPr>
          <p:spPr>
            <a:xfrm>
              <a:off x="231755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h7168"/>
            <p:cNvSpPr/>
            <p:nvPr/>
          </p:nvSpPr>
          <p:spPr>
            <a:xfrm>
              <a:off x="232699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h7169"/>
            <p:cNvSpPr/>
            <p:nvPr/>
          </p:nvSpPr>
          <p:spPr>
            <a:xfrm>
              <a:off x="233643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h7170"/>
            <p:cNvSpPr/>
            <p:nvPr/>
          </p:nvSpPr>
          <p:spPr>
            <a:xfrm>
              <a:off x="234587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h7171"/>
            <p:cNvSpPr/>
            <p:nvPr/>
          </p:nvSpPr>
          <p:spPr>
            <a:xfrm>
              <a:off x="235531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h7172"/>
            <p:cNvSpPr/>
            <p:nvPr/>
          </p:nvSpPr>
          <p:spPr>
            <a:xfrm>
              <a:off x="2364760" y="120145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h7173"/>
            <p:cNvSpPr/>
            <p:nvPr/>
          </p:nvSpPr>
          <p:spPr>
            <a:xfrm>
              <a:off x="237420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h7174"/>
            <p:cNvSpPr/>
            <p:nvPr/>
          </p:nvSpPr>
          <p:spPr>
            <a:xfrm>
              <a:off x="2393080" y="121902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18" y="896830"/>
                  </a:lnTo>
                  <a:lnTo>
                    <a:pt x="910294" y="900198"/>
                  </a:lnTo>
                  <a:lnTo>
                    <a:pt x="913865" y="908669"/>
                  </a:lnTo>
                  <a:lnTo>
                    <a:pt x="914400" y="910080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h7175"/>
            <p:cNvSpPr/>
            <p:nvPr/>
          </p:nvSpPr>
          <p:spPr>
            <a:xfrm>
              <a:off x="2393080" y="1219023"/>
              <a:ext cx="916036" cy="914400"/>
            </a:xfrm>
            <a:custGeom>
              <a:avLst/>
              <a:pathLst>
                <a:path w="916036" h="914400">
                  <a:moveTo>
                    <a:pt x="914400" y="914400"/>
                  </a:moveTo>
                  <a:lnTo>
                    <a:pt x="914400" y="910080"/>
                  </a:lnTo>
                  <a:lnTo>
                    <a:pt x="916036" y="914400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h7176"/>
            <p:cNvSpPr/>
            <p:nvPr/>
          </p:nvSpPr>
          <p:spPr>
            <a:xfrm>
              <a:off x="3431507" y="121902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055" y="914400"/>
                  </a:lnTo>
                  <a:lnTo>
                    <a:pt x="914400" y="91269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h7177"/>
            <p:cNvSpPr/>
            <p:nvPr/>
          </p:nvSpPr>
          <p:spPr>
            <a:xfrm>
              <a:off x="3440947" y="120145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269"/>
                  </a:lnTo>
                  <a:lnTo>
                    <a:pt x="909156" y="928078"/>
                  </a:lnTo>
                  <a:lnTo>
                    <a:pt x="910298" y="917076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h7178"/>
            <p:cNvSpPr/>
            <p:nvPr/>
          </p:nvSpPr>
          <p:spPr>
            <a:xfrm>
              <a:off x="344094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h7179"/>
            <p:cNvSpPr/>
            <p:nvPr/>
          </p:nvSpPr>
          <p:spPr>
            <a:xfrm>
              <a:off x="345038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h7180"/>
            <p:cNvSpPr/>
            <p:nvPr/>
          </p:nvSpPr>
          <p:spPr>
            <a:xfrm>
              <a:off x="345982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h7181"/>
            <p:cNvSpPr/>
            <p:nvPr/>
          </p:nvSpPr>
          <p:spPr>
            <a:xfrm>
              <a:off x="346926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h7182"/>
            <p:cNvSpPr/>
            <p:nvPr/>
          </p:nvSpPr>
          <p:spPr>
            <a:xfrm>
              <a:off x="347870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h7183"/>
            <p:cNvSpPr/>
            <p:nvPr/>
          </p:nvSpPr>
          <p:spPr>
            <a:xfrm>
              <a:off x="348814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h7184"/>
            <p:cNvSpPr/>
            <p:nvPr/>
          </p:nvSpPr>
          <p:spPr>
            <a:xfrm>
              <a:off x="349758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h7185"/>
            <p:cNvSpPr/>
            <p:nvPr/>
          </p:nvSpPr>
          <p:spPr>
            <a:xfrm>
              <a:off x="350702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h7186"/>
            <p:cNvSpPr/>
            <p:nvPr/>
          </p:nvSpPr>
          <p:spPr>
            <a:xfrm>
              <a:off x="351646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h7187"/>
            <p:cNvSpPr/>
            <p:nvPr/>
          </p:nvSpPr>
          <p:spPr>
            <a:xfrm>
              <a:off x="352590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h7188"/>
            <p:cNvSpPr/>
            <p:nvPr/>
          </p:nvSpPr>
          <p:spPr>
            <a:xfrm>
              <a:off x="353534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h7189"/>
            <p:cNvSpPr/>
            <p:nvPr/>
          </p:nvSpPr>
          <p:spPr>
            <a:xfrm>
              <a:off x="354479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h7190"/>
            <p:cNvSpPr/>
            <p:nvPr/>
          </p:nvSpPr>
          <p:spPr>
            <a:xfrm>
              <a:off x="355423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h7191"/>
            <p:cNvSpPr/>
            <p:nvPr/>
          </p:nvSpPr>
          <p:spPr>
            <a:xfrm>
              <a:off x="356367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h7192"/>
            <p:cNvSpPr/>
            <p:nvPr/>
          </p:nvSpPr>
          <p:spPr>
            <a:xfrm>
              <a:off x="357311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h7193"/>
            <p:cNvSpPr/>
            <p:nvPr/>
          </p:nvSpPr>
          <p:spPr>
            <a:xfrm>
              <a:off x="358255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h7194"/>
            <p:cNvSpPr/>
            <p:nvPr/>
          </p:nvSpPr>
          <p:spPr>
            <a:xfrm>
              <a:off x="359199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h7195"/>
            <p:cNvSpPr/>
            <p:nvPr/>
          </p:nvSpPr>
          <p:spPr>
            <a:xfrm>
              <a:off x="360143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h7196"/>
            <p:cNvSpPr/>
            <p:nvPr/>
          </p:nvSpPr>
          <p:spPr>
            <a:xfrm>
              <a:off x="361087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h7197"/>
            <p:cNvSpPr/>
            <p:nvPr/>
          </p:nvSpPr>
          <p:spPr>
            <a:xfrm>
              <a:off x="362031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h7198"/>
            <p:cNvSpPr/>
            <p:nvPr/>
          </p:nvSpPr>
          <p:spPr>
            <a:xfrm>
              <a:off x="362975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h7199"/>
            <p:cNvSpPr/>
            <p:nvPr/>
          </p:nvSpPr>
          <p:spPr>
            <a:xfrm>
              <a:off x="363919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h7200"/>
            <p:cNvSpPr/>
            <p:nvPr/>
          </p:nvSpPr>
          <p:spPr>
            <a:xfrm>
              <a:off x="364863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h7201"/>
            <p:cNvSpPr/>
            <p:nvPr/>
          </p:nvSpPr>
          <p:spPr>
            <a:xfrm>
              <a:off x="365807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h7202"/>
            <p:cNvSpPr/>
            <p:nvPr/>
          </p:nvSpPr>
          <p:spPr>
            <a:xfrm>
              <a:off x="366751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h7203"/>
            <p:cNvSpPr/>
            <p:nvPr/>
          </p:nvSpPr>
          <p:spPr>
            <a:xfrm>
              <a:off x="367695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h7204"/>
            <p:cNvSpPr/>
            <p:nvPr/>
          </p:nvSpPr>
          <p:spPr>
            <a:xfrm>
              <a:off x="368639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h7205"/>
            <p:cNvSpPr/>
            <p:nvPr/>
          </p:nvSpPr>
          <p:spPr>
            <a:xfrm>
              <a:off x="369583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h7206"/>
            <p:cNvSpPr/>
            <p:nvPr/>
          </p:nvSpPr>
          <p:spPr>
            <a:xfrm>
              <a:off x="370527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h7207"/>
            <p:cNvSpPr/>
            <p:nvPr/>
          </p:nvSpPr>
          <p:spPr>
            <a:xfrm>
              <a:off x="371471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h7208"/>
            <p:cNvSpPr/>
            <p:nvPr/>
          </p:nvSpPr>
          <p:spPr>
            <a:xfrm>
              <a:off x="372415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h7209"/>
            <p:cNvSpPr/>
            <p:nvPr/>
          </p:nvSpPr>
          <p:spPr>
            <a:xfrm>
              <a:off x="373359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h7210"/>
            <p:cNvSpPr/>
            <p:nvPr/>
          </p:nvSpPr>
          <p:spPr>
            <a:xfrm>
              <a:off x="374303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h7211"/>
            <p:cNvSpPr/>
            <p:nvPr/>
          </p:nvSpPr>
          <p:spPr>
            <a:xfrm>
              <a:off x="375247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h7212"/>
            <p:cNvSpPr/>
            <p:nvPr/>
          </p:nvSpPr>
          <p:spPr>
            <a:xfrm>
              <a:off x="376191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h7213"/>
            <p:cNvSpPr/>
            <p:nvPr/>
          </p:nvSpPr>
          <p:spPr>
            <a:xfrm>
              <a:off x="377135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h7214"/>
            <p:cNvSpPr/>
            <p:nvPr/>
          </p:nvSpPr>
          <p:spPr>
            <a:xfrm>
              <a:off x="378079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h7215"/>
            <p:cNvSpPr/>
            <p:nvPr/>
          </p:nvSpPr>
          <p:spPr>
            <a:xfrm>
              <a:off x="379023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h7216"/>
            <p:cNvSpPr/>
            <p:nvPr/>
          </p:nvSpPr>
          <p:spPr>
            <a:xfrm>
              <a:off x="379967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h7217"/>
            <p:cNvSpPr/>
            <p:nvPr/>
          </p:nvSpPr>
          <p:spPr>
            <a:xfrm>
              <a:off x="380911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h7218"/>
            <p:cNvSpPr/>
            <p:nvPr/>
          </p:nvSpPr>
          <p:spPr>
            <a:xfrm>
              <a:off x="381855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h7219"/>
            <p:cNvSpPr/>
            <p:nvPr/>
          </p:nvSpPr>
          <p:spPr>
            <a:xfrm>
              <a:off x="3827997" y="121902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204"/>
                  </a:lnTo>
                  <a:lnTo>
                    <a:pt x="921393" y="912392"/>
                  </a:lnTo>
                  <a:lnTo>
                    <a:pt x="92071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h7220"/>
            <p:cNvSpPr/>
            <p:nvPr/>
          </p:nvSpPr>
          <p:spPr>
            <a:xfrm>
              <a:off x="3837437" y="1201453"/>
              <a:ext cx="916390" cy="921773"/>
            </a:xfrm>
            <a:custGeom>
              <a:avLst/>
              <a:pathLst>
                <a:path w="916390" h="921773">
                  <a:moveTo>
                    <a:pt x="914400" y="914400"/>
                  </a:moveTo>
                  <a:lnTo>
                    <a:pt x="916390" y="914400"/>
                  </a:lnTo>
                  <a:lnTo>
                    <a:pt x="914802" y="920428"/>
                  </a:lnTo>
                  <a:lnTo>
                    <a:pt x="914400" y="921773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h7221"/>
            <p:cNvSpPr/>
            <p:nvPr/>
          </p:nvSpPr>
          <p:spPr>
            <a:xfrm>
              <a:off x="2034351" y="118388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40" y="931969"/>
                  </a:lnTo>
                  <a:lnTo>
                    <a:pt x="905226" y="929809"/>
                  </a:lnTo>
                  <a:lnTo>
                    <a:pt x="904959" y="918782"/>
                  </a:lnTo>
                  <a:lnTo>
                    <a:pt x="904976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h7222"/>
            <p:cNvSpPr/>
            <p:nvPr/>
          </p:nvSpPr>
          <p:spPr>
            <a:xfrm>
              <a:off x="203435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h7223"/>
            <p:cNvSpPr/>
            <p:nvPr/>
          </p:nvSpPr>
          <p:spPr>
            <a:xfrm>
              <a:off x="204379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h7224"/>
            <p:cNvSpPr/>
            <p:nvPr/>
          </p:nvSpPr>
          <p:spPr>
            <a:xfrm>
              <a:off x="205323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h7225"/>
            <p:cNvSpPr/>
            <p:nvPr/>
          </p:nvSpPr>
          <p:spPr>
            <a:xfrm>
              <a:off x="206267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h7226"/>
            <p:cNvSpPr/>
            <p:nvPr/>
          </p:nvSpPr>
          <p:spPr>
            <a:xfrm>
              <a:off x="207211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h7227"/>
            <p:cNvSpPr/>
            <p:nvPr/>
          </p:nvSpPr>
          <p:spPr>
            <a:xfrm>
              <a:off x="208155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h7228"/>
            <p:cNvSpPr/>
            <p:nvPr/>
          </p:nvSpPr>
          <p:spPr>
            <a:xfrm>
              <a:off x="209099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h7229"/>
            <p:cNvSpPr/>
            <p:nvPr/>
          </p:nvSpPr>
          <p:spPr>
            <a:xfrm>
              <a:off x="210043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h7230"/>
            <p:cNvSpPr/>
            <p:nvPr/>
          </p:nvSpPr>
          <p:spPr>
            <a:xfrm>
              <a:off x="210987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h7231"/>
            <p:cNvSpPr/>
            <p:nvPr/>
          </p:nvSpPr>
          <p:spPr>
            <a:xfrm>
              <a:off x="211931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h7232"/>
            <p:cNvSpPr/>
            <p:nvPr/>
          </p:nvSpPr>
          <p:spPr>
            <a:xfrm>
              <a:off x="212875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h7233"/>
            <p:cNvSpPr/>
            <p:nvPr/>
          </p:nvSpPr>
          <p:spPr>
            <a:xfrm>
              <a:off x="213819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h7234"/>
            <p:cNvSpPr/>
            <p:nvPr/>
          </p:nvSpPr>
          <p:spPr>
            <a:xfrm>
              <a:off x="214763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h7235"/>
            <p:cNvSpPr/>
            <p:nvPr/>
          </p:nvSpPr>
          <p:spPr>
            <a:xfrm>
              <a:off x="215707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h7236"/>
            <p:cNvSpPr/>
            <p:nvPr/>
          </p:nvSpPr>
          <p:spPr>
            <a:xfrm>
              <a:off x="216651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h7237"/>
            <p:cNvSpPr/>
            <p:nvPr/>
          </p:nvSpPr>
          <p:spPr>
            <a:xfrm>
              <a:off x="217595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h7238"/>
            <p:cNvSpPr/>
            <p:nvPr/>
          </p:nvSpPr>
          <p:spPr>
            <a:xfrm>
              <a:off x="218539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h7239"/>
            <p:cNvSpPr/>
            <p:nvPr/>
          </p:nvSpPr>
          <p:spPr>
            <a:xfrm>
              <a:off x="219483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h7240"/>
            <p:cNvSpPr/>
            <p:nvPr/>
          </p:nvSpPr>
          <p:spPr>
            <a:xfrm>
              <a:off x="220427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h7241"/>
            <p:cNvSpPr/>
            <p:nvPr/>
          </p:nvSpPr>
          <p:spPr>
            <a:xfrm>
              <a:off x="221371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h7242"/>
            <p:cNvSpPr/>
            <p:nvPr/>
          </p:nvSpPr>
          <p:spPr>
            <a:xfrm>
              <a:off x="222315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h7243"/>
            <p:cNvSpPr/>
            <p:nvPr/>
          </p:nvSpPr>
          <p:spPr>
            <a:xfrm>
              <a:off x="223259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h7244"/>
            <p:cNvSpPr/>
            <p:nvPr/>
          </p:nvSpPr>
          <p:spPr>
            <a:xfrm>
              <a:off x="224203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h7245"/>
            <p:cNvSpPr/>
            <p:nvPr/>
          </p:nvSpPr>
          <p:spPr>
            <a:xfrm>
              <a:off x="225147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h7246"/>
            <p:cNvSpPr/>
            <p:nvPr/>
          </p:nvSpPr>
          <p:spPr>
            <a:xfrm>
              <a:off x="226091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h7247"/>
            <p:cNvSpPr/>
            <p:nvPr/>
          </p:nvSpPr>
          <p:spPr>
            <a:xfrm>
              <a:off x="227035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h7248"/>
            <p:cNvSpPr/>
            <p:nvPr/>
          </p:nvSpPr>
          <p:spPr>
            <a:xfrm>
              <a:off x="227979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h7249"/>
            <p:cNvSpPr/>
            <p:nvPr/>
          </p:nvSpPr>
          <p:spPr>
            <a:xfrm>
              <a:off x="228923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h7250"/>
            <p:cNvSpPr/>
            <p:nvPr/>
          </p:nvSpPr>
          <p:spPr>
            <a:xfrm>
              <a:off x="229867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h7251"/>
            <p:cNvSpPr/>
            <p:nvPr/>
          </p:nvSpPr>
          <p:spPr>
            <a:xfrm>
              <a:off x="230811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h7252"/>
            <p:cNvSpPr/>
            <p:nvPr/>
          </p:nvSpPr>
          <p:spPr>
            <a:xfrm>
              <a:off x="231755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h7253"/>
            <p:cNvSpPr/>
            <p:nvPr/>
          </p:nvSpPr>
          <p:spPr>
            <a:xfrm>
              <a:off x="232699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h7254"/>
            <p:cNvSpPr/>
            <p:nvPr/>
          </p:nvSpPr>
          <p:spPr>
            <a:xfrm>
              <a:off x="233643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h7255"/>
            <p:cNvSpPr/>
            <p:nvPr/>
          </p:nvSpPr>
          <p:spPr>
            <a:xfrm>
              <a:off x="234587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h7256"/>
            <p:cNvSpPr/>
            <p:nvPr/>
          </p:nvSpPr>
          <p:spPr>
            <a:xfrm>
              <a:off x="235531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h7257"/>
            <p:cNvSpPr/>
            <p:nvPr/>
          </p:nvSpPr>
          <p:spPr>
            <a:xfrm>
              <a:off x="2364760" y="11838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h7258"/>
            <p:cNvSpPr/>
            <p:nvPr/>
          </p:nvSpPr>
          <p:spPr>
            <a:xfrm>
              <a:off x="2383640" y="120145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10" y="896830"/>
                  </a:lnTo>
                  <a:lnTo>
                    <a:pt x="911919" y="901898"/>
                  </a:lnTo>
                  <a:lnTo>
                    <a:pt x="914399" y="906684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h7259"/>
            <p:cNvSpPr/>
            <p:nvPr/>
          </p:nvSpPr>
          <p:spPr>
            <a:xfrm>
              <a:off x="2383640" y="1201453"/>
              <a:ext cx="918159" cy="914400"/>
            </a:xfrm>
            <a:custGeom>
              <a:avLst/>
              <a:pathLst>
                <a:path w="918159" h="914400">
                  <a:moveTo>
                    <a:pt x="914399" y="914400"/>
                  </a:moveTo>
                  <a:lnTo>
                    <a:pt x="914399" y="906684"/>
                  </a:lnTo>
                  <a:lnTo>
                    <a:pt x="915936" y="909647"/>
                  </a:lnTo>
                  <a:lnTo>
                    <a:pt x="918159" y="914400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h7260"/>
            <p:cNvSpPr/>
            <p:nvPr/>
          </p:nvSpPr>
          <p:spPr>
            <a:xfrm>
              <a:off x="3440947" y="118388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656" y="931969"/>
                  </a:lnTo>
                  <a:lnTo>
                    <a:pt x="911752" y="923773"/>
                  </a:lnTo>
                  <a:lnTo>
                    <a:pt x="91329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h7261"/>
            <p:cNvSpPr/>
            <p:nvPr/>
          </p:nvSpPr>
          <p:spPr>
            <a:xfrm>
              <a:off x="344094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h7262"/>
            <p:cNvSpPr/>
            <p:nvPr/>
          </p:nvSpPr>
          <p:spPr>
            <a:xfrm>
              <a:off x="345038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h7263"/>
            <p:cNvSpPr/>
            <p:nvPr/>
          </p:nvSpPr>
          <p:spPr>
            <a:xfrm>
              <a:off x="345982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h7264"/>
            <p:cNvSpPr/>
            <p:nvPr/>
          </p:nvSpPr>
          <p:spPr>
            <a:xfrm>
              <a:off x="346926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h7265"/>
            <p:cNvSpPr/>
            <p:nvPr/>
          </p:nvSpPr>
          <p:spPr>
            <a:xfrm>
              <a:off x="347870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h7266"/>
            <p:cNvSpPr/>
            <p:nvPr/>
          </p:nvSpPr>
          <p:spPr>
            <a:xfrm>
              <a:off x="348814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h7267"/>
            <p:cNvSpPr/>
            <p:nvPr/>
          </p:nvSpPr>
          <p:spPr>
            <a:xfrm>
              <a:off x="349758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h7268"/>
            <p:cNvSpPr/>
            <p:nvPr/>
          </p:nvSpPr>
          <p:spPr>
            <a:xfrm>
              <a:off x="350702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h7269"/>
            <p:cNvSpPr/>
            <p:nvPr/>
          </p:nvSpPr>
          <p:spPr>
            <a:xfrm>
              <a:off x="351646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h7270"/>
            <p:cNvSpPr/>
            <p:nvPr/>
          </p:nvSpPr>
          <p:spPr>
            <a:xfrm>
              <a:off x="352590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h7271"/>
            <p:cNvSpPr/>
            <p:nvPr/>
          </p:nvSpPr>
          <p:spPr>
            <a:xfrm>
              <a:off x="353534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h7272"/>
            <p:cNvSpPr/>
            <p:nvPr/>
          </p:nvSpPr>
          <p:spPr>
            <a:xfrm>
              <a:off x="354479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h7273"/>
            <p:cNvSpPr/>
            <p:nvPr/>
          </p:nvSpPr>
          <p:spPr>
            <a:xfrm>
              <a:off x="355423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h7274"/>
            <p:cNvSpPr/>
            <p:nvPr/>
          </p:nvSpPr>
          <p:spPr>
            <a:xfrm>
              <a:off x="356367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h7275"/>
            <p:cNvSpPr/>
            <p:nvPr/>
          </p:nvSpPr>
          <p:spPr>
            <a:xfrm>
              <a:off x="357311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h7276"/>
            <p:cNvSpPr/>
            <p:nvPr/>
          </p:nvSpPr>
          <p:spPr>
            <a:xfrm>
              <a:off x="358255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h7277"/>
            <p:cNvSpPr/>
            <p:nvPr/>
          </p:nvSpPr>
          <p:spPr>
            <a:xfrm>
              <a:off x="359199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h7278"/>
            <p:cNvSpPr/>
            <p:nvPr/>
          </p:nvSpPr>
          <p:spPr>
            <a:xfrm>
              <a:off x="360143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h7279"/>
            <p:cNvSpPr/>
            <p:nvPr/>
          </p:nvSpPr>
          <p:spPr>
            <a:xfrm>
              <a:off x="361087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h7280"/>
            <p:cNvSpPr/>
            <p:nvPr/>
          </p:nvSpPr>
          <p:spPr>
            <a:xfrm>
              <a:off x="362031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h7281"/>
            <p:cNvSpPr/>
            <p:nvPr/>
          </p:nvSpPr>
          <p:spPr>
            <a:xfrm>
              <a:off x="362975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h7282"/>
            <p:cNvSpPr/>
            <p:nvPr/>
          </p:nvSpPr>
          <p:spPr>
            <a:xfrm>
              <a:off x="363919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h7283"/>
            <p:cNvSpPr/>
            <p:nvPr/>
          </p:nvSpPr>
          <p:spPr>
            <a:xfrm>
              <a:off x="364863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h7284"/>
            <p:cNvSpPr/>
            <p:nvPr/>
          </p:nvSpPr>
          <p:spPr>
            <a:xfrm>
              <a:off x="365807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h7285"/>
            <p:cNvSpPr/>
            <p:nvPr/>
          </p:nvSpPr>
          <p:spPr>
            <a:xfrm>
              <a:off x="366751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h7286"/>
            <p:cNvSpPr/>
            <p:nvPr/>
          </p:nvSpPr>
          <p:spPr>
            <a:xfrm>
              <a:off x="367695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h7287"/>
            <p:cNvSpPr/>
            <p:nvPr/>
          </p:nvSpPr>
          <p:spPr>
            <a:xfrm>
              <a:off x="368639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h7288"/>
            <p:cNvSpPr/>
            <p:nvPr/>
          </p:nvSpPr>
          <p:spPr>
            <a:xfrm>
              <a:off x="369583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h7289"/>
            <p:cNvSpPr/>
            <p:nvPr/>
          </p:nvSpPr>
          <p:spPr>
            <a:xfrm>
              <a:off x="370527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h7290"/>
            <p:cNvSpPr/>
            <p:nvPr/>
          </p:nvSpPr>
          <p:spPr>
            <a:xfrm>
              <a:off x="371471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h7291"/>
            <p:cNvSpPr/>
            <p:nvPr/>
          </p:nvSpPr>
          <p:spPr>
            <a:xfrm>
              <a:off x="372415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h7292"/>
            <p:cNvSpPr/>
            <p:nvPr/>
          </p:nvSpPr>
          <p:spPr>
            <a:xfrm>
              <a:off x="373359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h7293"/>
            <p:cNvSpPr/>
            <p:nvPr/>
          </p:nvSpPr>
          <p:spPr>
            <a:xfrm>
              <a:off x="374303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h7294"/>
            <p:cNvSpPr/>
            <p:nvPr/>
          </p:nvSpPr>
          <p:spPr>
            <a:xfrm>
              <a:off x="375247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h7295"/>
            <p:cNvSpPr/>
            <p:nvPr/>
          </p:nvSpPr>
          <p:spPr>
            <a:xfrm>
              <a:off x="376191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h7296"/>
            <p:cNvSpPr/>
            <p:nvPr/>
          </p:nvSpPr>
          <p:spPr>
            <a:xfrm>
              <a:off x="377135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h7297"/>
            <p:cNvSpPr/>
            <p:nvPr/>
          </p:nvSpPr>
          <p:spPr>
            <a:xfrm>
              <a:off x="378079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h7298"/>
            <p:cNvSpPr/>
            <p:nvPr/>
          </p:nvSpPr>
          <p:spPr>
            <a:xfrm>
              <a:off x="379023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h7299"/>
            <p:cNvSpPr/>
            <p:nvPr/>
          </p:nvSpPr>
          <p:spPr>
            <a:xfrm>
              <a:off x="379967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h7300"/>
            <p:cNvSpPr/>
            <p:nvPr/>
          </p:nvSpPr>
          <p:spPr>
            <a:xfrm>
              <a:off x="380911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h7301"/>
            <p:cNvSpPr/>
            <p:nvPr/>
          </p:nvSpPr>
          <p:spPr>
            <a:xfrm>
              <a:off x="381855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h7302"/>
            <p:cNvSpPr/>
            <p:nvPr/>
          </p:nvSpPr>
          <p:spPr>
            <a:xfrm>
              <a:off x="382799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h7303"/>
            <p:cNvSpPr/>
            <p:nvPr/>
          </p:nvSpPr>
          <p:spPr>
            <a:xfrm>
              <a:off x="3837437" y="1201453"/>
              <a:ext cx="920431" cy="914400"/>
            </a:xfrm>
            <a:custGeom>
              <a:avLst/>
              <a:pathLst>
                <a:path w="9204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31" y="896830"/>
                  </a:lnTo>
                  <a:lnTo>
                    <a:pt x="919686" y="900602"/>
                  </a:lnTo>
                  <a:lnTo>
                    <a:pt x="917382" y="910633"/>
                  </a:lnTo>
                  <a:lnTo>
                    <a:pt x="916390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h7304"/>
            <p:cNvSpPr/>
            <p:nvPr/>
          </p:nvSpPr>
          <p:spPr>
            <a:xfrm>
              <a:off x="2034351" y="116631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76" y="931969"/>
                  </a:lnTo>
                  <a:lnTo>
                    <a:pt x="905003" y="925314"/>
                  </a:lnTo>
                  <a:lnTo>
                    <a:pt x="905353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h7305"/>
            <p:cNvSpPr/>
            <p:nvPr/>
          </p:nvSpPr>
          <p:spPr>
            <a:xfrm>
              <a:off x="203435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h7306"/>
            <p:cNvSpPr/>
            <p:nvPr/>
          </p:nvSpPr>
          <p:spPr>
            <a:xfrm>
              <a:off x="204379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h7307"/>
            <p:cNvSpPr/>
            <p:nvPr/>
          </p:nvSpPr>
          <p:spPr>
            <a:xfrm>
              <a:off x="205323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h7308"/>
            <p:cNvSpPr/>
            <p:nvPr/>
          </p:nvSpPr>
          <p:spPr>
            <a:xfrm>
              <a:off x="206267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h7309"/>
            <p:cNvSpPr/>
            <p:nvPr/>
          </p:nvSpPr>
          <p:spPr>
            <a:xfrm>
              <a:off x="207211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h7310"/>
            <p:cNvSpPr/>
            <p:nvPr/>
          </p:nvSpPr>
          <p:spPr>
            <a:xfrm>
              <a:off x="208155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h7311"/>
            <p:cNvSpPr/>
            <p:nvPr/>
          </p:nvSpPr>
          <p:spPr>
            <a:xfrm>
              <a:off x="209099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h7312"/>
            <p:cNvSpPr/>
            <p:nvPr/>
          </p:nvSpPr>
          <p:spPr>
            <a:xfrm>
              <a:off x="210043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h7313"/>
            <p:cNvSpPr/>
            <p:nvPr/>
          </p:nvSpPr>
          <p:spPr>
            <a:xfrm>
              <a:off x="210987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h7314"/>
            <p:cNvSpPr/>
            <p:nvPr/>
          </p:nvSpPr>
          <p:spPr>
            <a:xfrm>
              <a:off x="211931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h7315"/>
            <p:cNvSpPr/>
            <p:nvPr/>
          </p:nvSpPr>
          <p:spPr>
            <a:xfrm>
              <a:off x="212875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h7316"/>
            <p:cNvSpPr/>
            <p:nvPr/>
          </p:nvSpPr>
          <p:spPr>
            <a:xfrm>
              <a:off x="213819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h7317"/>
            <p:cNvSpPr/>
            <p:nvPr/>
          </p:nvSpPr>
          <p:spPr>
            <a:xfrm>
              <a:off x="214763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h7318"/>
            <p:cNvSpPr/>
            <p:nvPr/>
          </p:nvSpPr>
          <p:spPr>
            <a:xfrm>
              <a:off x="215707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h7319"/>
            <p:cNvSpPr/>
            <p:nvPr/>
          </p:nvSpPr>
          <p:spPr>
            <a:xfrm>
              <a:off x="216651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h7320"/>
            <p:cNvSpPr/>
            <p:nvPr/>
          </p:nvSpPr>
          <p:spPr>
            <a:xfrm>
              <a:off x="217595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h7321"/>
            <p:cNvSpPr/>
            <p:nvPr/>
          </p:nvSpPr>
          <p:spPr>
            <a:xfrm>
              <a:off x="218539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h7322"/>
            <p:cNvSpPr/>
            <p:nvPr/>
          </p:nvSpPr>
          <p:spPr>
            <a:xfrm>
              <a:off x="219483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h7323"/>
            <p:cNvSpPr/>
            <p:nvPr/>
          </p:nvSpPr>
          <p:spPr>
            <a:xfrm>
              <a:off x="220427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h7324"/>
            <p:cNvSpPr/>
            <p:nvPr/>
          </p:nvSpPr>
          <p:spPr>
            <a:xfrm>
              <a:off x="221371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h7325"/>
            <p:cNvSpPr/>
            <p:nvPr/>
          </p:nvSpPr>
          <p:spPr>
            <a:xfrm>
              <a:off x="222315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h7326"/>
            <p:cNvSpPr/>
            <p:nvPr/>
          </p:nvSpPr>
          <p:spPr>
            <a:xfrm>
              <a:off x="223259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h7327"/>
            <p:cNvSpPr/>
            <p:nvPr/>
          </p:nvSpPr>
          <p:spPr>
            <a:xfrm>
              <a:off x="224203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h7328"/>
            <p:cNvSpPr/>
            <p:nvPr/>
          </p:nvSpPr>
          <p:spPr>
            <a:xfrm>
              <a:off x="225147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h7329"/>
            <p:cNvSpPr/>
            <p:nvPr/>
          </p:nvSpPr>
          <p:spPr>
            <a:xfrm>
              <a:off x="226091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h7330"/>
            <p:cNvSpPr/>
            <p:nvPr/>
          </p:nvSpPr>
          <p:spPr>
            <a:xfrm>
              <a:off x="227035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h7331"/>
            <p:cNvSpPr/>
            <p:nvPr/>
          </p:nvSpPr>
          <p:spPr>
            <a:xfrm>
              <a:off x="227979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h7332"/>
            <p:cNvSpPr/>
            <p:nvPr/>
          </p:nvSpPr>
          <p:spPr>
            <a:xfrm>
              <a:off x="228923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h7333"/>
            <p:cNvSpPr/>
            <p:nvPr/>
          </p:nvSpPr>
          <p:spPr>
            <a:xfrm>
              <a:off x="229867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h7334"/>
            <p:cNvSpPr/>
            <p:nvPr/>
          </p:nvSpPr>
          <p:spPr>
            <a:xfrm>
              <a:off x="230811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h7335"/>
            <p:cNvSpPr/>
            <p:nvPr/>
          </p:nvSpPr>
          <p:spPr>
            <a:xfrm>
              <a:off x="231755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h7336"/>
            <p:cNvSpPr/>
            <p:nvPr/>
          </p:nvSpPr>
          <p:spPr>
            <a:xfrm>
              <a:off x="232699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h7337"/>
            <p:cNvSpPr/>
            <p:nvPr/>
          </p:nvSpPr>
          <p:spPr>
            <a:xfrm>
              <a:off x="233643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h7338"/>
            <p:cNvSpPr/>
            <p:nvPr/>
          </p:nvSpPr>
          <p:spPr>
            <a:xfrm>
              <a:off x="234587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h7339"/>
            <p:cNvSpPr/>
            <p:nvPr/>
          </p:nvSpPr>
          <p:spPr>
            <a:xfrm>
              <a:off x="235531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h7340"/>
            <p:cNvSpPr/>
            <p:nvPr/>
          </p:nvSpPr>
          <p:spPr>
            <a:xfrm>
              <a:off x="2374200" y="118388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681" y="896830"/>
                  </a:lnTo>
                  <a:lnTo>
                    <a:pt x="908111" y="898647"/>
                  </a:lnTo>
                  <a:lnTo>
                    <a:pt x="912716" y="905164"/>
                  </a:lnTo>
                  <a:lnTo>
                    <a:pt x="914400" y="907810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h7341"/>
            <p:cNvSpPr/>
            <p:nvPr/>
          </p:nvSpPr>
          <p:spPr>
            <a:xfrm>
              <a:off x="2374200" y="1183884"/>
              <a:ext cx="918450" cy="914400"/>
            </a:xfrm>
            <a:custGeom>
              <a:avLst/>
              <a:pathLst>
                <a:path w="918450" h="914400">
                  <a:moveTo>
                    <a:pt x="914400" y="914400"/>
                  </a:moveTo>
                  <a:lnTo>
                    <a:pt x="914400" y="907810"/>
                  </a:lnTo>
                  <a:lnTo>
                    <a:pt x="917136" y="912111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h7342"/>
            <p:cNvSpPr/>
            <p:nvPr/>
          </p:nvSpPr>
          <p:spPr>
            <a:xfrm>
              <a:off x="3440947" y="118388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295" y="914400"/>
                  </a:lnTo>
                  <a:lnTo>
                    <a:pt x="913515" y="913059"/>
                  </a:lnTo>
                  <a:lnTo>
                    <a:pt x="914400" y="90855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h7343"/>
            <p:cNvSpPr/>
            <p:nvPr/>
          </p:nvSpPr>
          <p:spPr>
            <a:xfrm>
              <a:off x="3450387" y="116631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123"/>
                  </a:lnTo>
                  <a:lnTo>
                    <a:pt x="906141" y="920104"/>
                  </a:lnTo>
                  <a:lnTo>
                    <a:pt x="90744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h7344"/>
            <p:cNvSpPr/>
            <p:nvPr/>
          </p:nvSpPr>
          <p:spPr>
            <a:xfrm>
              <a:off x="345038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h7345"/>
            <p:cNvSpPr/>
            <p:nvPr/>
          </p:nvSpPr>
          <p:spPr>
            <a:xfrm>
              <a:off x="345982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h7346"/>
            <p:cNvSpPr/>
            <p:nvPr/>
          </p:nvSpPr>
          <p:spPr>
            <a:xfrm>
              <a:off x="346926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h7347"/>
            <p:cNvSpPr/>
            <p:nvPr/>
          </p:nvSpPr>
          <p:spPr>
            <a:xfrm>
              <a:off x="347870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h7348"/>
            <p:cNvSpPr/>
            <p:nvPr/>
          </p:nvSpPr>
          <p:spPr>
            <a:xfrm>
              <a:off x="348814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h7349"/>
            <p:cNvSpPr/>
            <p:nvPr/>
          </p:nvSpPr>
          <p:spPr>
            <a:xfrm>
              <a:off x="349758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h7350"/>
            <p:cNvSpPr/>
            <p:nvPr/>
          </p:nvSpPr>
          <p:spPr>
            <a:xfrm>
              <a:off x="350702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h7351"/>
            <p:cNvSpPr/>
            <p:nvPr/>
          </p:nvSpPr>
          <p:spPr>
            <a:xfrm>
              <a:off x="351646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h7352"/>
            <p:cNvSpPr/>
            <p:nvPr/>
          </p:nvSpPr>
          <p:spPr>
            <a:xfrm>
              <a:off x="352590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h7353"/>
            <p:cNvSpPr/>
            <p:nvPr/>
          </p:nvSpPr>
          <p:spPr>
            <a:xfrm>
              <a:off x="353534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h7354"/>
            <p:cNvSpPr/>
            <p:nvPr/>
          </p:nvSpPr>
          <p:spPr>
            <a:xfrm>
              <a:off x="354479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h7355"/>
            <p:cNvSpPr/>
            <p:nvPr/>
          </p:nvSpPr>
          <p:spPr>
            <a:xfrm>
              <a:off x="355423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h7356"/>
            <p:cNvSpPr/>
            <p:nvPr/>
          </p:nvSpPr>
          <p:spPr>
            <a:xfrm>
              <a:off x="356367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h7357"/>
            <p:cNvSpPr/>
            <p:nvPr/>
          </p:nvSpPr>
          <p:spPr>
            <a:xfrm>
              <a:off x="357311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h7358"/>
            <p:cNvSpPr/>
            <p:nvPr/>
          </p:nvSpPr>
          <p:spPr>
            <a:xfrm>
              <a:off x="358255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h7359"/>
            <p:cNvSpPr/>
            <p:nvPr/>
          </p:nvSpPr>
          <p:spPr>
            <a:xfrm>
              <a:off x="359199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h7360"/>
            <p:cNvSpPr/>
            <p:nvPr/>
          </p:nvSpPr>
          <p:spPr>
            <a:xfrm>
              <a:off x="360143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h7361"/>
            <p:cNvSpPr/>
            <p:nvPr/>
          </p:nvSpPr>
          <p:spPr>
            <a:xfrm>
              <a:off x="361087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h7362"/>
            <p:cNvSpPr/>
            <p:nvPr/>
          </p:nvSpPr>
          <p:spPr>
            <a:xfrm>
              <a:off x="362031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h7363"/>
            <p:cNvSpPr/>
            <p:nvPr/>
          </p:nvSpPr>
          <p:spPr>
            <a:xfrm>
              <a:off x="362975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h7364"/>
            <p:cNvSpPr/>
            <p:nvPr/>
          </p:nvSpPr>
          <p:spPr>
            <a:xfrm>
              <a:off x="363919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h7365"/>
            <p:cNvSpPr/>
            <p:nvPr/>
          </p:nvSpPr>
          <p:spPr>
            <a:xfrm>
              <a:off x="364863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h7366"/>
            <p:cNvSpPr/>
            <p:nvPr/>
          </p:nvSpPr>
          <p:spPr>
            <a:xfrm>
              <a:off x="365807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h7367"/>
            <p:cNvSpPr/>
            <p:nvPr/>
          </p:nvSpPr>
          <p:spPr>
            <a:xfrm>
              <a:off x="366751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h7368"/>
            <p:cNvSpPr/>
            <p:nvPr/>
          </p:nvSpPr>
          <p:spPr>
            <a:xfrm>
              <a:off x="367695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h7369"/>
            <p:cNvSpPr/>
            <p:nvPr/>
          </p:nvSpPr>
          <p:spPr>
            <a:xfrm>
              <a:off x="368639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h7370"/>
            <p:cNvSpPr/>
            <p:nvPr/>
          </p:nvSpPr>
          <p:spPr>
            <a:xfrm>
              <a:off x="369583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h7371"/>
            <p:cNvSpPr/>
            <p:nvPr/>
          </p:nvSpPr>
          <p:spPr>
            <a:xfrm>
              <a:off x="370527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h7372"/>
            <p:cNvSpPr/>
            <p:nvPr/>
          </p:nvSpPr>
          <p:spPr>
            <a:xfrm>
              <a:off x="371471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h7373"/>
            <p:cNvSpPr/>
            <p:nvPr/>
          </p:nvSpPr>
          <p:spPr>
            <a:xfrm>
              <a:off x="372415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h7374"/>
            <p:cNvSpPr/>
            <p:nvPr/>
          </p:nvSpPr>
          <p:spPr>
            <a:xfrm>
              <a:off x="373359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h7375"/>
            <p:cNvSpPr/>
            <p:nvPr/>
          </p:nvSpPr>
          <p:spPr>
            <a:xfrm>
              <a:off x="374303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h7376"/>
            <p:cNvSpPr/>
            <p:nvPr/>
          </p:nvSpPr>
          <p:spPr>
            <a:xfrm>
              <a:off x="375247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h7377"/>
            <p:cNvSpPr/>
            <p:nvPr/>
          </p:nvSpPr>
          <p:spPr>
            <a:xfrm>
              <a:off x="376191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h7378"/>
            <p:cNvSpPr/>
            <p:nvPr/>
          </p:nvSpPr>
          <p:spPr>
            <a:xfrm>
              <a:off x="377135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h7379"/>
            <p:cNvSpPr/>
            <p:nvPr/>
          </p:nvSpPr>
          <p:spPr>
            <a:xfrm>
              <a:off x="378079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h7380"/>
            <p:cNvSpPr/>
            <p:nvPr/>
          </p:nvSpPr>
          <p:spPr>
            <a:xfrm>
              <a:off x="379023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h7381"/>
            <p:cNvSpPr/>
            <p:nvPr/>
          </p:nvSpPr>
          <p:spPr>
            <a:xfrm>
              <a:off x="379967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h7382"/>
            <p:cNvSpPr/>
            <p:nvPr/>
          </p:nvSpPr>
          <p:spPr>
            <a:xfrm>
              <a:off x="380911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h7383"/>
            <p:cNvSpPr/>
            <p:nvPr/>
          </p:nvSpPr>
          <p:spPr>
            <a:xfrm>
              <a:off x="381855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h7384"/>
            <p:cNvSpPr/>
            <p:nvPr/>
          </p:nvSpPr>
          <p:spPr>
            <a:xfrm>
              <a:off x="382799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h7385"/>
            <p:cNvSpPr/>
            <p:nvPr/>
          </p:nvSpPr>
          <p:spPr>
            <a:xfrm>
              <a:off x="3837437" y="1183884"/>
              <a:ext cx="923548" cy="914400"/>
            </a:xfrm>
            <a:custGeom>
              <a:avLst/>
              <a:pathLst>
                <a:path w="9235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548" y="896830"/>
                  </a:lnTo>
                  <a:lnTo>
                    <a:pt x="923444" y="897513"/>
                  </a:lnTo>
                  <a:lnTo>
                    <a:pt x="921709" y="907933"/>
                  </a:lnTo>
                  <a:lnTo>
                    <a:pt x="920431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h7386"/>
            <p:cNvSpPr/>
            <p:nvPr/>
          </p:nvSpPr>
          <p:spPr>
            <a:xfrm>
              <a:off x="2034351" y="114874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56" y="931865"/>
                  </a:lnTo>
                  <a:lnTo>
                    <a:pt x="906019" y="920896"/>
                  </a:lnTo>
                  <a:lnTo>
                    <a:pt x="906598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h7387"/>
            <p:cNvSpPr/>
            <p:nvPr/>
          </p:nvSpPr>
          <p:spPr>
            <a:xfrm>
              <a:off x="203435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h7388"/>
            <p:cNvSpPr/>
            <p:nvPr/>
          </p:nvSpPr>
          <p:spPr>
            <a:xfrm>
              <a:off x="204379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h7389"/>
            <p:cNvSpPr/>
            <p:nvPr/>
          </p:nvSpPr>
          <p:spPr>
            <a:xfrm>
              <a:off x="205323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h7390"/>
            <p:cNvSpPr/>
            <p:nvPr/>
          </p:nvSpPr>
          <p:spPr>
            <a:xfrm>
              <a:off x="206267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h7391"/>
            <p:cNvSpPr/>
            <p:nvPr/>
          </p:nvSpPr>
          <p:spPr>
            <a:xfrm>
              <a:off x="207211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h7392"/>
            <p:cNvSpPr/>
            <p:nvPr/>
          </p:nvSpPr>
          <p:spPr>
            <a:xfrm>
              <a:off x="208155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h7393"/>
            <p:cNvSpPr/>
            <p:nvPr/>
          </p:nvSpPr>
          <p:spPr>
            <a:xfrm>
              <a:off x="209099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h7394"/>
            <p:cNvSpPr/>
            <p:nvPr/>
          </p:nvSpPr>
          <p:spPr>
            <a:xfrm>
              <a:off x="210043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h7395"/>
            <p:cNvSpPr/>
            <p:nvPr/>
          </p:nvSpPr>
          <p:spPr>
            <a:xfrm>
              <a:off x="210987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h7396"/>
            <p:cNvSpPr/>
            <p:nvPr/>
          </p:nvSpPr>
          <p:spPr>
            <a:xfrm>
              <a:off x="211931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h7397"/>
            <p:cNvSpPr/>
            <p:nvPr/>
          </p:nvSpPr>
          <p:spPr>
            <a:xfrm>
              <a:off x="212875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h7398"/>
            <p:cNvSpPr/>
            <p:nvPr/>
          </p:nvSpPr>
          <p:spPr>
            <a:xfrm>
              <a:off x="213819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h7399"/>
            <p:cNvSpPr/>
            <p:nvPr/>
          </p:nvSpPr>
          <p:spPr>
            <a:xfrm>
              <a:off x="214763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h7400"/>
            <p:cNvSpPr/>
            <p:nvPr/>
          </p:nvSpPr>
          <p:spPr>
            <a:xfrm>
              <a:off x="215707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h7401"/>
            <p:cNvSpPr/>
            <p:nvPr/>
          </p:nvSpPr>
          <p:spPr>
            <a:xfrm>
              <a:off x="216651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h7402"/>
            <p:cNvSpPr/>
            <p:nvPr/>
          </p:nvSpPr>
          <p:spPr>
            <a:xfrm>
              <a:off x="217595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h7403"/>
            <p:cNvSpPr/>
            <p:nvPr/>
          </p:nvSpPr>
          <p:spPr>
            <a:xfrm>
              <a:off x="218539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h7404"/>
            <p:cNvSpPr/>
            <p:nvPr/>
          </p:nvSpPr>
          <p:spPr>
            <a:xfrm>
              <a:off x="219483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h7405"/>
            <p:cNvSpPr/>
            <p:nvPr/>
          </p:nvSpPr>
          <p:spPr>
            <a:xfrm>
              <a:off x="220427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h7406"/>
            <p:cNvSpPr/>
            <p:nvPr/>
          </p:nvSpPr>
          <p:spPr>
            <a:xfrm>
              <a:off x="221371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h7407"/>
            <p:cNvSpPr/>
            <p:nvPr/>
          </p:nvSpPr>
          <p:spPr>
            <a:xfrm>
              <a:off x="222315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h7408"/>
            <p:cNvSpPr/>
            <p:nvPr/>
          </p:nvSpPr>
          <p:spPr>
            <a:xfrm>
              <a:off x="223259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h7409"/>
            <p:cNvSpPr/>
            <p:nvPr/>
          </p:nvSpPr>
          <p:spPr>
            <a:xfrm>
              <a:off x="224203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h7410"/>
            <p:cNvSpPr/>
            <p:nvPr/>
          </p:nvSpPr>
          <p:spPr>
            <a:xfrm>
              <a:off x="225147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h7411"/>
            <p:cNvSpPr/>
            <p:nvPr/>
          </p:nvSpPr>
          <p:spPr>
            <a:xfrm>
              <a:off x="226091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h7412"/>
            <p:cNvSpPr/>
            <p:nvPr/>
          </p:nvSpPr>
          <p:spPr>
            <a:xfrm>
              <a:off x="227035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h7413"/>
            <p:cNvSpPr/>
            <p:nvPr/>
          </p:nvSpPr>
          <p:spPr>
            <a:xfrm>
              <a:off x="227979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h7414"/>
            <p:cNvSpPr/>
            <p:nvPr/>
          </p:nvSpPr>
          <p:spPr>
            <a:xfrm>
              <a:off x="228923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h7415"/>
            <p:cNvSpPr/>
            <p:nvPr/>
          </p:nvSpPr>
          <p:spPr>
            <a:xfrm>
              <a:off x="229867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h7416"/>
            <p:cNvSpPr/>
            <p:nvPr/>
          </p:nvSpPr>
          <p:spPr>
            <a:xfrm>
              <a:off x="230811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h7417"/>
            <p:cNvSpPr/>
            <p:nvPr/>
          </p:nvSpPr>
          <p:spPr>
            <a:xfrm>
              <a:off x="231755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h7418"/>
            <p:cNvSpPr/>
            <p:nvPr/>
          </p:nvSpPr>
          <p:spPr>
            <a:xfrm>
              <a:off x="232699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h7419"/>
            <p:cNvSpPr/>
            <p:nvPr/>
          </p:nvSpPr>
          <p:spPr>
            <a:xfrm>
              <a:off x="233643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h7420"/>
            <p:cNvSpPr/>
            <p:nvPr/>
          </p:nvSpPr>
          <p:spPr>
            <a:xfrm>
              <a:off x="2355319" y="116631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99" y="896830"/>
                  </a:lnTo>
                  <a:lnTo>
                    <a:pt x="912191" y="899402"/>
                  </a:lnTo>
                  <a:lnTo>
                    <a:pt x="914400" y="901632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h7421"/>
            <p:cNvSpPr/>
            <p:nvPr/>
          </p:nvSpPr>
          <p:spPr>
            <a:xfrm>
              <a:off x="2364760" y="116631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1632"/>
                  </a:lnTo>
                  <a:lnTo>
                    <a:pt x="907836" y="904535"/>
                  </a:lnTo>
                  <a:lnTo>
                    <a:pt x="912774" y="910145"/>
                  </a:lnTo>
                  <a:lnTo>
                    <a:pt x="914399" y="912211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h7422"/>
            <p:cNvSpPr/>
            <p:nvPr/>
          </p:nvSpPr>
          <p:spPr>
            <a:xfrm>
              <a:off x="2364760" y="1166314"/>
              <a:ext cx="916122" cy="914400"/>
            </a:xfrm>
            <a:custGeom>
              <a:avLst/>
              <a:pathLst>
                <a:path w="916122" h="914400">
                  <a:moveTo>
                    <a:pt x="914399" y="914400"/>
                  </a:moveTo>
                  <a:lnTo>
                    <a:pt x="914399" y="912211"/>
                  </a:lnTo>
                  <a:lnTo>
                    <a:pt x="916122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h7423"/>
            <p:cNvSpPr/>
            <p:nvPr/>
          </p:nvSpPr>
          <p:spPr>
            <a:xfrm>
              <a:off x="3450387" y="114874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449" y="931969"/>
                  </a:lnTo>
                  <a:lnTo>
                    <a:pt x="908504" y="927369"/>
                  </a:lnTo>
                  <a:lnTo>
                    <a:pt x="911159" y="917312"/>
                  </a:lnTo>
                  <a:lnTo>
                    <a:pt x="912034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h7424"/>
            <p:cNvSpPr/>
            <p:nvPr/>
          </p:nvSpPr>
          <p:spPr>
            <a:xfrm>
              <a:off x="345038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h7425"/>
            <p:cNvSpPr/>
            <p:nvPr/>
          </p:nvSpPr>
          <p:spPr>
            <a:xfrm>
              <a:off x="345982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h7426"/>
            <p:cNvSpPr/>
            <p:nvPr/>
          </p:nvSpPr>
          <p:spPr>
            <a:xfrm>
              <a:off x="346926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h7427"/>
            <p:cNvSpPr/>
            <p:nvPr/>
          </p:nvSpPr>
          <p:spPr>
            <a:xfrm>
              <a:off x="347870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h7428"/>
            <p:cNvSpPr/>
            <p:nvPr/>
          </p:nvSpPr>
          <p:spPr>
            <a:xfrm>
              <a:off x="348814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h7429"/>
            <p:cNvSpPr/>
            <p:nvPr/>
          </p:nvSpPr>
          <p:spPr>
            <a:xfrm>
              <a:off x="349758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h7430"/>
            <p:cNvSpPr/>
            <p:nvPr/>
          </p:nvSpPr>
          <p:spPr>
            <a:xfrm>
              <a:off x="350702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h7431"/>
            <p:cNvSpPr/>
            <p:nvPr/>
          </p:nvSpPr>
          <p:spPr>
            <a:xfrm>
              <a:off x="351646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h7432"/>
            <p:cNvSpPr/>
            <p:nvPr/>
          </p:nvSpPr>
          <p:spPr>
            <a:xfrm>
              <a:off x="352590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h7433"/>
            <p:cNvSpPr/>
            <p:nvPr/>
          </p:nvSpPr>
          <p:spPr>
            <a:xfrm>
              <a:off x="353534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h7434"/>
            <p:cNvSpPr/>
            <p:nvPr/>
          </p:nvSpPr>
          <p:spPr>
            <a:xfrm>
              <a:off x="354479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h7435"/>
            <p:cNvSpPr/>
            <p:nvPr/>
          </p:nvSpPr>
          <p:spPr>
            <a:xfrm>
              <a:off x="355423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h7436"/>
            <p:cNvSpPr/>
            <p:nvPr/>
          </p:nvSpPr>
          <p:spPr>
            <a:xfrm>
              <a:off x="356367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h7437"/>
            <p:cNvSpPr/>
            <p:nvPr/>
          </p:nvSpPr>
          <p:spPr>
            <a:xfrm>
              <a:off x="357311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h7438"/>
            <p:cNvSpPr/>
            <p:nvPr/>
          </p:nvSpPr>
          <p:spPr>
            <a:xfrm>
              <a:off x="358255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h7439"/>
            <p:cNvSpPr/>
            <p:nvPr/>
          </p:nvSpPr>
          <p:spPr>
            <a:xfrm>
              <a:off x="359199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h7440"/>
            <p:cNvSpPr/>
            <p:nvPr/>
          </p:nvSpPr>
          <p:spPr>
            <a:xfrm>
              <a:off x="360143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h7441"/>
            <p:cNvSpPr/>
            <p:nvPr/>
          </p:nvSpPr>
          <p:spPr>
            <a:xfrm>
              <a:off x="361087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h7442"/>
            <p:cNvSpPr/>
            <p:nvPr/>
          </p:nvSpPr>
          <p:spPr>
            <a:xfrm>
              <a:off x="362031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h7443"/>
            <p:cNvSpPr/>
            <p:nvPr/>
          </p:nvSpPr>
          <p:spPr>
            <a:xfrm>
              <a:off x="362975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h7444"/>
            <p:cNvSpPr/>
            <p:nvPr/>
          </p:nvSpPr>
          <p:spPr>
            <a:xfrm>
              <a:off x="363919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h7445"/>
            <p:cNvSpPr/>
            <p:nvPr/>
          </p:nvSpPr>
          <p:spPr>
            <a:xfrm>
              <a:off x="364863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h7446"/>
            <p:cNvSpPr/>
            <p:nvPr/>
          </p:nvSpPr>
          <p:spPr>
            <a:xfrm>
              <a:off x="365807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h7447"/>
            <p:cNvSpPr/>
            <p:nvPr/>
          </p:nvSpPr>
          <p:spPr>
            <a:xfrm>
              <a:off x="366751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h7448"/>
            <p:cNvSpPr/>
            <p:nvPr/>
          </p:nvSpPr>
          <p:spPr>
            <a:xfrm>
              <a:off x="367695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h7449"/>
            <p:cNvSpPr/>
            <p:nvPr/>
          </p:nvSpPr>
          <p:spPr>
            <a:xfrm>
              <a:off x="368639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h7450"/>
            <p:cNvSpPr/>
            <p:nvPr/>
          </p:nvSpPr>
          <p:spPr>
            <a:xfrm>
              <a:off x="369583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h7451"/>
            <p:cNvSpPr/>
            <p:nvPr/>
          </p:nvSpPr>
          <p:spPr>
            <a:xfrm>
              <a:off x="370527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h7452"/>
            <p:cNvSpPr/>
            <p:nvPr/>
          </p:nvSpPr>
          <p:spPr>
            <a:xfrm>
              <a:off x="371471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h7453"/>
            <p:cNvSpPr/>
            <p:nvPr/>
          </p:nvSpPr>
          <p:spPr>
            <a:xfrm>
              <a:off x="372415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h7454"/>
            <p:cNvSpPr/>
            <p:nvPr/>
          </p:nvSpPr>
          <p:spPr>
            <a:xfrm>
              <a:off x="373359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h7455"/>
            <p:cNvSpPr/>
            <p:nvPr/>
          </p:nvSpPr>
          <p:spPr>
            <a:xfrm>
              <a:off x="374303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h7456"/>
            <p:cNvSpPr/>
            <p:nvPr/>
          </p:nvSpPr>
          <p:spPr>
            <a:xfrm>
              <a:off x="375247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h7457"/>
            <p:cNvSpPr/>
            <p:nvPr/>
          </p:nvSpPr>
          <p:spPr>
            <a:xfrm>
              <a:off x="376191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h7458"/>
            <p:cNvSpPr/>
            <p:nvPr/>
          </p:nvSpPr>
          <p:spPr>
            <a:xfrm>
              <a:off x="377135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h7459"/>
            <p:cNvSpPr/>
            <p:nvPr/>
          </p:nvSpPr>
          <p:spPr>
            <a:xfrm>
              <a:off x="378079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h7460"/>
            <p:cNvSpPr/>
            <p:nvPr/>
          </p:nvSpPr>
          <p:spPr>
            <a:xfrm>
              <a:off x="379023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h7461"/>
            <p:cNvSpPr/>
            <p:nvPr/>
          </p:nvSpPr>
          <p:spPr>
            <a:xfrm>
              <a:off x="379967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h7462"/>
            <p:cNvSpPr/>
            <p:nvPr/>
          </p:nvSpPr>
          <p:spPr>
            <a:xfrm>
              <a:off x="380911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h7463"/>
            <p:cNvSpPr/>
            <p:nvPr/>
          </p:nvSpPr>
          <p:spPr>
            <a:xfrm>
              <a:off x="381855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h7464"/>
            <p:cNvSpPr/>
            <p:nvPr/>
          </p:nvSpPr>
          <p:spPr>
            <a:xfrm>
              <a:off x="382799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h7465"/>
            <p:cNvSpPr/>
            <p:nvPr/>
          </p:nvSpPr>
          <p:spPr>
            <a:xfrm>
              <a:off x="3837437" y="116631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71"/>
                  </a:lnTo>
                  <a:lnTo>
                    <a:pt x="92354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h7466"/>
            <p:cNvSpPr/>
            <p:nvPr/>
          </p:nvSpPr>
          <p:spPr>
            <a:xfrm>
              <a:off x="3846877" y="1148744"/>
              <a:ext cx="916772" cy="930041"/>
            </a:xfrm>
            <a:custGeom>
              <a:avLst/>
              <a:pathLst>
                <a:path w="916772" h="930041">
                  <a:moveTo>
                    <a:pt x="914400" y="914400"/>
                  </a:moveTo>
                  <a:lnTo>
                    <a:pt x="916772" y="914400"/>
                  </a:lnTo>
                  <a:lnTo>
                    <a:pt x="916334" y="917284"/>
                  </a:lnTo>
                  <a:lnTo>
                    <a:pt x="915868" y="920355"/>
                  </a:lnTo>
                  <a:lnTo>
                    <a:pt x="915402" y="923426"/>
                  </a:lnTo>
                  <a:lnTo>
                    <a:pt x="914936" y="926497"/>
                  </a:lnTo>
                  <a:lnTo>
                    <a:pt x="914471" y="929568"/>
                  </a:lnTo>
                  <a:lnTo>
                    <a:pt x="914400" y="930041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h7467"/>
            <p:cNvSpPr/>
            <p:nvPr/>
          </p:nvSpPr>
          <p:spPr>
            <a:xfrm>
              <a:off x="2034351" y="113117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98" y="931969"/>
                  </a:lnTo>
                  <a:lnTo>
                    <a:pt x="906990" y="927576"/>
                  </a:lnTo>
                  <a:lnTo>
                    <a:pt x="908265" y="916797"/>
                  </a:lnTo>
                  <a:lnTo>
                    <a:pt x="908621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h7468"/>
            <p:cNvSpPr/>
            <p:nvPr/>
          </p:nvSpPr>
          <p:spPr>
            <a:xfrm>
              <a:off x="203435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h7469"/>
            <p:cNvSpPr/>
            <p:nvPr/>
          </p:nvSpPr>
          <p:spPr>
            <a:xfrm>
              <a:off x="204379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h7470"/>
            <p:cNvSpPr/>
            <p:nvPr/>
          </p:nvSpPr>
          <p:spPr>
            <a:xfrm>
              <a:off x="205323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h7471"/>
            <p:cNvSpPr/>
            <p:nvPr/>
          </p:nvSpPr>
          <p:spPr>
            <a:xfrm>
              <a:off x="206267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h7472"/>
            <p:cNvSpPr/>
            <p:nvPr/>
          </p:nvSpPr>
          <p:spPr>
            <a:xfrm>
              <a:off x="207211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h7473"/>
            <p:cNvSpPr/>
            <p:nvPr/>
          </p:nvSpPr>
          <p:spPr>
            <a:xfrm>
              <a:off x="208155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h7474"/>
            <p:cNvSpPr/>
            <p:nvPr/>
          </p:nvSpPr>
          <p:spPr>
            <a:xfrm>
              <a:off x="209099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h7475"/>
            <p:cNvSpPr/>
            <p:nvPr/>
          </p:nvSpPr>
          <p:spPr>
            <a:xfrm>
              <a:off x="210043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h7476"/>
            <p:cNvSpPr/>
            <p:nvPr/>
          </p:nvSpPr>
          <p:spPr>
            <a:xfrm>
              <a:off x="210987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h7477"/>
            <p:cNvSpPr/>
            <p:nvPr/>
          </p:nvSpPr>
          <p:spPr>
            <a:xfrm>
              <a:off x="211931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h7478"/>
            <p:cNvSpPr/>
            <p:nvPr/>
          </p:nvSpPr>
          <p:spPr>
            <a:xfrm>
              <a:off x="212875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h7479"/>
            <p:cNvSpPr/>
            <p:nvPr/>
          </p:nvSpPr>
          <p:spPr>
            <a:xfrm>
              <a:off x="213819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h7480"/>
            <p:cNvSpPr/>
            <p:nvPr/>
          </p:nvSpPr>
          <p:spPr>
            <a:xfrm>
              <a:off x="214763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h7481"/>
            <p:cNvSpPr/>
            <p:nvPr/>
          </p:nvSpPr>
          <p:spPr>
            <a:xfrm>
              <a:off x="215707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h7482"/>
            <p:cNvSpPr/>
            <p:nvPr/>
          </p:nvSpPr>
          <p:spPr>
            <a:xfrm>
              <a:off x="216651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h7483"/>
            <p:cNvSpPr/>
            <p:nvPr/>
          </p:nvSpPr>
          <p:spPr>
            <a:xfrm>
              <a:off x="217595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h7484"/>
            <p:cNvSpPr/>
            <p:nvPr/>
          </p:nvSpPr>
          <p:spPr>
            <a:xfrm>
              <a:off x="218539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h7485"/>
            <p:cNvSpPr/>
            <p:nvPr/>
          </p:nvSpPr>
          <p:spPr>
            <a:xfrm>
              <a:off x="219483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h7486"/>
            <p:cNvSpPr/>
            <p:nvPr/>
          </p:nvSpPr>
          <p:spPr>
            <a:xfrm>
              <a:off x="220427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h7487"/>
            <p:cNvSpPr/>
            <p:nvPr/>
          </p:nvSpPr>
          <p:spPr>
            <a:xfrm>
              <a:off x="221371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h7488"/>
            <p:cNvSpPr/>
            <p:nvPr/>
          </p:nvSpPr>
          <p:spPr>
            <a:xfrm>
              <a:off x="222315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h7489"/>
            <p:cNvSpPr/>
            <p:nvPr/>
          </p:nvSpPr>
          <p:spPr>
            <a:xfrm>
              <a:off x="223259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h7490"/>
            <p:cNvSpPr/>
            <p:nvPr/>
          </p:nvSpPr>
          <p:spPr>
            <a:xfrm>
              <a:off x="224203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h7491"/>
            <p:cNvSpPr/>
            <p:nvPr/>
          </p:nvSpPr>
          <p:spPr>
            <a:xfrm>
              <a:off x="225147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h7492"/>
            <p:cNvSpPr/>
            <p:nvPr/>
          </p:nvSpPr>
          <p:spPr>
            <a:xfrm>
              <a:off x="226091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h7493"/>
            <p:cNvSpPr/>
            <p:nvPr/>
          </p:nvSpPr>
          <p:spPr>
            <a:xfrm>
              <a:off x="227035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h7494"/>
            <p:cNvSpPr/>
            <p:nvPr/>
          </p:nvSpPr>
          <p:spPr>
            <a:xfrm>
              <a:off x="227979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h7495"/>
            <p:cNvSpPr/>
            <p:nvPr/>
          </p:nvSpPr>
          <p:spPr>
            <a:xfrm>
              <a:off x="228923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h7496"/>
            <p:cNvSpPr/>
            <p:nvPr/>
          </p:nvSpPr>
          <p:spPr>
            <a:xfrm>
              <a:off x="229867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h7497"/>
            <p:cNvSpPr/>
            <p:nvPr/>
          </p:nvSpPr>
          <p:spPr>
            <a:xfrm>
              <a:off x="230811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h7498"/>
            <p:cNvSpPr/>
            <p:nvPr/>
          </p:nvSpPr>
          <p:spPr>
            <a:xfrm>
              <a:off x="2326999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669" y="896838"/>
                  </a:lnTo>
                  <a:lnTo>
                    <a:pt x="913349" y="898877"/>
                  </a:lnTo>
                  <a:lnTo>
                    <a:pt x="914400" y="89935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h7499"/>
            <p:cNvSpPr/>
            <p:nvPr/>
          </p:nvSpPr>
          <p:spPr>
            <a:xfrm>
              <a:off x="2336439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58"/>
                  </a:lnTo>
                  <a:lnTo>
                    <a:pt x="909526" y="901452"/>
                  </a:lnTo>
                  <a:lnTo>
                    <a:pt x="914400" y="904186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h7500"/>
            <p:cNvSpPr/>
            <p:nvPr/>
          </p:nvSpPr>
          <p:spPr>
            <a:xfrm>
              <a:off x="2345879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186"/>
                  </a:lnTo>
                  <a:lnTo>
                    <a:pt x="905625" y="904559"/>
                  </a:lnTo>
                  <a:lnTo>
                    <a:pt x="911071" y="908187"/>
                  </a:lnTo>
                  <a:lnTo>
                    <a:pt x="914400" y="91076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h7501"/>
            <p:cNvSpPr/>
            <p:nvPr/>
          </p:nvSpPr>
          <p:spPr>
            <a:xfrm>
              <a:off x="2345879" y="1148744"/>
              <a:ext cx="918739" cy="914400"/>
            </a:xfrm>
            <a:custGeom>
              <a:avLst/>
              <a:pathLst>
                <a:path w="918739" h="914400">
                  <a:moveTo>
                    <a:pt x="914400" y="914400"/>
                  </a:moveTo>
                  <a:lnTo>
                    <a:pt x="914400" y="910768"/>
                  </a:lnTo>
                  <a:lnTo>
                    <a:pt x="916411" y="912329"/>
                  </a:lnTo>
                  <a:lnTo>
                    <a:pt x="918739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h7502"/>
            <p:cNvSpPr/>
            <p:nvPr/>
          </p:nvSpPr>
          <p:spPr>
            <a:xfrm>
              <a:off x="3450387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34" y="914400"/>
                  </a:lnTo>
                  <a:lnTo>
                    <a:pt x="914096" y="907532"/>
                  </a:lnTo>
                  <a:lnTo>
                    <a:pt x="914400" y="90663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h7503"/>
            <p:cNvSpPr/>
            <p:nvPr/>
          </p:nvSpPr>
          <p:spPr>
            <a:xfrm>
              <a:off x="3459827" y="113117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207"/>
                  </a:lnTo>
                  <a:lnTo>
                    <a:pt x="907869" y="915625"/>
                  </a:lnTo>
                  <a:lnTo>
                    <a:pt x="90833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h7504"/>
            <p:cNvSpPr/>
            <p:nvPr/>
          </p:nvSpPr>
          <p:spPr>
            <a:xfrm>
              <a:off x="345982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h7505"/>
            <p:cNvSpPr/>
            <p:nvPr/>
          </p:nvSpPr>
          <p:spPr>
            <a:xfrm>
              <a:off x="346926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h7506"/>
            <p:cNvSpPr/>
            <p:nvPr/>
          </p:nvSpPr>
          <p:spPr>
            <a:xfrm>
              <a:off x="347870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h7507"/>
            <p:cNvSpPr/>
            <p:nvPr/>
          </p:nvSpPr>
          <p:spPr>
            <a:xfrm>
              <a:off x="348814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h7508"/>
            <p:cNvSpPr/>
            <p:nvPr/>
          </p:nvSpPr>
          <p:spPr>
            <a:xfrm>
              <a:off x="349758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h7509"/>
            <p:cNvSpPr/>
            <p:nvPr/>
          </p:nvSpPr>
          <p:spPr>
            <a:xfrm>
              <a:off x="350702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h7510"/>
            <p:cNvSpPr/>
            <p:nvPr/>
          </p:nvSpPr>
          <p:spPr>
            <a:xfrm>
              <a:off x="351646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h7511"/>
            <p:cNvSpPr/>
            <p:nvPr/>
          </p:nvSpPr>
          <p:spPr>
            <a:xfrm>
              <a:off x="352590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h7512"/>
            <p:cNvSpPr/>
            <p:nvPr/>
          </p:nvSpPr>
          <p:spPr>
            <a:xfrm>
              <a:off x="353534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h7513"/>
            <p:cNvSpPr/>
            <p:nvPr/>
          </p:nvSpPr>
          <p:spPr>
            <a:xfrm>
              <a:off x="354479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h7514"/>
            <p:cNvSpPr/>
            <p:nvPr/>
          </p:nvSpPr>
          <p:spPr>
            <a:xfrm>
              <a:off x="355423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h7515"/>
            <p:cNvSpPr/>
            <p:nvPr/>
          </p:nvSpPr>
          <p:spPr>
            <a:xfrm>
              <a:off x="356367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h7516"/>
            <p:cNvSpPr/>
            <p:nvPr/>
          </p:nvSpPr>
          <p:spPr>
            <a:xfrm>
              <a:off x="357311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h7517"/>
            <p:cNvSpPr/>
            <p:nvPr/>
          </p:nvSpPr>
          <p:spPr>
            <a:xfrm>
              <a:off x="358255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h7518"/>
            <p:cNvSpPr/>
            <p:nvPr/>
          </p:nvSpPr>
          <p:spPr>
            <a:xfrm>
              <a:off x="359199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h7519"/>
            <p:cNvSpPr/>
            <p:nvPr/>
          </p:nvSpPr>
          <p:spPr>
            <a:xfrm>
              <a:off x="360143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h7520"/>
            <p:cNvSpPr/>
            <p:nvPr/>
          </p:nvSpPr>
          <p:spPr>
            <a:xfrm>
              <a:off x="361087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h7521"/>
            <p:cNvSpPr/>
            <p:nvPr/>
          </p:nvSpPr>
          <p:spPr>
            <a:xfrm>
              <a:off x="362031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h7522"/>
            <p:cNvSpPr/>
            <p:nvPr/>
          </p:nvSpPr>
          <p:spPr>
            <a:xfrm>
              <a:off x="362975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h7523"/>
            <p:cNvSpPr/>
            <p:nvPr/>
          </p:nvSpPr>
          <p:spPr>
            <a:xfrm>
              <a:off x="363919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h7524"/>
            <p:cNvSpPr/>
            <p:nvPr/>
          </p:nvSpPr>
          <p:spPr>
            <a:xfrm>
              <a:off x="364863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h7525"/>
            <p:cNvSpPr/>
            <p:nvPr/>
          </p:nvSpPr>
          <p:spPr>
            <a:xfrm>
              <a:off x="365807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h7526"/>
            <p:cNvSpPr/>
            <p:nvPr/>
          </p:nvSpPr>
          <p:spPr>
            <a:xfrm>
              <a:off x="366751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h7527"/>
            <p:cNvSpPr/>
            <p:nvPr/>
          </p:nvSpPr>
          <p:spPr>
            <a:xfrm>
              <a:off x="367695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h7528"/>
            <p:cNvSpPr/>
            <p:nvPr/>
          </p:nvSpPr>
          <p:spPr>
            <a:xfrm>
              <a:off x="368639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h7529"/>
            <p:cNvSpPr/>
            <p:nvPr/>
          </p:nvSpPr>
          <p:spPr>
            <a:xfrm>
              <a:off x="369583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h7530"/>
            <p:cNvSpPr/>
            <p:nvPr/>
          </p:nvSpPr>
          <p:spPr>
            <a:xfrm>
              <a:off x="370527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h7531"/>
            <p:cNvSpPr/>
            <p:nvPr/>
          </p:nvSpPr>
          <p:spPr>
            <a:xfrm>
              <a:off x="371471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h7532"/>
            <p:cNvSpPr/>
            <p:nvPr/>
          </p:nvSpPr>
          <p:spPr>
            <a:xfrm>
              <a:off x="372415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h7533"/>
            <p:cNvSpPr/>
            <p:nvPr/>
          </p:nvSpPr>
          <p:spPr>
            <a:xfrm>
              <a:off x="373359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h7534"/>
            <p:cNvSpPr/>
            <p:nvPr/>
          </p:nvSpPr>
          <p:spPr>
            <a:xfrm>
              <a:off x="374303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h7535"/>
            <p:cNvSpPr/>
            <p:nvPr/>
          </p:nvSpPr>
          <p:spPr>
            <a:xfrm>
              <a:off x="375247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h7536"/>
            <p:cNvSpPr/>
            <p:nvPr/>
          </p:nvSpPr>
          <p:spPr>
            <a:xfrm>
              <a:off x="376191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h7537"/>
            <p:cNvSpPr/>
            <p:nvPr/>
          </p:nvSpPr>
          <p:spPr>
            <a:xfrm>
              <a:off x="377135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h7538"/>
            <p:cNvSpPr/>
            <p:nvPr/>
          </p:nvSpPr>
          <p:spPr>
            <a:xfrm>
              <a:off x="378079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h7539"/>
            <p:cNvSpPr/>
            <p:nvPr/>
          </p:nvSpPr>
          <p:spPr>
            <a:xfrm>
              <a:off x="379023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h7540"/>
            <p:cNvSpPr/>
            <p:nvPr/>
          </p:nvSpPr>
          <p:spPr>
            <a:xfrm>
              <a:off x="379967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h7541"/>
            <p:cNvSpPr/>
            <p:nvPr/>
          </p:nvSpPr>
          <p:spPr>
            <a:xfrm>
              <a:off x="380911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h7542"/>
            <p:cNvSpPr/>
            <p:nvPr/>
          </p:nvSpPr>
          <p:spPr>
            <a:xfrm>
              <a:off x="381855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h7543"/>
            <p:cNvSpPr/>
            <p:nvPr/>
          </p:nvSpPr>
          <p:spPr>
            <a:xfrm>
              <a:off x="382799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h7544"/>
            <p:cNvSpPr/>
            <p:nvPr/>
          </p:nvSpPr>
          <p:spPr>
            <a:xfrm>
              <a:off x="383743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h7545"/>
            <p:cNvSpPr/>
            <p:nvPr/>
          </p:nvSpPr>
          <p:spPr>
            <a:xfrm>
              <a:off x="3846877" y="1148744"/>
              <a:ext cx="919258" cy="914400"/>
            </a:xfrm>
            <a:custGeom>
              <a:avLst/>
              <a:pathLst>
                <a:path w="91925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258" y="896830"/>
                  </a:lnTo>
                  <a:lnTo>
                    <a:pt x="919208" y="897292"/>
                  </a:lnTo>
                  <a:lnTo>
                    <a:pt x="917735" y="908058"/>
                  </a:lnTo>
                  <a:lnTo>
                    <a:pt x="917266" y="911143"/>
                  </a:lnTo>
                  <a:lnTo>
                    <a:pt x="916800" y="914214"/>
                  </a:lnTo>
                  <a:lnTo>
                    <a:pt x="916772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h7546"/>
            <p:cNvSpPr/>
            <p:nvPr/>
          </p:nvSpPr>
          <p:spPr>
            <a:xfrm>
              <a:off x="2034351" y="1113604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621" y="931969"/>
                  </a:lnTo>
                  <a:lnTo>
                    <a:pt x="909842" y="923725"/>
                  </a:lnTo>
                  <a:lnTo>
                    <a:pt x="911511" y="91439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h7547"/>
            <p:cNvSpPr/>
            <p:nvPr/>
          </p:nvSpPr>
          <p:spPr>
            <a:xfrm>
              <a:off x="203435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h7548"/>
            <p:cNvSpPr/>
            <p:nvPr/>
          </p:nvSpPr>
          <p:spPr>
            <a:xfrm>
              <a:off x="204379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h7549"/>
            <p:cNvSpPr/>
            <p:nvPr/>
          </p:nvSpPr>
          <p:spPr>
            <a:xfrm>
              <a:off x="205323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h7550"/>
            <p:cNvSpPr/>
            <p:nvPr/>
          </p:nvSpPr>
          <p:spPr>
            <a:xfrm>
              <a:off x="206267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h7551"/>
            <p:cNvSpPr/>
            <p:nvPr/>
          </p:nvSpPr>
          <p:spPr>
            <a:xfrm>
              <a:off x="207211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h7552"/>
            <p:cNvSpPr/>
            <p:nvPr/>
          </p:nvSpPr>
          <p:spPr>
            <a:xfrm>
              <a:off x="208155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h7553"/>
            <p:cNvSpPr/>
            <p:nvPr/>
          </p:nvSpPr>
          <p:spPr>
            <a:xfrm>
              <a:off x="209099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h7554"/>
            <p:cNvSpPr/>
            <p:nvPr/>
          </p:nvSpPr>
          <p:spPr>
            <a:xfrm>
              <a:off x="210043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h7555"/>
            <p:cNvSpPr/>
            <p:nvPr/>
          </p:nvSpPr>
          <p:spPr>
            <a:xfrm>
              <a:off x="210987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h7556"/>
            <p:cNvSpPr/>
            <p:nvPr/>
          </p:nvSpPr>
          <p:spPr>
            <a:xfrm>
              <a:off x="211931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h7557"/>
            <p:cNvSpPr/>
            <p:nvPr/>
          </p:nvSpPr>
          <p:spPr>
            <a:xfrm>
              <a:off x="212875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h7558"/>
            <p:cNvSpPr/>
            <p:nvPr/>
          </p:nvSpPr>
          <p:spPr>
            <a:xfrm>
              <a:off x="213819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h7559"/>
            <p:cNvSpPr/>
            <p:nvPr/>
          </p:nvSpPr>
          <p:spPr>
            <a:xfrm>
              <a:off x="214763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h7560"/>
            <p:cNvSpPr/>
            <p:nvPr/>
          </p:nvSpPr>
          <p:spPr>
            <a:xfrm>
              <a:off x="215707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h7561"/>
            <p:cNvSpPr/>
            <p:nvPr/>
          </p:nvSpPr>
          <p:spPr>
            <a:xfrm>
              <a:off x="216651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h7562"/>
            <p:cNvSpPr/>
            <p:nvPr/>
          </p:nvSpPr>
          <p:spPr>
            <a:xfrm>
              <a:off x="217595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h7563"/>
            <p:cNvSpPr/>
            <p:nvPr/>
          </p:nvSpPr>
          <p:spPr>
            <a:xfrm>
              <a:off x="218539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h7564"/>
            <p:cNvSpPr/>
            <p:nvPr/>
          </p:nvSpPr>
          <p:spPr>
            <a:xfrm>
              <a:off x="219483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h7565"/>
            <p:cNvSpPr/>
            <p:nvPr/>
          </p:nvSpPr>
          <p:spPr>
            <a:xfrm>
              <a:off x="220427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h7566"/>
            <p:cNvSpPr/>
            <p:nvPr/>
          </p:nvSpPr>
          <p:spPr>
            <a:xfrm>
              <a:off x="221371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h7567"/>
            <p:cNvSpPr/>
            <p:nvPr/>
          </p:nvSpPr>
          <p:spPr>
            <a:xfrm>
              <a:off x="222315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h7568"/>
            <p:cNvSpPr/>
            <p:nvPr/>
          </p:nvSpPr>
          <p:spPr>
            <a:xfrm>
              <a:off x="223259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h7569"/>
            <p:cNvSpPr/>
            <p:nvPr/>
          </p:nvSpPr>
          <p:spPr>
            <a:xfrm>
              <a:off x="224203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h7570"/>
            <p:cNvSpPr/>
            <p:nvPr/>
          </p:nvSpPr>
          <p:spPr>
            <a:xfrm>
              <a:off x="225147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h7571"/>
            <p:cNvSpPr/>
            <p:nvPr/>
          </p:nvSpPr>
          <p:spPr>
            <a:xfrm>
              <a:off x="226091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h7572"/>
            <p:cNvSpPr/>
            <p:nvPr/>
          </p:nvSpPr>
          <p:spPr>
            <a:xfrm>
              <a:off x="2279797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87" y="896830"/>
                  </a:lnTo>
                  <a:lnTo>
                    <a:pt x="908514" y="900233"/>
                  </a:lnTo>
                  <a:lnTo>
                    <a:pt x="910495" y="900746"/>
                  </a:lnTo>
                  <a:lnTo>
                    <a:pt x="910840" y="900852"/>
                  </a:lnTo>
                  <a:lnTo>
                    <a:pt x="911187" y="900958"/>
                  </a:lnTo>
                  <a:lnTo>
                    <a:pt x="911534" y="901064"/>
                  </a:lnTo>
                  <a:lnTo>
                    <a:pt x="911881" y="901170"/>
                  </a:lnTo>
                  <a:lnTo>
                    <a:pt x="912228" y="901276"/>
                  </a:lnTo>
                  <a:lnTo>
                    <a:pt x="912575" y="901383"/>
                  </a:lnTo>
                  <a:lnTo>
                    <a:pt x="912922" y="901489"/>
                  </a:lnTo>
                  <a:lnTo>
                    <a:pt x="913270" y="901595"/>
                  </a:lnTo>
                  <a:lnTo>
                    <a:pt x="913617" y="901701"/>
                  </a:lnTo>
                  <a:lnTo>
                    <a:pt x="913964" y="901808"/>
                  </a:lnTo>
                  <a:lnTo>
                    <a:pt x="914400" y="901941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h7573"/>
            <p:cNvSpPr/>
            <p:nvPr/>
          </p:nvSpPr>
          <p:spPr>
            <a:xfrm>
              <a:off x="2289238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941"/>
                  </a:lnTo>
                  <a:lnTo>
                    <a:pt x="905217" y="902020"/>
                  </a:lnTo>
                  <a:lnTo>
                    <a:pt x="905564" y="902126"/>
                  </a:lnTo>
                  <a:lnTo>
                    <a:pt x="905911" y="902233"/>
                  </a:lnTo>
                  <a:lnTo>
                    <a:pt x="906258" y="902339"/>
                  </a:lnTo>
                  <a:lnTo>
                    <a:pt x="906605" y="902445"/>
                  </a:lnTo>
                  <a:lnTo>
                    <a:pt x="906952" y="902551"/>
                  </a:lnTo>
                  <a:lnTo>
                    <a:pt x="907299" y="902658"/>
                  </a:lnTo>
                  <a:lnTo>
                    <a:pt x="907646" y="902764"/>
                  </a:lnTo>
                  <a:lnTo>
                    <a:pt x="907993" y="902870"/>
                  </a:lnTo>
                  <a:lnTo>
                    <a:pt x="908340" y="902977"/>
                  </a:lnTo>
                  <a:lnTo>
                    <a:pt x="908687" y="903083"/>
                  </a:lnTo>
                  <a:lnTo>
                    <a:pt x="909034" y="903189"/>
                  </a:lnTo>
                  <a:lnTo>
                    <a:pt x="909381" y="903296"/>
                  </a:lnTo>
                  <a:lnTo>
                    <a:pt x="909728" y="903402"/>
                  </a:lnTo>
                  <a:lnTo>
                    <a:pt x="910075" y="903509"/>
                  </a:lnTo>
                  <a:lnTo>
                    <a:pt x="910422" y="903615"/>
                  </a:lnTo>
                  <a:lnTo>
                    <a:pt x="910769" y="903721"/>
                  </a:lnTo>
                  <a:lnTo>
                    <a:pt x="911116" y="903828"/>
                  </a:lnTo>
                  <a:lnTo>
                    <a:pt x="911463" y="903934"/>
                  </a:lnTo>
                  <a:lnTo>
                    <a:pt x="911809" y="904041"/>
                  </a:lnTo>
                  <a:lnTo>
                    <a:pt x="912156" y="904147"/>
                  </a:lnTo>
                  <a:lnTo>
                    <a:pt x="912503" y="904254"/>
                  </a:lnTo>
                  <a:lnTo>
                    <a:pt x="912850" y="904360"/>
                  </a:lnTo>
                  <a:lnTo>
                    <a:pt x="913197" y="904466"/>
                  </a:lnTo>
                  <a:lnTo>
                    <a:pt x="913544" y="904573"/>
                  </a:lnTo>
                  <a:lnTo>
                    <a:pt x="913891" y="904679"/>
                  </a:lnTo>
                  <a:lnTo>
                    <a:pt x="914238" y="904786"/>
                  </a:lnTo>
                  <a:lnTo>
                    <a:pt x="914400" y="904836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h7574"/>
            <p:cNvSpPr/>
            <p:nvPr/>
          </p:nvSpPr>
          <p:spPr>
            <a:xfrm>
              <a:off x="2298678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836"/>
                  </a:lnTo>
                  <a:lnTo>
                    <a:pt x="905144" y="904892"/>
                  </a:lnTo>
                  <a:lnTo>
                    <a:pt x="905491" y="904999"/>
                  </a:lnTo>
                  <a:lnTo>
                    <a:pt x="905838" y="905105"/>
                  </a:lnTo>
                  <a:lnTo>
                    <a:pt x="906185" y="905212"/>
                  </a:lnTo>
                  <a:lnTo>
                    <a:pt x="906531" y="905319"/>
                  </a:lnTo>
                  <a:lnTo>
                    <a:pt x="906878" y="905425"/>
                  </a:lnTo>
                  <a:lnTo>
                    <a:pt x="907225" y="905532"/>
                  </a:lnTo>
                  <a:lnTo>
                    <a:pt x="907572" y="905638"/>
                  </a:lnTo>
                  <a:lnTo>
                    <a:pt x="907919" y="905745"/>
                  </a:lnTo>
                  <a:lnTo>
                    <a:pt x="908265" y="905851"/>
                  </a:lnTo>
                  <a:lnTo>
                    <a:pt x="908612" y="905958"/>
                  </a:lnTo>
                  <a:lnTo>
                    <a:pt x="908959" y="906065"/>
                  </a:lnTo>
                  <a:lnTo>
                    <a:pt x="909306" y="906171"/>
                  </a:lnTo>
                  <a:lnTo>
                    <a:pt x="909653" y="906278"/>
                  </a:lnTo>
                  <a:lnTo>
                    <a:pt x="909999" y="906384"/>
                  </a:lnTo>
                  <a:lnTo>
                    <a:pt x="910346" y="906491"/>
                  </a:lnTo>
                  <a:lnTo>
                    <a:pt x="910693" y="906598"/>
                  </a:lnTo>
                  <a:lnTo>
                    <a:pt x="911040" y="906704"/>
                  </a:lnTo>
                  <a:lnTo>
                    <a:pt x="911386" y="906811"/>
                  </a:lnTo>
                  <a:lnTo>
                    <a:pt x="911733" y="906918"/>
                  </a:lnTo>
                  <a:lnTo>
                    <a:pt x="912080" y="907024"/>
                  </a:lnTo>
                  <a:lnTo>
                    <a:pt x="912427" y="907131"/>
                  </a:lnTo>
                  <a:lnTo>
                    <a:pt x="912773" y="907238"/>
                  </a:lnTo>
                  <a:lnTo>
                    <a:pt x="913120" y="907344"/>
                  </a:lnTo>
                  <a:lnTo>
                    <a:pt x="913467" y="907451"/>
                  </a:lnTo>
                  <a:lnTo>
                    <a:pt x="913813" y="907558"/>
                  </a:lnTo>
                  <a:lnTo>
                    <a:pt x="914160" y="907665"/>
                  </a:lnTo>
                  <a:lnTo>
                    <a:pt x="914400" y="9077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h7575"/>
            <p:cNvSpPr/>
            <p:nvPr/>
          </p:nvSpPr>
          <p:spPr>
            <a:xfrm>
              <a:off x="2308118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6" y="907771"/>
                  </a:lnTo>
                  <a:lnTo>
                    <a:pt x="905413" y="907878"/>
                  </a:lnTo>
                  <a:lnTo>
                    <a:pt x="905760" y="907985"/>
                  </a:lnTo>
                  <a:lnTo>
                    <a:pt x="906106" y="908092"/>
                  </a:lnTo>
                  <a:lnTo>
                    <a:pt x="906453" y="908198"/>
                  </a:lnTo>
                  <a:lnTo>
                    <a:pt x="906800" y="908305"/>
                  </a:lnTo>
                  <a:lnTo>
                    <a:pt x="907146" y="908412"/>
                  </a:lnTo>
                  <a:lnTo>
                    <a:pt x="907493" y="908519"/>
                  </a:lnTo>
                  <a:lnTo>
                    <a:pt x="907840" y="908626"/>
                  </a:lnTo>
                  <a:lnTo>
                    <a:pt x="908186" y="908733"/>
                  </a:lnTo>
                  <a:lnTo>
                    <a:pt x="908533" y="908839"/>
                  </a:lnTo>
                  <a:lnTo>
                    <a:pt x="908880" y="908946"/>
                  </a:lnTo>
                  <a:lnTo>
                    <a:pt x="909226" y="909053"/>
                  </a:lnTo>
                  <a:lnTo>
                    <a:pt x="909573" y="909160"/>
                  </a:lnTo>
                  <a:lnTo>
                    <a:pt x="909919" y="909267"/>
                  </a:lnTo>
                  <a:lnTo>
                    <a:pt x="910266" y="909374"/>
                  </a:lnTo>
                  <a:lnTo>
                    <a:pt x="910613" y="909481"/>
                  </a:lnTo>
                  <a:lnTo>
                    <a:pt x="910959" y="909587"/>
                  </a:lnTo>
                  <a:lnTo>
                    <a:pt x="911306" y="909694"/>
                  </a:lnTo>
                  <a:lnTo>
                    <a:pt x="911652" y="909801"/>
                  </a:lnTo>
                  <a:lnTo>
                    <a:pt x="911999" y="909908"/>
                  </a:lnTo>
                  <a:lnTo>
                    <a:pt x="912345" y="910015"/>
                  </a:lnTo>
                  <a:lnTo>
                    <a:pt x="912692" y="910122"/>
                  </a:lnTo>
                  <a:lnTo>
                    <a:pt x="913039" y="910229"/>
                  </a:lnTo>
                  <a:lnTo>
                    <a:pt x="913385" y="910336"/>
                  </a:lnTo>
                  <a:lnTo>
                    <a:pt x="913732" y="910443"/>
                  </a:lnTo>
                  <a:lnTo>
                    <a:pt x="914078" y="910550"/>
                  </a:lnTo>
                  <a:lnTo>
                    <a:pt x="914400" y="91064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h7576"/>
            <p:cNvSpPr/>
            <p:nvPr/>
          </p:nvSpPr>
          <p:spPr>
            <a:xfrm>
              <a:off x="2317558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84" y="910657"/>
                  </a:lnTo>
                  <a:lnTo>
                    <a:pt x="905331" y="910764"/>
                  </a:lnTo>
                  <a:lnTo>
                    <a:pt x="905677" y="910871"/>
                  </a:lnTo>
                  <a:lnTo>
                    <a:pt x="906024" y="910978"/>
                  </a:lnTo>
                  <a:lnTo>
                    <a:pt x="906370" y="911085"/>
                  </a:lnTo>
                  <a:lnTo>
                    <a:pt x="906717" y="911192"/>
                  </a:lnTo>
                  <a:lnTo>
                    <a:pt x="907063" y="911299"/>
                  </a:lnTo>
                  <a:lnTo>
                    <a:pt x="907410" y="911406"/>
                  </a:lnTo>
                  <a:lnTo>
                    <a:pt x="907756" y="911513"/>
                  </a:lnTo>
                  <a:lnTo>
                    <a:pt x="908103" y="911620"/>
                  </a:lnTo>
                  <a:lnTo>
                    <a:pt x="908449" y="911727"/>
                  </a:lnTo>
                  <a:lnTo>
                    <a:pt x="908796" y="911834"/>
                  </a:lnTo>
                  <a:lnTo>
                    <a:pt x="909142" y="911942"/>
                  </a:lnTo>
                  <a:lnTo>
                    <a:pt x="909489" y="912049"/>
                  </a:lnTo>
                  <a:lnTo>
                    <a:pt x="909835" y="912156"/>
                  </a:lnTo>
                  <a:lnTo>
                    <a:pt x="910181" y="912263"/>
                  </a:lnTo>
                  <a:lnTo>
                    <a:pt x="910528" y="912370"/>
                  </a:lnTo>
                  <a:lnTo>
                    <a:pt x="910874" y="912477"/>
                  </a:lnTo>
                  <a:lnTo>
                    <a:pt x="911221" y="912584"/>
                  </a:lnTo>
                  <a:lnTo>
                    <a:pt x="911567" y="912692"/>
                  </a:lnTo>
                  <a:lnTo>
                    <a:pt x="911914" y="912799"/>
                  </a:lnTo>
                  <a:lnTo>
                    <a:pt x="912260" y="912906"/>
                  </a:lnTo>
                  <a:lnTo>
                    <a:pt x="912606" y="913013"/>
                  </a:lnTo>
                  <a:lnTo>
                    <a:pt x="912953" y="913120"/>
                  </a:lnTo>
                  <a:lnTo>
                    <a:pt x="913299" y="913228"/>
                  </a:lnTo>
                  <a:lnTo>
                    <a:pt x="913645" y="913335"/>
                  </a:lnTo>
                  <a:lnTo>
                    <a:pt x="913992" y="913442"/>
                  </a:lnTo>
                  <a:lnTo>
                    <a:pt x="914400" y="91356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h7577"/>
            <p:cNvSpPr/>
            <p:nvPr/>
          </p:nvSpPr>
          <p:spPr>
            <a:xfrm>
              <a:off x="2317558" y="1131174"/>
              <a:ext cx="917083" cy="914400"/>
            </a:xfrm>
            <a:custGeom>
              <a:avLst/>
              <a:pathLst>
                <a:path w="917083" h="914400">
                  <a:moveTo>
                    <a:pt x="914400" y="914400"/>
                  </a:moveTo>
                  <a:lnTo>
                    <a:pt x="914400" y="913568"/>
                  </a:lnTo>
                  <a:lnTo>
                    <a:pt x="914684" y="913656"/>
                  </a:lnTo>
                  <a:lnTo>
                    <a:pt x="915031" y="913764"/>
                  </a:lnTo>
                  <a:lnTo>
                    <a:pt x="915377" y="913871"/>
                  </a:lnTo>
                  <a:lnTo>
                    <a:pt x="915724" y="913978"/>
                  </a:lnTo>
                  <a:lnTo>
                    <a:pt x="916070" y="914086"/>
                  </a:lnTo>
                  <a:lnTo>
                    <a:pt x="916416" y="914193"/>
                  </a:lnTo>
                  <a:lnTo>
                    <a:pt x="916762" y="914300"/>
                  </a:lnTo>
                  <a:lnTo>
                    <a:pt x="91708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h7578"/>
            <p:cNvSpPr/>
            <p:nvPr/>
          </p:nvSpPr>
          <p:spPr>
            <a:xfrm>
              <a:off x="3459827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335" y="914400"/>
                  </a:lnTo>
                  <a:lnTo>
                    <a:pt x="911347" y="906480"/>
                  </a:lnTo>
                  <a:lnTo>
                    <a:pt x="914400" y="8992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h7579"/>
            <p:cNvSpPr/>
            <p:nvPr/>
          </p:nvSpPr>
          <p:spPr>
            <a:xfrm>
              <a:off x="3469268" y="1113604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868"/>
                  </a:lnTo>
                  <a:lnTo>
                    <a:pt x="905642" y="915262"/>
                  </a:lnTo>
                  <a:lnTo>
                    <a:pt x="906050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h7580"/>
            <p:cNvSpPr/>
            <p:nvPr/>
          </p:nvSpPr>
          <p:spPr>
            <a:xfrm>
              <a:off x="346926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h7581"/>
            <p:cNvSpPr/>
            <p:nvPr/>
          </p:nvSpPr>
          <p:spPr>
            <a:xfrm>
              <a:off x="347870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h7582"/>
            <p:cNvSpPr/>
            <p:nvPr/>
          </p:nvSpPr>
          <p:spPr>
            <a:xfrm>
              <a:off x="348814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h7583"/>
            <p:cNvSpPr/>
            <p:nvPr/>
          </p:nvSpPr>
          <p:spPr>
            <a:xfrm>
              <a:off x="349758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h7584"/>
            <p:cNvSpPr/>
            <p:nvPr/>
          </p:nvSpPr>
          <p:spPr>
            <a:xfrm>
              <a:off x="350702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h7585"/>
            <p:cNvSpPr/>
            <p:nvPr/>
          </p:nvSpPr>
          <p:spPr>
            <a:xfrm>
              <a:off x="351646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h7586"/>
            <p:cNvSpPr/>
            <p:nvPr/>
          </p:nvSpPr>
          <p:spPr>
            <a:xfrm>
              <a:off x="352590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h7587"/>
            <p:cNvSpPr/>
            <p:nvPr/>
          </p:nvSpPr>
          <p:spPr>
            <a:xfrm>
              <a:off x="353534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h7588"/>
            <p:cNvSpPr/>
            <p:nvPr/>
          </p:nvSpPr>
          <p:spPr>
            <a:xfrm>
              <a:off x="354479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h7589"/>
            <p:cNvSpPr/>
            <p:nvPr/>
          </p:nvSpPr>
          <p:spPr>
            <a:xfrm>
              <a:off x="355423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h7590"/>
            <p:cNvSpPr/>
            <p:nvPr/>
          </p:nvSpPr>
          <p:spPr>
            <a:xfrm>
              <a:off x="356367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h7591"/>
            <p:cNvSpPr/>
            <p:nvPr/>
          </p:nvSpPr>
          <p:spPr>
            <a:xfrm>
              <a:off x="357311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h7592"/>
            <p:cNvSpPr/>
            <p:nvPr/>
          </p:nvSpPr>
          <p:spPr>
            <a:xfrm>
              <a:off x="358255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h7593"/>
            <p:cNvSpPr/>
            <p:nvPr/>
          </p:nvSpPr>
          <p:spPr>
            <a:xfrm>
              <a:off x="359199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h7594"/>
            <p:cNvSpPr/>
            <p:nvPr/>
          </p:nvSpPr>
          <p:spPr>
            <a:xfrm>
              <a:off x="360143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h7595"/>
            <p:cNvSpPr/>
            <p:nvPr/>
          </p:nvSpPr>
          <p:spPr>
            <a:xfrm>
              <a:off x="361087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h7596"/>
            <p:cNvSpPr/>
            <p:nvPr/>
          </p:nvSpPr>
          <p:spPr>
            <a:xfrm>
              <a:off x="362031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h7597"/>
            <p:cNvSpPr/>
            <p:nvPr/>
          </p:nvSpPr>
          <p:spPr>
            <a:xfrm>
              <a:off x="362975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h7598"/>
            <p:cNvSpPr/>
            <p:nvPr/>
          </p:nvSpPr>
          <p:spPr>
            <a:xfrm>
              <a:off x="363919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h7599"/>
            <p:cNvSpPr/>
            <p:nvPr/>
          </p:nvSpPr>
          <p:spPr>
            <a:xfrm>
              <a:off x="364863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h7600"/>
            <p:cNvSpPr/>
            <p:nvPr/>
          </p:nvSpPr>
          <p:spPr>
            <a:xfrm>
              <a:off x="365807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h7601"/>
            <p:cNvSpPr/>
            <p:nvPr/>
          </p:nvSpPr>
          <p:spPr>
            <a:xfrm>
              <a:off x="366751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h7602"/>
            <p:cNvSpPr/>
            <p:nvPr/>
          </p:nvSpPr>
          <p:spPr>
            <a:xfrm>
              <a:off x="367695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h7603"/>
            <p:cNvSpPr/>
            <p:nvPr/>
          </p:nvSpPr>
          <p:spPr>
            <a:xfrm>
              <a:off x="368639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h7604"/>
            <p:cNvSpPr/>
            <p:nvPr/>
          </p:nvSpPr>
          <p:spPr>
            <a:xfrm>
              <a:off x="369583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h7605"/>
            <p:cNvSpPr/>
            <p:nvPr/>
          </p:nvSpPr>
          <p:spPr>
            <a:xfrm>
              <a:off x="370527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h7606"/>
            <p:cNvSpPr/>
            <p:nvPr/>
          </p:nvSpPr>
          <p:spPr>
            <a:xfrm>
              <a:off x="371471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h7607"/>
            <p:cNvSpPr/>
            <p:nvPr/>
          </p:nvSpPr>
          <p:spPr>
            <a:xfrm>
              <a:off x="372415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h7608"/>
            <p:cNvSpPr/>
            <p:nvPr/>
          </p:nvSpPr>
          <p:spPr>
            <a:xfrm>
              <a:off x="373359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h7609"/>
            <p:cNvSpPr/>
            <p:nvPr/>
          </p:nvSpPr>
          <p:spPr>
            <a:xfrm>
              <a:off x="374303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h7610"/>
            <p:cNvSpPr/>
            <p:nvPr/>
          </p:nvSpPr>
          <p:spPr>
            <a:xfrm>
              <a:off x="375247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h7611"/>
            <p:cNvSpPr/>
            <p:nvPr/>
          </p:nvSpPr>
          <p:spPr>
            <a:xfrm>
              <a:off x="376191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h7612"/>
            <p:cNvSpPr/>
            <p:nvPr/>
          </p:nvSpPr>
          <p:spPr>
            <a:xfrm>
              <a:off x="377135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h7613"/>
            <p:cNvSpPr/>
            <p:nvPr/>
          </p:nvSpPr>
          <p:spPr>
            <a:xfrm>
              <a:off x="378079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h7614"/>
            <p:cNvSpPr/>
            <p:nvPr/>
          </p:nvSpPr>
          <p:spPr>
            <a:xfrm>
              <a:off x="379023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h7615"/>
            <p:cNvSpPr/>
            <p:nvPr/>
          </p:nvSpPr>
          <p:spPr>
            <a:xfrm>
              <a:off x="379967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h7616"/>
            <p:cNvSpPr/>
            <p:nvPr/>
          </p:nvSpPr>
          <p:spPr>
            <a:xfrm>
              <a:off x="380911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h7617"/>
            <p:cNvSpPr/>
            <p:nvPr/>
          </p:nvSpPr>
          <p:spPr>
            <a:xfrm>
              <a:off x="381855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h7618"/>
            <p:cNvSpPr/>
            <p:nvPr/>
          </p:nvSpPr>
          <p:spPr>
            <a:xfrm>
              <a:off x="382799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h7619"/>
            <p:cNvSpPr/>
            <p:nvPr/>
          </p:nvSpPr>
          <p:spPr>
            <a:xfrm>
              <a:off x="383743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h7620"/>
            <p:cNvSpPr/>
            <p:nvPr/>
          </p:nvSpPr>
          <p:spPr>
            <a:xfrm>
              <a:off x="3846877" y="1131174"/>
              <a:ext cx="920930" cy="914400"/>
            </a:xfrm>
            <a:custGeom>
              <a:avLst/>
              <a:pathLst>
                <a:path w="9209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30" y="896830"/>
                  </a:lnTo>
                  <a:lnTo>
                    <a:pt x="920374" y="903967"/>
                  </a:lnTo>
                  <a:lnTo>
                    <a:pt x="91925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h7621"/>
            <p:cNvSpPr/>
            <p:nvPr/>
          </p:nvSpPr>
          <p:spPr>
            <a:xfrm>
              <a:off x="2034351" y="1096035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1511" y="931969"/>
                  </a:lnTo>
                  <a:lnTo>
                    <a:pt x="911716" y="930823"/>
                  </a:lnTo>
                  <a:lnTo>
                    <a:pt x="911844" y="930215"/>
                  </a:lnTo>
                  <a:lnTo>
                    <a:pt x="911909" y="928593"/>
                  </a:lnTo>
                  <a:lnTo>
                    <a:pt x="912658" y="917657"/>
                  </a:lnTo>
                  <a:lnTo>
                    <a:pt x="912974" y="91439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h7622"/>
            <p:cNvSpPr/>
            <p:nvPr/>
          </p:nvSpPr>
          <p:spPr>
            <a:xfrm>
              <a:off x="203435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h7623"/>
            <p:cNvSpPr/>
            <p:nvPr/>
          </p:nvSpPr>
          <p:spPr>
            <a:xfrm>
              <a:off x="204379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h7624"/>
            <p:cNvSpPr/>
            <p:nvPr/>
          </p:nvSpPr>
          <p:spPr>
            <a:xfrm>
              <a:off x="205323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h7625"/>
            <p:cNvSpPr/>
            <p:nvPr/>
          </p:nvSpPr>
          <p:spPr>
            <a:xfrm>
              <a:off x="206267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h7626"/>
            <p:cNvSpPr/>
            <p:nvPr/>
          </p:nvSpPr>
          <p:spPr>
            <a:xfrm>
              <a:off x="207211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h7627"/>
            <p:cNvSpPr/>
            <p:nvPr/>
          </p:nvSpPr>
          <p:spPr>
            <a:xfrm>
              <a:off x="208155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h7628"/>
            <p:cNvSpPr/>
            <p:nvPr/>
          </p:nvSpPr>
          <p:spPr>
            <a:xfrm>
              <a:off x="209099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h7629"/>
            <p:cNvSpPr/>
            <p:nvPr/>
          </p:nvSpPr>
          <p:spPr>
            <a:xfrm>
              <a:off x="210043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h7630"/>
            <p:cNvSpPr/>
            <p:nvPr/>
          </p:nvSpPr>
          <p:spPr>
            <a:xfrm>
              <a:off x="210987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h7631"/>
            <p:cNvSpPr/>
            <p:nvPr/>
          </p:nvSpPr>
          <p:spPr>
            <a:xfrm>
              <a:off x="211931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h7632"/>
            <p:cNvSpPr/>
            <p:nvPr/>
          </p:nvSpPr>
          <p:spPr>
            <a:xfrm>
              <a:off x="212875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h7633"/>
            <p:cNvSpPr/>
            <p:nvPr/>
          </p:nvSpPr>
          <p:spPr>
            <a:xfrm>
              <a:off x="213819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h7634"/>
            <p:cNvSpPr/>
            <p:nvPr/>
          </p:nvSpPr>
          <p:spPr>
            <a:xfrm>
              <a:off x="214763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h7635"/>
            <p:cNvSpPr/>
            <p:nvPr/>
          </p:nvSpPr>
          <p:spPr>
            <a:xfrm>
              <a:off x="215707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h7636"/>
            <p:cNvSpPr/>
            <p:nvPr/>
          </p:nvSpPr>
          <p:spPr>
            <a:xfrm>
              <a:off x="216651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h7637"/>
            <p:cNvSpPr/>
            <p:nvPr/>
          </p:nvSpPr>
          <p:spPr>
            <a:xfrm>
              <a:off x="217595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h7638"/>
            <p:cNvSpPr/>
            <p:nvPr/>
          </p:nvSpPr>
          <p:spPr>
            <a:xfrm>
              <a:off x="218539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h7639"/>
            <p:cNvSpPr/>
            <p:nvPr/>
          </p:nvSpPr>
          <p:spPr>
            <a:xfrm>
              <a:off x="219483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h7640"/>
            <p:cNvSpPr/>
            <p:nvPr/>
          </p:nvSpPr>
          <p:spPr>
            <a:xfrm>
              <a:off x="220427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h7641"/>
            <p:cNvSpPr/>
            <p:nvPr/>
          </p:nvSpPr>
          <p:spPr>
            <a:xfrm>
              <a:off x="221371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h7642"/>
            <p:cNvSpPr/>
            <p:nvPr/>
          </p:nvSpPr>
          <p:spPr>
            <a:xfrm>
              <a:off x="222315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h7643"/>
            <p:cNvSpPr/>
            <p:nvPr/>
          </p:nvSpPr>
          <p:spPr>
            <a:xfrm>
              <a:off x="223259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h7644"/>
            <p:cNvSpPr/>
            <p:nvPr/>
          </p:nvSpPr>
          <p:spPr>
            <a:xfrm>
              <a:off x="224203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h7645"/>
            <p:cNvSpPr/>
            <p:nvPr/>
          </p:nvSpPr>
          <p:spPr>
            <a:xfrm>
              <a:off x="225147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h7646"/>
            <p:cNvSpPr/>
            <p:nvPr/>
          </p:nvSpPr>
          <p:spPr>
            <a:xfrm>
              <a:off x="226091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h7647"/>
            <p:cNvSpPr/>
            <p:nvPr/>
          </p:nvSpPr>
          <p:spPr>
            <a:xfrm>
              <a:off x="2270357" y="1113604"/>
              <a:ext cx="917528" cy="914399"/>
            </a:xfrm>
            <a:custGeom>
              <a:avLst/>
              <a:pathLst>
                <a:path w="9175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4750" y="896830"/>
                  </a:lnTo>
                  <a:lnTo>
                    <a:pt x="915404" y="900276"/>
                  </a:lnTo>
                  <a:lnTo>
                    <a:pt x="917157" y="911440"/>
                  </a:lnTo>
                  <a:lnTo>
                    <a:pt x="917528" y="9143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h7648"/>
            <p:cNvSpPr/>
            <p:nvPr/>
          </p:nvSpPr>
          <p:spPr>
            <a:xfrm>
              <a:off x="3469268" y="1113604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6050" y="914399"/>
                  </a:lnTo>
                  <a:lnTo>
                    <a:pt x="909622" y="906855"/>
                  </a:lnTo>
                  <a:lnTo>
                    <a:pt x="913837" y="898854"/>
                  </a:lnTo>
                  <a:lnTo>
                    <a:pt x="914400" y="89789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h7649"/>
            <p:cNvSpPr/>
            <p:nvPr/>
          </p:nvSpPr>
          <p:spPr>
            <a:xfrm>
              <a:off x="3478708" y="1096035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464"/>
                  </a:lnTo>
                  <a:lnTo>
                    <a:pt x="905583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h7650"/>
            <p:cNvSpPr/>
            <p:nvPr/>
          </p:nvSpPr>
          <p:spPr>
            <a:xfrm>
              <a:off x="347870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h7651"/>
            <p:cNvSpPr/>
            <p:nvPr/>
          </p:nvSpPr>
          <p:spPr>
            <a:xfrm>
              <a:off x="348814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h7652"/>
            <p:cNvSpPr/>
            <p:nvPr/>
          </p:nvSpPr>
          <p:spPr>
            <a:xfrm>
              <a:off x="349758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h7653"/>
            <p:cNvSpPr/>
            <p:nvPr/>
          </p:nvSpPr>
          <p:spPr>
            <a:xfrm>
              <a:off x="350702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h7654"/>
            <p:cNvSpPr/>
            <p:nvPr/>
          </p:nvSpPr>
          <p:spPr>
            <a:xfrm>
              <a:off x="351646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h7655"/>
            <p:cNvSpPr/>
            <p:nvPr/>
          </p:nvSpPr>
          <p:spPr>
            <a:xfrm>
              <a:off x="352590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h7656"/>
            <p:cNvSpPr/>
            <p:nvPr/>
          </p:nvSpPr>
          <p:spPr>
            <a:xfrm>
              <a:off x="353534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h7657"/>
            <p:cNvSpPr/>
            <p:nvPr/>
          </p:nvSpPr>
          <p:spPr>
            <a:xfrm>
              <a:off x="354479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h7658"/>
            <p:cNvSpPr/>
            <p:nvPr/>
          </p:nvSpPr>
          <p:spPr>
            <a:xfrm>
              <a:off x="355423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h7659"/>
            <p:cNvSpPr/>
            <p:nvPr/>
          </p:nvSpPr>
          <p:spPr>
            <a:xfrm>
              <a:off x="356367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h7660"/>
            <p:cNvSpPr/>
            <p:nvPr/>
          </p:nvSpPr>
          <p:spPr>
            <a:xfrm>
              <a:off x="357311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h7661"/>
            <p:cNvSpPr/>
            <p:nvPr/>
          </p:nvSpPr>
          <p:spPr>
            <a:xfrm>
              <a:off x="358255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h7662"/>
            <p:cNvSpPr/>
            <p:nvPr/>
          </p:nvSpPr>
          <p:spPr>
            <a:xfrm>
              <a:off x="359199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h7663"/>
            <p:cNvSpPr/>
            <p:nvPr/>
          </p:nvSpPr>
          <p:spPr>
            <a:xfrm>
              <a:off x="360143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h7664"/>
            <p:cNvSpPr/>
            <p:nvPr/>
          </p:nvSpPr>
          <p:spPr>
            <a:xfrm>
              <a:off x="361087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h7665"/>
            <p:cNvSpPr/>
            <p:nvPr/>
          </p:nvSpPr>
          <p:spPr>
            <a:xfrm>
              <a:off x="362031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h7666"/>
            <p:cNvSpPr/>
            <p:nvPr/>
          </p:nvSpPr>
          <p:spPr>
            <a:xfrm>
              <a:off x="362975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h7667"/>
            <p:cNvSpPr/>
            <p:nvPr/>
          </p:nvSpPr>
          <p:spPr>
            <a:xfrm>
              <a:off x="363919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h7668"/>
            <p:cNvSpPr/>
            <p:nvPr/>
          </p:nvSpPr>
          <p:spPr>
            <a:xfrm>
              <a:off x="364863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h7669"/>
            <p:cNvSpPr/>
            <p:nvPr/>
          </p:nvSpPr>
          <p:spPr>
            <a:xfrm>
              <a:off x="365807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h7670"/>
            <p:cNvSpPr/>
            <p:nvPr/>
          </p:nvSpPr>
          <p:spPr>
            <a:xfrm>
              <a:off x="366751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h7671"/>
            <p:cNvSpPr/>
            <p:nvPr/>
          </p:nvSpPr>
          <p:spPr>
            <a:xfrm>
              <a:off x="367695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h7672"/>
            <p:cNvSpPr/>
            <p:nvPr/>
          </p:nvSpPr>
          <p:spPr>
            <a:xfrm>
              <a:off x="368639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h7673"/>
            <p:cNvSpPr/>
            <p:nvPr/>
          </p:nvSpPr>
          <p:spPr>
            <a:xfrm>
              <a:off x="369583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h7674"/>
            <p:cNvSpPr/>
            <p:nvPr/>
          </p:nvSpPr>
          <p:spPr>
            <a:xfrm>
              <a:off x="370527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h7675"/>
            <p:cNvSpPr/>
            <p:nvPr/>
          </p:nvSpPr>
          <p:spPr>
            <a:xfrm>
              <a:off x="371471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h7676"/>
            <p:cNvSpPr/>
            <p:nvPr/>
          </p:nvSpPr>
          <p:spPr>
            <a:xfrm>
              <a:off x="372415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h7677"/>
            <p:cNvSpPr/>
            <p:nvPr/>
          </p:nvSpPr>
          <p:spPr>
            <a:xfrm>
              <a:off x="373359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h7678"/>
            <p:cNvSpPr/>
            <p:nvPr/>
          </p:nvSpPr>
          <p:spPr>
            <a:xfrm>
              <a:off x="374303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h7679"/>
            <p:cNvSpPr/>
            <p:nvPr/>
          </p:nvSpPr>
          <p:spPr>
            <a:xfrm>
              <a:off x="375247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h7680"/>
            <p:cNvSpPr/>
            <p:nvPr/>
          </p:nvSpPr>
          <p:spPr>
            <a:xfrm>
              <a:off x="376191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h7681"/>
            <p:cNvSpPr/>
            <p:nvPr/>
          </p:nvSpPr>
          <p:spPr>
            <a:xfrm>
              <a:off x="377135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h7682"/>
            <p:cNvSpPr/>
            <p:nvPr/>
          </p:nvSpPr>
          <p:spPr>
            <a:xfrm>
              <a:off x="378079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h7683"/>
            <p:cNvSpPr/>
            <p:nvPr/>
          </p:nvSpPr>
          <p:spPr>
            <a:xfrm>
              <a:off x="379023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h7684"/>
            <p:cNvSpPr/>
            <p:nvPr/>
          </p:nvSpPr>
          <p:spPr>
            <a:xfrm>
              <a:off x="379967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h7685"/>
            <p:cNvSpPr/>
            <p:nvPr/>
          </p:nvSpPr>
          <p:spPr>
            <a:xfrm>
              <a:off x="380911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h7686"/>
            <p:cNvSpPr/>
            <p:nvPr/>
          </p:nvSpPr>
          <p:spPr>
            <a:xfrm>
              <a:off x="381855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h7687"/>
            <p:cNvSpPr/>
            <p:nvPr/>
          </p:nvSpPr>
          <p:spPr>
            <a:xfrm>
              <a:off x="382799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h7688"/>
            <p:cNvSpPr/>
            <p:nvPr/>
          </p:nvSpPr>
          <p:spPr>
            <a:xfrm>
              <a:off x="383743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h7689"/>
            <p:cNvSpPr/>
            <p:nvPr/>
          </p:nvSpPr>
          <p:spPr>
            <a:xfrm>
              <a:off x="3846877" y="1113604"/>
              <a:ext cx="921829" cy="914399"/>
            </a:xfrm>
            <a:custGeom>
              <a:avLst/>
              <a:pathLst>
                <a:path w="92182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29" y="896830"/>
                  </a:lnTo>
                  <a:lnTo>
                    <a:pt x="921774" y="899480"/>
                  </a:lnTo>
                  <a:lnTo>
                    <a:pt x="921230" y="910543"/>
                  </a:lnTo>
                  <a:lnTo>
                    <a:pt x="920930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h7690"/>
            <p:cNvSpPr/>
            <p:nvPr/>
          </p:nvSpPr>
          <p:spPr>
            <a:xfrm>
              <a:off x="2034351" y="109603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974" y="914399"/>
                  </a:lnTo>
                  <a:lnTo>
                    <a:pt x="913712" y="906808"/>
                  </a:lnTo>
                  <a:lnTo>
                    <a:pt x="914400" y="901376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h7691"/>
            <p:cNvSpPr/>
            <p:nvPr/>
          </p:nvSpPr>
          <p:spPr>
            <a:xfrm>
              <a:off x="2043791" y="107846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6"/>
                  </a:lnTo>
                  <a:lnTo>
                    <a:pt x="905535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h7692"/>
            <p:cNvSpPr/>
            <p:nvPr/>
          </p:nvSpPr>
          <p:spPr>
            <a:xfrm>
              <a:off x="204379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h7693"/>
            <p:cNvSpPr/>
            <p:nvPr/>
          </p:nvSpPr>
          <p:spPr>
            <a:xfrm>
              <a:off x="205323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h7694"/>
            <p:cNvSpPr/>
            <p:nvPr/>
          </p:nvSpPr>
          <p:spPr>
            <a:xfrm>
              <a:off x="206267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h7695"/>
            <p:cNvSpPr/>
            <p:nvPr/>
          </p:nvSpPr>
          <p:spPr>
            <a:xfrm>
              <a:off x="207211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h7696"/>
            <p:cNvSpPr/>
            <p:nvPr/>
          </p:nvSpPr>
          <p:spPr>
            <a:xfrm>
              <a:off x="208155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h7697"/>
            <p:cNvSpPr/>
            <p:nvPr/>
          </p:nvSpPr>
          <p:spPr>
            <a:xfrm>
              <a:off x="209099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h7698"/>
            <p:cNvSpPr/>
            <p:nvPr/>
          </p:nvSpPr>
          <p:spPr>
            <a:xfrm>
              <a:off x="210043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h7699"/>
            <p:cNvSpPr/>
            <p:nvPr/>
          </p:nvSpPr>
          <p:spPr>
            <a:xfrm>
              <a:off x="210987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h7700"/>
            <p:cNvSpPr/>
            <p:nvPr/>
          </p:nvSpPr>
          <p:spPr>
            <a:xfrm>
              <a:off x="211931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h7701"/>
            <p:cNvSpPr/>
            <p:nvPr/>
          </p:nvSpPr>
          <p:spPr>
            <a:xfrm>
              <a:off x="212875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h7702"/>
            <p:cNvSpPr/>
            <p:nvPr/>
          </p:nvSpPr>
          <p:spPr>
            <a:xfrm>
              <a:off x="213819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h7703"/>
            <p:cNvSpPr/>
            <p:nvPr/>
          </p:nvSpPr>
          <p:spPr>
            <a:xfrm>
              <a:off x="214763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h7704"/>
            <p:cNvSpPr/>
            <p:nvPr/>
          </p:nvSpPr>
          <p:spPr>
            <a:xfrm>
              <a:off x="215707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h7705"/>
            <p:cNvSpPr/>
            <p:nvPr/>
          </p:nvSpPr>
          <p:spPr>
            <a:xfrm>
              <a:off x="216651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h7706"/>
            <p:cNvSpPr/>
            <p:nvPr/>
          </p:nvSpPr>
          <p:spPr>
            <a:xfrm>
              <a:off x="217595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h7707"/>
            <p:cNvSpPr/>
            <p:nvPr/>
          </p:nvSpPr>
          <p:spPr>
            <a:xfrm>
              <a:off x="218539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h7708"/>
            <p:cNvSpPr/>
            <p:nvPr/>
          </p:nvSpPr>
          <p:spPr>
            <a:xfrm>
              <a:off x="219483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h7709"/>
            <p:cNvSpPr/>
            <p:nvPr/>
          </p:nvSpPr>
          <p:spPr>
            <a:xfrm>
              <a:off x="220427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h7710"/>
            <p:cNvSpPr/>
            <p:nvPr/>
          </p:nvSpPr>
          <p:spPr>
            <a:xfrm>
              <a:off x="221371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h7711"/>
            <p:cNvSpPr/>
            <p:nvPr/>
          </p:nvSpPr>
          <p:spPr>
            <a:xfrm>
              <a:off x="222315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h7712"/>
            <p:cNvSpPr/>
            <p:nvPr/>
          </p:nvSpPr>
          <p:spPr>
            <a:xfrm>
              <a:off x="223259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h7713"/>
            <p:cNvSpPr/>
            <p:nvPr/>
          </p:nvSpPr>
          <p:spPr>
            <a:xfrm>
              <a:off x="224203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h7714"/>
            <p:cNvSpPr/>
            <p:nvPr/>
          </p:nvSpPr>
          <p:spPr>
            <a:xfrm>
              <a:off x="225147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h7715"/>
            <p:cNvSpPr/>
            <p:nvPr/>
          </p:nvSpPr>
          <p:spPr>
            <a:xfrm>
              <a:off x="2270357" y="109603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2396" y="896830"/>
                  </a:lnTo>
                  <a:lnTo>
                    <a:pt x="912784" y="902020"/>
                  </a:lnTo>
                  <a:lnTo>
                    <a:pt x="912976" y="905200"/>
                  </a:lnTo>
                  <a:lnTo>
                    <a:pt x="913056" y="905586"/>
                  </a:lnTo>
                  <a:lnTo>
                    <a:pt x="913145" y="906017"/>
                  </a:lnTo>
                  <a:lnTo>
                    <a:pt x="913234" y="906448"/>
                  </a:lnTo>
                  <a:lnTo>
                    <a:pt x="913323" y="906878"/>
                  </a:lnTo>
                  <a:lnTo>
                    <a:pt x="914400" y="912552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h7716"/>
            <p:cNvSpPr/>
            <p:nvPr/>
          </p:nvSpPr>
          <p:spPr>
            <a:xfrm>
              <a:off x="2270357" y="1096035"/>
              <a:ext cx="914750" cy="914399"/>
            </a:xfrm>
            <a:custGeom>
              <a:avLst/>
              <a:pathLst>
                <a:path w="914750" h="914399">
                  <a:moveTo>
                    <a:pt x="914400" y="914399"/>
                  </a:moveTo>
                  <a:lnTo>
                    <a:pt x="914400" y="912552"/>
                  </a:lnTo>
                  <a:lnTo>
                    <a:pt x="914750" y="91439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h7717"/>
            <p:cNvSpPr/>
            <p:nvPr/>
          </p:nvSpPr>
          <p:spPr>
            <a:xfrm>
              <a:off x="3478708" y="109603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583" y="914399"/>
                  </a:lnTo>
                  <a:lnTo>
                    <a:pt x="908834" y="908851"/>
                  </a:lnTo>
                  <a:lnTo>
                    <a:pt x="913481" y="901727"/>
                  </a:lnTo>
                  <a:lnTo>
                    <a:pt x="914400" y="90046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h7718"/>
            <p:cNvSpPr/>
            <p:nvPr/>
          </p:nvSpPr>
          <p:spPr>
            <a:xfrm>
              <a:off x="3488148" y="107846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035"/>
                  </a:lnTo>
                  <a:lnTo>
                    <a:pt x="90760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h7719"/>
            <p:cNvSpPr/>
            <p:nvPr/>
          </p:nvSpPr>
          <p:spPr>
            <a:xfrm>
              <a:off x="348814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h7720"/>
            <p:cNvSpPr/>
            <p:nvPr/>
          </p:nvSpPr>
          <p:spPr>
            <a:xfrm>
              <a:off x="349758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h7721"/>
            <p:cNvSpPr/>
            <p:nvPr/>
          </p:nvSpPr>
          <p:spPr>
            <a:xfrm>
              <a:off x="350702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h7722"/>
            <p:cNvSpPr/>
            <p:nvPr/>
          </p:nvSpPr>
          <p:spPr>
            <a:xfrm>
              <a:off x="351646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h7723"/>
            <p:cNvSpPr/>
            <p:nvPr/>
          </p:nvSpPr>
          <p:spPr>
            <a:xfrm>
              <a:off x="352590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h7724"/>
            <p:cNvSpPr/>
            <p:nvPr/>
          </p:nvSpPr>
          <p:spPr>
            <a:xfrm>
              <a:off x="353534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h7725"/>
            <p:cNvSpPr/>
            <p:nvPr/>
          </p:nvSpPr>
          <p:spPr>
            <a:xfrm>
              <a:off x="354479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h7726"/>
            <p:cNvSpPr/>
            <p:nvPr/>
          </p:nvSpPr>
          <p:spPr>
            <a:xfrm>
              <a:off x="355423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h7727"/>
            <p:cNvSpPr/>
            <p:nvPr/>
          </p:nvSpPr>
          <p:spPr>
            <a:xfrm>
              <a:off x="356367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h7728"/>
            <p:cNvSpPr/>
            <p:nvPr/>
          </p:nvSpPr>
          <p:spPr>
            <a:xfrm>
              <a:off x="357311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h7729"/>
            <p:cNvSpPr/>
            <p:nvPr/>
          </p:nvSpPr>
          <p:spPr>
            <a:xfrm>
              <a:off x="358255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h7730"/>
            <p:cNvSpPr/>
            <p:nvPr/>
          </p:nvSpPr>
          <p:spPr>
            <a:xfrm>
              <a:off x="359199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h7731"/>
            <p:cNvSpPr/>
            <p:nvPr/>
          </p:nvSpPr>
          <p:spPr>
            <a:xfrm>
              <a:off x="360143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h7732"/>
            <p:cNvSpPr/>
            <p:nvPr/>
          </p:nvSpPr>
          <p:spPr>
            <a:xfrm>
              <a:off x="361087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h7733"/>
            <p:cNvSpPr/>
            <p:nvPr/>
          </p:nvSpPr>
          <p:spPr>
            <a:xfrm>
              <a:off x="362031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h7734"/>
            <p:cNvSpPr/>
            <p:nvPr/>
          </p:nvSpPr>
          <p:spPr>
            <a:xfrm>
              <a:off x="362975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h7735"/>
            <p:cNvSpPr/>
            <p:nvPr/>
          </p:nvSpPr>
          <p:spPr>
            <a:xfrm>
              <a:off x="363919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h7736"/>
            <p:cNvSpPr/>
            <p:nvPr/>
          </p:nvSpPr>
          <p:spPr>
            <a:xfrm>
              <a:off x="364863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h7737"/>
            <p:cNvSpPr/>
            <p:nvPr/>
          </p:nvSpPr>
          <p:spPr>
            <a:xfrm>
              <a:off x="365807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h7738"/>
            <p:cNvSpPr/>
            <p:nvPr/>
          </p:nvSpPr>
          <p:spPr>
            <a:xfrm>
              <a:off x="366751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h7739"/>
            <p:cNvSpPr/>
            <p:nvPr/>
          </p:nvSpPr>
          <p:spPr>
            <a:xfrm>
              <a:off x="367695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h7740"/>
            <p:cNvSpPr/>
            <p:nvPr/>
          </p:nvSpPr>
          <p:spPr>
            <a:xfrm>
              <a:off x="368639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h7741"/>
            <p:cNvSpPr/>
            <p:nvPr/>
          </p:nvSpPr>
          <p:spPr>
            <a:xfrm>
              <a:off x="369583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h7742"/>
            <p:cNvSpPr/>
            <p:nvPr/>
          </p:nvSpPr>
          <p:spPr>
            <a:xfrm>
              <a:off x="370527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h7743"/>
            <p:cNvSpPr/>
            <p:nvPr/>
          </p:nvSpPr>
          <p:spPr>
            <a:xfrm>
              <a:off x="371471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h7744"/>
            <p:cNvSpPr/>
            <p:nvPr/>
          </p:nvSpPr>
          <p:spPr>
            <a:xfrm>
              <a:off x="372415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h7745"/>
            <p:cNvSpPr/>
            <p:nvPr/>
          </p:nvSpPr>
          <p:spPr>
            <a:xfrm>
              <a:off x="373359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h7746"/>
            <p:cNvSpPr/>
            <p:nvPr/>
          </p:nvSpPr>
          <p:spPr>
            <a:xfrm>
              <a:off x="374303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h7747"/>
            <p:cNvSpPr/>
            <p:nvPr/>
          </p:nvSpPr>
          <p:spPr>
            <a:xfrm>
              <a:off x="375247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h7748"/>
            <p:cNvSpPr/>
            <p:nvPr/>
          </p:nvSpPr>
          <p:spPr>
            <a:xfrm>
              <a:off x="376191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h7749"/>
            <p:cNvSpPr/>
            <p:nvPr/>
          </p:nvSpPr>
          <p:spPr>
            <a:xfrm>
              <a:off x="377135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h7750"/>
            <p:cNvSpPr/>
            <p:nvPr/>
          </p:nvSpPr>
          <p:spPr>
            <a:xfrm>
              <a:off x="378079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h7751"/>
            <p:cNvSpPr/>
            <p:nvPr/>
          </p:nvSpPr>
          <p:spPr>
            <a:xfrm>
              <a:off x="379023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h7752"/>
            <p:cNvSpPr/>
            <p:nvPr/>
          </p:nvSpPr>
          <p:spPr>
            <a:xfrm>
              <a:off x="379967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h7753"/>
            <p:cNvSpPr/>
            <p:nvPr/>
          </p:nvSpPr>
          <p:spPr>
            <a:xfrm>
              <a:off x="380911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h7754"/>
            <p:cNvSpPr/>
            <p:nvPr/>
          </p:nvSpPr>
          <p:spPr>
            <a:xfrm>
              <a:off x="381855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h7755"/>
            <p:cNvSpPr/>
            <p:nvPr/>
          </p:nvSpPr>
          <p:spPr>
            <a:xfrm>
              <a:off x="382799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h7756"/>
            <p:cNvSpPr/>
            <p:nvPr/>
          </p:nvSpPr>
          <p:spPr>
            <a:xfrm>
              <a:off x="383743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h7757"/>
            <p:cNvSpPr/>
            <p:nvPr/>
          </p:nvSpPr>
          <p:spPr>
            <a:xfrm>
              <a:off x="3846877" y="1096035"/>
              <a:ext cx="922004" cy="914399"/>
            </a:xfrm>
            <a:custGeom>
              <a:avLst/>
              <a:pathLst>
                <a:path w="922004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935" y="896830"/>
                  </a:lnTo>
                  <a:lnTo>
                    <a:pt x="922004" y="905949"/>
                  </a:lnTo>
                  <a:lnTo>
                    <a:pt x="921829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h7758"/>
            <p:cNvSpPr/>
            <p:nvPr/>
          </p:nvSpPr>
          <p:spPr>
            <a:xfrm>
              <a:off x="2043791" y="106089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5" y="931969"/>
                  </a:lnTo>
                  <a:lnTo>
                    <a:pt x="905630" y="931217"/>
                  </a:lnTo>
                  <a:lnTo>
                    <a:pt x="907287" y="920633"/>
                  </a:lnTo>
                  <a:lnTo>
                    <a:pt x="908456" y="914400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h7759"/>
            <p:cNvSpPr/>
            <p:nvPr/>
          </p:nvSpPr>
          <p:spPr>
            <a:xfrm>
              <a:off x="204379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h7760"/>
            <p:cNvSpPr/>
            <p:nvPr/>
          </p:nvSpPr>
          <p:spPr>
            <a:xfrm>
              <a:off x="205323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h7761"/>
            <p:cNvSpPr/>
            <p:nvPr/>
          </p:nvSpPr>
          <p:spPr>
            <a:xfrm>
              <a:off x="206267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h7762"/>
            <p:cNvSpPr/>
            <p:nvPr/>
          </p:nvSpPr>
          <p:spPr>
            <a:xfrm>
              <a:off x="207211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h7763"/>
            <p:cNvSpPr/>
            <p:nvPr/>
          </p:nvSpPr>
          <p:spPr>
            <a:xfrm>
              <a:off x="208155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h7764"/>
            <p:cNvSpPr/>
            <p:nvPr/>
          </p:nvSpPr>
          <p:spPr>
            <a:xfrm>
              <a:off x="209099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h7765"/>
            <p:cNvSpPr/>
            <p:nvPr/>
          </p:nvSpPr>
          <p:spPr>
            <a:xfrm>
              <a:off x="210043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h7766"/>
            <p:cNvSpPr/>
            <p:nvPr/>
          </p:nvSpPr>
          <p:spPr>
            <a:xfrm>
              <a:off x="210987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h7767"/>
            <p:cNvSpPr/>
            <p:nvPr/>
          </p:nvSpPr>
          <p:spPr>
            <a:xfrm>
              <a:off x="211931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h7768"/>
            <p:cNvSpPr/>
            <p:nvPr/>
          </p:nvSpPr>
          <p:spPr>
            <a:xfrm>
              <a:off x="212875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h7769"/>
            <p:cNvSpPr/>
            <p:nvPr/>
          </p:nvSpPr>
          <p:spPr>
            <a:xfrm>
              <a:off x="213819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h7770"/>
            <p:cNvSpPr/>
            <p:nvPr/>
          </p:nvSpPr>
          <p:spPr>
            <a:xfrm>
              <a:off x="214763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h7771"/>
            <p:cNvSpPr/>
            <p:nvPr/>
          </p:nvSpPr>
          <p:spPr>
            <a:xfrm>
              <a:off x="215707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h7772"/>
            <p:cNvSpPr/>
            <p:nvPr/>
          </p:nvSpPr>
          <p:spPr>
            <a:xfrm>
              <a:off x="216651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h7773"/>
            <p:cNvSpPr/>
            <p:nvPr/>
          </p:nvSpPr>
          <p:spPr>
            <a:xfrm>
              <a:off x="217595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h7774"/>
            <p:cNvSpPr/>
            <p:nvPr/>
          </p:nvSpPr>
          <p:spPr>
            <a:xfrm>
              <a:off x="218539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h7775"/>
            <p:cNvSpPr/>
            <p:nvPr/>
          </p:nvSpPr>
          <p:spPr>
            <a:xfrm>
              <a:off x="219483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h7776"/>
            <p:cNvSpPr/>
            <p:nvPr/>
          </p:nvSpPr>
          <p:spPr>
            <a:xfrm>
              <a:off x="220427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h7777"/>
            <p:cNvSpPr/>
            <p:nvPr/>
          </p:nvSpPr>
          <p:spPr>
            <a:xfrm>
              <a:off x="221371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h7778"/>
            <p:cNvSpPr/>
            <p:nvPr/>
          </p:nvSpPr>
          <p:spPr>
            <a:xfrm>
              <a:off x="222315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h7779"/>
            <p:cNvSpPr/>
            <p:nvPr/>
          </p:nvSpPr>
          <p:spPr>
            <a:xfrm>
              <a:off x="223259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h7780"/>
            <p:cNvSpPr/>
            <p:nvPr/>
          </p:nvSpPr>
          <p:spPr>
            <a:xfrm>
              <a:off x="224203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h7781"/>
            <p:cNvSpPr/>
            <p:nvPr/>
          </p:nvSpPr>
          <p:spPr>
            <a:xfrm>
              <a:off x="225147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h7782"/>
            <p:cNvSpPr/>
            <p:nvPr/>
          </p:nvSpPr>
          <p:spPr>
            <a:xfrm>
              <a:off x="2260917" y="1078465"/>
              <a:ext cx="921836" cy="914400"/>
            </a:xfrm>
            <a:custGeom>
              <a:avLst/>
              <a:pathLst>
                <a:path w="92183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151" y="896830"/>
                  </a:lnTo>
                  <a:lnTo>
                    <a:pt x="920288" y="897862"/>
                  </a:lnTo>
                  <a:lnTo>
                    <a:pt x="921409" y="908679"/>
                  </a:lnTo>
                  <a:lnTo>
                    <a:pt x="921836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h7783"/>
            <p:cNvSpPr/>
            <p:nvPr/>
          </p:nvSpPr>
          <p:spPr>
            <a:xfrm>
              <a:off x="3488148" y="107846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606" y="914400"/>
                  </a:lnTo>
                  <a:lnTo>
                    <a:pt x="908885" y="912643"/>
                  </a:lnTo>
                  <a:lnTo>
                    <a:pt x="913911" y="906477"/>
                  </a:lnTo>
                  <a:lnTo>
                    <a:pt x="914400" y="90594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h7784"/>
            <p:cNvSpPr/>
            <p:nvPr/>
          </p:nvSpPr>
          <p:spPr>
            <a:xfrm>
              <a:off x="3497588" y="106089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516"/>
                  </a:lnTo>
                  <a:lnTo>
                    <a:pt x="909667" y="918387"/>
                  </a:lnTo>
                  <a:lnTo>
                    <a:pt x="91381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h7785"/>
            <p:cNvSpPr/>
            <p:nvPr/>
          </p:nvSpPr>
          <p:spPr>
            <a:xfrm>
              <a:off x="349758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h7786"/>
            <p:cNvSpPr/>
            <p:nvPr/>
          </p:nvSpPr>
          <p:spPr>
            <a:xfrm>
              <a:off x="350702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h7787"/>
            <p:cNvSpPr/>
            <p:nvPr/>
          </p:nvSpPr>
          <p:spPr>
            <a:xfrm>
              <a:off x="351646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h7788"/>
            <p:cNvSpPr/>
            <p:nvPr/>
          </p:nvSpPr>
          <p:spPr>
            <a:xfrm>
              <a:off x="352590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h7789"/>
            <p:cNvSpPr/>
            <p:nvPr/>
          </p:nvSpPr>
          <p:spPr>
            <a:xfrm>
              <a:off x="353534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h7790"/>
            <p:cNvSpPr/>
            <p:nvPr/>
          </p:nvSpPr>
          <p:spPr>
            <a:xfrm>
              <a:off x="354479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h7791"/>
            <p:cNvSpPr/>
            <p:nvPr/>
          </p:nvSpPr>
          <p:spPr>
            <a:xfrm>
              <a:off x="355423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h7792"/>
            <p:cNvSpPr/>
            <p:nvPr/>
          </p:nvSpPr>
          <p:spPr>
            <a:xfrm>
              <a:off x="356367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h7793"/>
            <p:cNvSpPr/>
            <p:nvPr/>
          </p:nvSpPr>
          <p:spPr>
            <a:xfrm>
              <a:off x="357311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h7794"/>
            <p:cNvSpPr/>
            <p:nvPr/>
          </p:nvSpPr>
          <p:spPr>
            <a:xfrm>
              <a:off x="358255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h7795"/>
            <p:cNvSpPr/>
            <p:nvPr/>
          </p:nvSpPr>
          <p:spPr>
            <a:xfrm>
              <a:off x="359199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h7796"/>
            <p:cNvSpPr/>
            <p:nvPr/>
          </p:nvSpPr>
          <p:spPr>
            <a:xfrm>
              <a:off x="360143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h7797"/>
            <p:cNvSpPr/>
            <p:nvPr/>
          </p:nvSpPr>
          <p:spPr>
            <a:xfrm>
              <a:off x="361087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h7798"/>
            <p:cNvSpPr/>
            <p:nvPr/>
          </p:nvSpPr>
          <p:spPr>
            <a:xfrm>
              <a:off x="362031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h7799"/>
            <p:cNvSpPr/>
            <p:nvPr/>
          </p:nvSpPr>
          <p:spPr>
            <a:xfrm>
              <a:off x="362975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h7800"/>
            <p:cNvSpPr/>
            <p:nvPr/>
          </p:nvSpPr>
          <p:spPr>
            <a:xfrm>
              <a:off x="363919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h7801"/>
            <p:cNvSpPr/>
            <p:nvPr/>
          </p:nvSpPr>
          <p:spPr>
            <a:xfrm>
              <a:off x="364863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h7802"/>
            <p:cNvSpPr/>
            <p:nvPr/>
          </p:nvSpPr>
          <p:spPr>
            <a:xfrm>
              <a:off x="365807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h7803"/>
            <p:cNvSpPr/>
            <p:nvPr/>
          </p:nvSpPr>
          <p:spPr>
            <a:xfrm>
              <a:off x="366751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h7804"/>
            <p:cNvSpPr/>
            <p:nvPr/>
          </p:nvSpPr>
          <p:spPr>
            <a:xfrm>
              <a:off x="367695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h7805"/>
            <p:cNvSpPr/>
            <p:nvPr/>
          </p:nvSpPr>
          <p:spPr>
            <a:xfrm>
              <a:off x="368639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h7806"/>
            <p:cNvSpPr/>
            <p:nvPr/>
          </p:nvSpPr>
          <p:spPr>
            <a:xfrm>
              <a:off x="3695833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h7807"/>
            <p:cNvSpPr/>
            <p:nvPr/>
          </p:nvSpPr>
          <p:spPr>
            <a:xfrm>
              <a:off x="370527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h7808"/>
            <p:cNvSpPr/>
            <p:nvPr/>
          </p:nvSpPr>
          <p:spPr>
            <a:xfrm>
              <a:off x="371471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h7809"/>
            <p:cNvSpPr/>
            <p:nvPr/>
          </p:nvSpPr>
          <p:spPr>
            <a:xfrm>
              <a:off x="372415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h7810"/>
            <p:cNvSpPr/>
            <p:nvPr/>
          </p:nvSpPr>
          <p:spPr>
            <a:xfrm>
              <a:off x="373359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h7811"/>
            <p:cNvSpPr/>
            <p:nvPr/>
          </p:nvSpPr>
          <p:spPr>
            <a:xfrm>
              <a:off x="374303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h7812"/>
            <p:cNvSpPr/>
            <p:nvPr/>
          </p:nvSpPr>
          <p:spPr>
            <a:xfrm>
              <a:off x="375247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h7813"/>
            <p:cNvSpPr/>
            <p:nvPr/>
          </p:nvSpPr>
          <p:spPr>
            <a:xfrm>
              <a:off x="376191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h7814"/>
            <p:cNvSpPr/>
            <p:nvPr/>
          </p:nvSpPr>
          <p:spPr>
            <a:xfrm>
              <a:off x="377135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h7815"/>
            <p:cNvSpPr/>
            <p:nvPr/>
          </p:nvSpPr>
          <p:spPr>
            <a:xfrm>
              <a:off x="378079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h7816"/>
            <p:cNvSpPr/>
            <p:nvPr/>
          </p:nvSpPr>
          <p:spPr>
            <a:xfrm>
              <a:off x="379023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h7817"/>
            <p:cNvSpPr/>
            <p:nvPr/>
          </p:nvSpPr>
          <p:spPr>
            <a:xfrm>
              <a:off x="379967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h7818"/>
            <p:cNvSpPr/>
            <p:nvPr/>
          </p:nvSpPr>
          <p:spPr>
            <a:xfrm>
              <a:off x="380911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h7819"/>
            <p:cNvSpPr/>
            <p:nvPr/>
          </p:nvSpPr>
          <p:spPr>
            <a:xfrm>
              <a:off x="381855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h7820"/>
            <p:cNvSpPr/>
            <p:nvPr/>
          </p:nvSpPr>
          <p:spPr>
            <a:xfrm>
              <a:off x="382799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h7821"/>
            <p:cNvSpPr/>
            <p:nvPr/>
          </p:nvSpPr>
          <p:spPr>
            <a:xfrm>
              <a:off x="383743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h7822"/>
            <p:cNvSpPr/>
            <p:nvPr/>
          </p:nvSpPr>
          <p:spPr>
            <a:xfrm>
              <a:off x="3846877" y="1078465"/>
              <a:ext cx="921935" cy="914400"/>
            </a:xfrm>
            <a:custGeom>
              <a:avLst/>
              <a:pathLst>
                <a:path w="9219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231" y="896830"/>
                  </a:lnTo>
                  <a:lnTo>
                    <a:pt x="921521" y="901327"/>
                  </a:lnTo>
                  <a:lnTo>
                    <a:pt x="921920" y="912411"/>
                  </a:lnTo>
                  <a:lnTo>
                    <a:pt x="921935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h7823"/>
            <p:cNvSpPr/>
            <p:nvPr/>
          </p:nvSpPr>
          <p:spPr>
            <a:xfrm>
              <a:off x="2043791" y="1043325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456" y="931969"/>
                  </a:lnTo>
                  <a:lnTo>
                    <a:pt x="909239" y="927794"/>
                  </a:lnTo>
                  <a:lnTo>
                    <a:pt x="911481" y="917590"/>
                  </a:lnTo>
                  <a:lnTo>
                    <a:pt x="912289" y="91439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h7824"/>
            <p:cNvSpPr/>
            <p:nvPr/>
          </p:nvSpPr>
          <p:spPr>
            <a:xfrm>
              <a:off x="204379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h7825"/>
            <p:cNvSpPr/>
            <p:nvPr/>
          </p:nvSpPr>
          <p:spPr>
            <a:xfrm>
              <a:off x="205323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h7826"/>
            <p:cNvSpPr/>
            <p:nvPr/>
          </p:nvSpPr>
          <p:spPr>
            <a:xfrm>
              <a:off x="206267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h7827"/>
            <p:cNvSpPr/>
            <p:nvPr/>
          </p:nvSpPr>
          <p:spPr>
            <a:xfrm>
              <a:off x="207211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h7828"/>
            <p:cNvSpPr/>
            <p:nvPr/>
          </p:nvSpPr>
          <p:spPr>
            <a:xfrm>
              <a:off x="208155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h7829"/>
            <p:cNvSpPr/>
            <p:nvPr/>
          </p:nvSpPr>
          <p:spPr>
            <a:xfrm>
              <a:off x="209099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h7830"/>
            <p:cNvSpPr/>
            <p:nvPr/>
          </p:nvSpPr>
          <p:spPr>
            <a:xfrm>
              <a:off x="210043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h7831"/>
            <p:cNvSpPr/>
            <p:nvPr/>
          </p:nvSpPr>
          <p:spPr>
            <a:xfrm>
              <a:off x="210987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h7832"/>
            <p:cNvSpPr/>
            <p:nvPr/>
          </p:nvSpPr>
          <p:spPr>
            <a:xfrm>
              <a:off x="211931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h7833"/>
            <p:cNvSpPr/>
            <p:nvPr/>
          </p:nvSpPr>
          <p:spPr>
            <a:xfrm>
              <a:off x="212875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h7834"/>
            <p:cNvSpPr/>
            <p:nvPr/>
          </p:nvSpPr>
          <p:spPr>
            <a:xfrm>
              <a:off x="213819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h7835"/>
            <p:cNvSpPr/>
            <p:nvPr/>
          </p:nvSpPr>
          <p:spPr>
            <a:xfrm>
              <a:off x="214763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h7836"/>
            <p:cNvSpPr/>
            <p:nvPr/>
          </p:nvSpPr>
          <p:spPr>
            <a:xfrm>
              <a:off x="215707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h7837"/>
            <p:cNvSpPr/>
            <p:nvPr/>
          </p:nvSpPr>
          <p:spPr>
            <a:xfrm>
              <a:off x="216651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h7838"/>
            <p:cNvSpPr/>
            <p:nvPr/>
          </p:nvSpPr>
          <p:spPr>
            <a:xfrm>
              <a:off x="217595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h7839"/>
            <p:cNvSpPr/>
            <p:nvPr/>
          </p:nvSpPr>
          <p:spPr>
            <a:xfrm>
              <a:off x="218539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h7840"/>
            <p:cNvSpPr/>
            <p:nvPr/>
          </p:nvSpPr>
          <p:spPr>
            <a:xfrm>
              <a:off x="219483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h7841"/>
            <p:cNvSpPr/>
            <p:nvPr/>
          </p:nvSpPr>
          <p:spPr>
            <a:xfrm>
              <a:off x="220427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h7842"/>
            <p:cNvSpPr/>
            <p:nvPr/>
          </p:nvSpPr>
          <p:spPr>
            <a:xfrm>
              <a:off x="221371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h7843"/>
            <p:cNvSpPr/>
            <p:nvPr/>
          </p:nvSpPr>
          <p:spPr>
            <a:xfrm>
              <a:off x="222315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h7844"/>
            <p:cNvSpPr/>
            <p:nvPr/>
          </p:nvSpPr>
          <p:spPr>
            <a:xfrm>
              <a:off x="223259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h7845"/>
            <p:cNvSpPr/>
            <p:nvPr/>
          </p:nvSpPr>
          <p:spPr>
            <a:xfrm>
              <a:off x="224203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h7846"/>
            <p:cNvSpPr/>
            <p:nvPr/>
          </p:nvSpPr>
          <p:spPr>
            <a:xfrm>
              <a:off x="225147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h7847"/>
            <p:cNvSpPr/>
            <p:nvPr/>
          </p:nvSpPr>
          <p:spPr>
            <a:xfrm>
              <a:off x="2260917" y="1060895"/>
              <a:ext cx="920151" cy="914400"/>
            </a:xfrm>
            <a:custGeom>
              <a:avLst/>
              <a:pathLst>
                <a:path w="92015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575" y="896830"/>
                  </a:lnTo>
                  <a:lnTo>
                    <a:pt x="918866" y="904738"/>
                  </a:lnTo>
                  <a:lnTo>
                    <a:pt x="920151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h7848"/>
            <p:cNvSpPr/>
            <p:nvPr/>
          </p:nvSpPr>
          <p:spPr>
            <a:xfrm>
              <a:off x="3469268" y="1043325"/>
              <a:ext cx="914400" cy="914649"/>
            </a:xfrm>
            <a:custGeom>
              <a:avLst/>
              <a:pathLst>
                <a:path w="914400" h="914649">
                  <a:moveTo>
                    <a:pt x="914400" y="914399"/>
                  </a:moveTo>
                  <a:lnTo>
                    <a:pt x="914400" y="914649"/>
                  </a:lnTo>
                  <a:lnTo>
                    <a:pt x="913660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h7849"/>
            <p:cNvSpPr/>
            <p:nvPr/>
          </p:nvSpPr>
          <p:spPr>
            <a:xfrm>
              <a:off x="3469268" y="1043325"/>
              <a:ext cx="923840" cy="917249"/>
            </a:xfrm>
            <a:custGeom>
              <a:avLst/>
              <a:pathLst>
                <a:path w="923840" h="917249">
                  <a:moveTo>
                    <a:pt x="914400" y="914399"/>
                  </a:moveTo>
                  <a:lnTo>
                    <a:pt x="923840" y="914399"/>
                  </a:lnTo>
                  <a:lnTo>
                    <a:pt x="923765" y="917249"/>
                  </a:lnTo>
                  <a:lnTo>
                    <a:pt x="917999" y="915865"/>
                  </a:lnTo>
                  <a:lnTo>
                    <a:pt x="914400" y="91464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h7850"/>
            <p:cNvSpPr/>
            <p:nvPr/>
          </p:nvSpPr>
          <p:spPr>
            <a:xfrm>
              <a:off x="3478708" y="1043325"/>
              <a:ext cx="923840" cy="918257"/>
            </a:xfrm>
            <a:custGeom>
              <a:avLst/>
              <a:pathLst>
                <a:path w="923840" h="918257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8257"/>
                  </a:lnTo>
                  <a:lnTo>
                    <a:pt x="920121" y="918080"/>
                  </a:lnTo>
                  <a:lnTo>
                    <a:pt x="914400" y="91725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h7851"/>
            <p:cNvSpPr/>
            <p:nvPr/>
          </p:nvSpPr>
          <p:spPr>
            <a:xfrm>
              <a:off x="3497588" y="10608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19" y="914400"/>
                  </a:lnTo>
                  <a:lnTo>
                    <a:pt x="914400" y="91384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h7852"/>
            <p:cNvSpPr/>
            <p:nvPr/>
          </p:nvSpPr>
          <p:spPr>
            <a:xfrm>
              <a:off x="3488148" y="1043325"/>
              <a:ext cx="923840" cy="918356"/>
            </a:xfrm>
            <a:custGeom>
              <a:avLst/>
              <a:pathLst>
                <a:path w="923840" h="918356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931"/>
                  </a:lnTo>
                  <a:lnTo>
                    <a:pt x="922305" y="918078"/>
                  </a:lnTo>
                  <a:lnTo>
                    <a:pt x="916493" y="918356"/>
                  </a:lnTo>
                  <a:lnTo>
                    <a:pt x="914400" y="91825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h7853"/>
            <p:cNvSpPr/>
            <p:nvPr/>
          </p:nvSpPr>
          <p:spPr>
            <a:xfrm>
              <a:off x="3507029" y="10608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842"/>
                  </a:lnTo>
                  <a:lnTo>
                    <a:pt x="905577" y="913249"/>
                  </a:lnTo>
                  <a:lnTo>
                    <a:pt x="911066" y="908647"/>
                  </a:lnTo>
                  <a:lnTo>
                    <a:pt x="914400" y="90624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h7854"/>
            <p:cNvSpPr/>
            <p:nvPr/>
          </p:nvSpPr>
          <p:spPr>
            <a:xfrm>
              <a:off x="3497588" y="1043325"/>
              <a:ext cx="923840" cy="917931"/>
            </a:xfrm>
            <a:custGeom>
              <a:avLst/>
              <a:pathLst>
                <a:path w="923840" h="9179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030"/>
                  </a:lnTo>
                  <a:lnTo>
                    <a:pt x="922390" y="917168"/>
                  </a:lnTo>
                  <a:lnTo>
                    <a:pt x="920485" y="917349"/>
                  </a:lnTo>
                  <a:lnTo>
                    <a:pt x="918581" y="917531"/>
                  </a:lnTo>
                  <a:lnTo>
                    <a:pt x="916677" y="917713"/>
                  </a:lnTo>
                  <a:lnTo>
                    <a:pt x="914773" y="917895"/>
                  </a:lnTo>
                  <a:lnTo>
                    <a:pt x="914400" y="91793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h7855"/>
            <p:cNvSpPr/>
            <p:nvPr/>
          </p:nvSpPr>
          <p:spPr>
            <a:xfrm>
              <a:off x="350702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lnTo>
                    <a:pt x="914400" y="923810"/>
                  </a:lnTo>
                  <a:lnTo>
                    <a:pt x="916679" y="922164"/>
                  </a:lnTo>
                  <a:lnTo>
                    <a:pt x="916972" y="921969"/>
                  </a:lnTo>
                  <a:lnTo>
                    <a:pt x="917268" y="921772"/>
                  </a:lnTo>
                  <a:lnTo>
                    <a:pt x="917563" y="921575"/>
                  </a:lnTo>
                  <a:lnTo>
                    <a:pt x="917859" y="921378"/>
                  </a:lnTo>
                  <a:lnTo>
                    <a:pt x="918155" y="921181"/>
                  </a:lnTo>
                  <a:lnTo>
                    <a:pt x="918450" y="920985"/>
                  </a:lnTo>
                  <a:lnTo>
                    <a:pt x="918746" y="920788"/>
                  </a:lnTo>
                  <a:lnTo>
                    <a:pt x="919042" y="920591"/>
                  </a:lnTo>
                  <a:lnTo>
                    <a:pt x="919337" y="920394"/>
                  </a:lnTo>
                  <a:lnTo>
                    <a:pt x="919633" y="920198"/>
                  </a:lnTo>
                  <a:lnTo>
                    <a:pt x="919929" y="920001"/>
                  </a:lnTo>
                  <a:lnTo>
                    <a:pt x="920225" y="919804"/>
                  </a:lnTo>
                  <a:lnTo>
                    <a:pt x="920520" y="919607"/>
                  </a:lnTo>
                  <a:lnTo>
                    <a:pt x="920816" y="919411"/>
                  </a:lnTo>
                  <a:lnTo>
                    <a:pt x="921112" y="919214"/>
                  </a:lnTo>
                  <a:lnTo>
                    <a:pt x="921408" y="919017"/>
                  </a:lnTo>
                  <a:lnTo>
                    <a:pt x="921703" y="918821"/>
                  </a:lnTo>
                  <a:lnTo>
                    <a:pt x="921999" y="918624"/>
                  </a:lnTo>
                  <a:lnTo>
                    <a:pt x="922221" y="918476"/>
                  </a:lnTo>
                  <a:lnTo>
                    <a:pt x="921052" y="916983"/>
                  </a:lnTo>
                  <a:lnTo>
                    <a:pt x="920560" y="916355"/>
                  </a:lnTo>
                  <a:lnTo>
                    <a:pt x="918667" y="916625"/>
                  </a:lnTo>
                  <a:lnTo>
                    <a:pt x="916758" y="916806"/>
                  </a:lnTo>
                  <a:lnTo>
                    <a:pt x="914854" y="916987"/>
                  </a:lnTo>
                  <a:lnTo>
                    <a:pt x="914400" y="91703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h7856"/>
            <p:cNvSpPr/>
            <p:nvPr/>
          </p:nvSpPr>
          <p:spPr>
            <a:xfrm>
              <a:off x="351646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h7857"/>
            <p:cNvSpPr/>
            <p:nvPr/>
          </p:nvSpPr>
          <p:spPr>
            <a:xfrm>
              <a:off x="352590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h7858"/>
            <p:cNvSpPr/>
            <p:nvPr/>
          </p:nvSpPr>
          <p:spPr>
            <a:xfrm>
              <a:off x="353534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h7859"/>
            <p:cNvSpPr/>
            <p:nvPr/>
          </p:nvSpPr>
          <p:spPr>
            <a:xfrm>
              <a:off x="354479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h7860"/>
            <p:cNvSpPr/>
            <p:nvPr/>
          </p:nvSpPr>
          <p:spPr>
            <a:xfrm>
              <a:off x="355423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h7861"/>
            <p:cNvSpPr/>
            <p:nvPr/>
          </p:nvSpPr>
          <p:spPr>
            <a:xfrm>
              <a:off x="356367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h7862"/>
            <p:cNvSpPr/>
            <p:nvPr/>
          </p:nvSpPr>
          <p:spPr>
            <a:xfrm>
              <a:off x="357311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h7863"/>
            <p:cNvSpPr/>
            <p:nvPr/>
          </p:nvSpPr>
          <p:spPr>
            <a:xfrm>
              <a:off x="358255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h7864"/>
            <p:cNvSpPr/>
            <p:nvPr/>
          </p:nvSpPr>
          <p:spPr>
            <a:xfrm>
              <a:off x="359199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h7865"/>
            <p:cNvSpPr/>
            <p:nvPr/>
          </p:nvSpPr>
          <p:spPr>
            <a:xfrm>
              <a:off x="360143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h7866"/>
            <p:cNvSpPr/>
            <p:nvPr/>
          </p:nvSpPr>
          <p:spPr>
            <a:xfrm>
              <a:off x="361087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h7867"/>
            <p:cNvSpPr/>
            <p:nvPr/>
          </p:nvSpPr>
          <p:spPr>
            <a:xfrm>
              <a:off x="362031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h7868"/>
            <p:cNvSpPr/>
            <p:nvPr/>
          </p:nvSpPr>
          <p:spPr>
            <a:xfrm>
              <a:off x="362975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h7869"/>
            <p:cNvSpPr/>
            <p:nvPr/>
          </p:nvSpPr>
          <p:spPr>
            <a:xfrm>
              <a:off x="363919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h7870"/>
            <p:cNvSpPr/>
            <p:nvPr/>
          </p:nvSpPr>
          <p:spPr>
            <a:xfrm>
              <a:off x="364863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h7871"/>
            <p:cNvSpPr/>
            <p:nvPr/>
          </p:nvSpPr>
          <p:spPr>
            <a:xfrm>
              <a:off x="365807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h7872"/>
            <p:cNvSpPr/>
            <p:nvPr/>
          </p:nvSpPr>
          <p:spPr>
            <a:xfrm>
              <a:off x="366751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h7873"/>
            <p:cNvSpPr/>
            <p:nvPr/>
          </p:nvSpPr>
          <p:spPr>
            <a:xfrm>
              <a:off x="367695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h7874"/>
            <p:cNvSpPr/>
            <p:nvPr/>
          </p:nvSpPr>
          <p:spPr>
            <a:xfrm>
              <a:off x="368639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h7875"/>
            <p:cNvSpPr/>
            <p:nvPr/>
          </p:nvSpPr>
          <p:spPr>
            <a:xfrm>
              <a:off x="3695833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h7876"/>
            <p:cNvSpPr/>
            <p:nvPr/>
          </p:nvSpPr>
          <p:spPr>
            <a:xfrm>
              <a:off x="370527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h7877"/>
            <p:cNvSpPr/>
            <p:nvPr/>
          </p:nvSpPr>
          <p:spPr>
            <a:xfrm>
              <a:off x="371471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h7878"/>
            <p:cNvSpPr/>
            <p:nvPr/>
          </p:nvSpPr>
          <p:spPr>
            <a:xfrm>
              <a:off x="372415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h7879"/>
            <p:cNvSpPr/>
            <p:nvPr/>
          </p:nvSpPr>
          <p:spPr>
            <a:xfrm>
              <a:off x="373359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h7880"/>
            <p:cNvSpPr/>
            <p:nvPr/>
          </p:nvSpPr>
          <p:spPr>
            <a:xfrm>
              <a:off x="374303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h7881"/>
            <p:cNvSpPr/>
            <p:nvPr/>
          </p:nvSpPr>
          <p:spPr>
            <a:xfrm>
              <a:off x="375247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h7882"/>
            <p:cNvSpPr/>
            <p:nvPr/>
          </p:nvSpPr>
          <p:spPr>
            <a:xfrm>
              <a:off x="376191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h7883"/>
            <p:cNvSpPr/>
            <p:nvPr/>
          </p:nvSpPr>
          <p:spPr>
            <a:xfrm>
              <a:off x="377135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h7884"/>
            <p:cNvSpPr/>
            <p:nvPr/>
          </p:nvSpPr>
          <p:spPr>
            <a:xfrm>
              <a:off x="378079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h7885"/>
            <p:cNvSpPr/>
            <p:nvPr/>
          </p:nvSpPr>
          <p:spPr>
            <a:xfrm>
              <a:off x="379023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h7886"/>
            <p:cNvSpPr/>
            <p:nvPr/>
          </p:nvSpPr>
          <p:spPr>
            <a:xfrm>
              <a:off x="379967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h7887"/>
            <p:cNvSpPr/>
            <p:nvPr/>
          </p:nvSpPr>
          <p:spPr>
            <a:xfrm>
              <a:off x="380911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h7888"/>
            <p:cNvSpPr/>
            <p:nvPr/>
          </p:nvSpPr>
          <p:spPr>
            <a:xfrm>
              <a:off x="381855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h7889"/>
            <p:cNvSpPr/>
            <p:nvPr/>
          </p:nvSpPr>
          <p:spPr>
            <a:xfrm>
              <a:off x="382799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h7890"/>
            <p:cNvSpPr/>
            <p:nvPr/>
          </p:nvSpPr>
          <p:spPr>
            <a:xfrm>
              <a:off x="383743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h7891"/>
            <p:cNvSpPr/>
            <p:nvPr/>
          </p:nvSpPr>
          <p:spPr>
            <a:xfrm>
              <a:off x="3846877" y="1060895"/>
              <a:ext cx="921231" cy="914400"/>
            </a:xfrm>
            <a:custGeom>
              <a:avLst/>
              <a:pathLst>
                <a:path w="9212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786" y="896922"/>
                  </a:lnTo>
                  <a:lnTo>
                    <a:pt x="920809" y="907867"/>
                  </a:lnTo>
                  <a:lnTo>
                    <a:pt x="921231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h7892"/>
            <p:cNvSpPr/>
            <p:nvPr/>
          </p:nvSpPr>
          <p:spPr>
            <a:xfrm>
              <a:off x="2043791" y="104332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289" y="914399"/>
                  </a:lnTo>
                  <a:lnTo>
                    <a:pt x="914007" y="907617"/>
                  </a:lnTo>
                  <a:lnTo>
                    <a:pt x="914400" y="906257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h7893"/>
            <p:cNvSpPr/>
            <p:nvPr/>
          </p:nvSpPr>
          <p:spPr>
            <a:xfrm>
              <a:off x="2053232" y="102575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826"/>
                  </a:lnTo>
                  <a:lnTo>
                    <a:pt x="907369" y="915474"/>
                  </a:lnTo>
                  <a:lnTo>
                    <a:pt x="907719" y="91439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h7894"/>
            <p:cNvSpPr/>
            <p:nvPr/>
          </p:nvSpPr>
          <p:spPr>
            <a:xfrm>
              <a:off x="205323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h7895"/>
            <p:cNvSpPr/>
            <p:nvPr/>
          </p:nvSpPr>
          <p:spPr>
            <a:xfrm>
              <a:off x="206267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h7896"/>
            <p:cNvSpPr/>
            <p:nvPr/>
          </p:nvSpPr>
          <p:spPr>
            <a:xfrm>
              <a:off x="207211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h7897"/>
            <p:cNvSpPr/>
            <p:nvPr/>
          </p:nvSpPr>
          <p:spPr>
            <a:xfrm>
              <a:off x="208155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h7898"/>
            <p:cNvSpPr/>
            <p:nvPr/>
          </p:nvSpPr>
          <p:spPr>
            <a:xfrm>
              <a:off x="209099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h7899"/>
            <p:cNvSpPr/>
            <p:nvPr/>
          </p:nvSpPr>
          <p:spPr>
            <a:xfrm>
              <a:off x="210043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h7900"/>
            <p:cNvSpPr/>
            <p:nvPr/>
          </p:nvSpPr>
          <p:spPr>
            <a:xfrm>
              <a:off x="210987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h7901"/>
            <p:cNvSpPr/>
            <p:nvPr/>
          </p:nvSpPr>
          <p:spPr>
            <a:xfrm>
              <a:off x="211931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h7902"/>
            <p:cNvSpPr/>
            <p:nvPr/>
          </p:nvSpPr>
          <p:spPr>
            <a:xfrm>
              <a:off x="212875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h7903"/>
            <p:cNvSpPr/>
            <p:nvPr/>
          </p:nvSpPr>
          <p:spPr>
            <a:xfrm>
              <a:off x="213819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h7904"/>
            <p:cNvSpPr/>
            <p:nvPr/>
          </p:nvSpPr>
          <p:spPr>
            <a:xfrm>
              <a:off x="214763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h7905"/>
            <p:cNvSpPr/>
            <p:nvPr/>
          </p:nvSpPr>
          <p:spPr>
            <a:xfrm>
              <a:off x="215707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h7906"/>
            <p:cNvSpPr/>
            <p:nvPr/>
          </p:nvSpPr>
          <p:spPr>
            <a:xfrm>
              <a:off x="216651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h7907"/>
            <p:cNvSpPr/>
            <p:nvPr/>
          </p:nvSpPr>
          <p:spPr>
            <a:xfrm>
              <a:off x="217595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h7908"/>
            <p:cNvSpPr/>
            <p:nvPr/>
          </p:nvSpPr>
          <p:spPr>
            <a:xfrm>
              <a:off x="218539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h7909"/>
            <p:cNvSpPr/>
            <p:nvPr/>
          </p:nvSpPr>
          <p:spPr>
            <a:xfrm>
              <a:off x="219483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h7910"/>
            <p:cNvSpPr/>
            <p:nvPr/>
          </p:nvSpPr>
          <p:spPr>
            <a:xfrm>
              <a:off x="220427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h7911"/>
            <p:cNvSpPr/>
            <p:nvPr/>
          </p:nvSpPr>
          <p:spPr>
            <a:xfrm>
              <a:off x="221371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h7912"/>
            <p:cNvSpPr/>
            <p:nvPr/>
          </p:nvSpPr>
          <p:spPr>
            <a:xfrm>
              <a:off x="222315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h7913"/>
            <p:cNvSpPr/>
            <p:nvPr/>
          </p:nvSpPr>
          <p:spPr>
            <a:xfrm>
              <a:off x="223259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h7914"/>
            <p:cNvSpPr/>
            <p:nvPr/>
          </p:nvSpPr>
          <p:spPr>
            <a:xfrm>
              <a:off x="224203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h7915"/>
            <p:cNvSpPr/>
            <p:nvPr/>
          </p:nvSpPr>
          <p:spPr>
            <a:xfrm>
              <a:off x="2260917" y="104332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092" y="896830"/>
                  </a:lnTo>
                  <a:lnTo>
                    <a:pt x="914400" y="898183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h7916"/>
            <p:cNvSpPr/>
            <p:nvPr/>
          </p:nvSpPr>
          <p:spPr>
            <a:xfrm>
              <a:off x="2260917" y="1043325"/>
              <a:ext cx="917575" cy="914399"/>
            </a:xfrm>
            <a:custGeom>
              <a:avLst/>
              <a:pathLst>
                <a:path w="917575" h="914399">
                  <a:moveTo>
                    <a:pt x="914400" y="914399"/>
                  </a:moveTo>
                  <a:lnTo>
                    <a:pt x="914400" y="898183"/>
                  </a:lnTo>
                  <a:lnTo>
                    <a:pt x="915131" y="901409"/>
                  </a:lnTo>
                  <a:lnTo>
                    <a:pt x="917145" y="911768"/>
                  </a:lnTo>
                  <a:lnTo>
                    <a:pt x="917575" y="91439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h7917"/>
            <p:cNvSpPr/>
            <p:nvPr/>
          </p:nvSpPr>
          <p:spPr>
            <a:xfrm>
              <a:off x="3440947" y="1025756"/>
              <a:ext cx="914400" cy="914875"/>
            </a:xfrm>
            <a:custGeom>
              <a:avLst/>
              <a:pathLst>
                <a:path w="914400" h="914875">
                  <a:moveTo>
                    <a:pt x="914400" y="914399"/>
                  </a:moveTo>
                  <a:lnTo>
                    <a:pt x="914400" y="914875"/>
                  </a:lnTo>
                  <a:lnTo>
                    <a:pt x="913852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h7918"/>
            <p:cNvSpPr/>
            <p:nvPr/>
          </p:nvSpPr>
          <p:spPr>
            <a:xfrm>
              <a:off x="3440947" y="1025756"/>
              <a:ext cx="923840" cy="922454"/>
            </a:xfrm>
            <a:custGeom>
              <a:avLst/>
              <a:pathLst>
                <a:path w="923840" h="92245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454"/>
                  </a:lnTo>
                  <a:lnTo>
                    <a:pt x="918474" y="918409"/>
                  </a:lnTo>
                  <a:lnTo>
                    <a:pt x="914400" y="91487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h7919"/>
            <p:cNvSpPr/>
            <p:nvPr/>
          </p:nvSpPr>
          <p:spPr>
            <a:xfrm>
              <a:off x="3450387" y="1025756"/>
              <a:ext cx="923840" cy="928131"/>
            </a:xfrm>
            <a:custGeom>
              <a:avLst/>
              <a:pathLst>
                <a:path w="923840" h="9281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8131"/>
                  </a:lnTo>
                  <a:lnTo>
                    <a:pt x="919916" y="926014"/>
                  </a:lnTo>
                  <a:lnTo>
                    <a:pt x="914400" y="92245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h7920"/>
            <p:cNvSpPr/>
            <p:nvPr/>
          </p:nvSpPr>
          <p:spPr>
            <a:xfrm>
              <a:off x="345982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100" y="931969"/>
                  </a:lnTo>
                  <a:lnTo>
                    <a:pt x="921719" y="931503"/>
                  </a:lnTo>
                  <a:lnTo>
                    <a:pt x="916059" y="929027"/>
                  </a:lnTo>
                  <a:lnTo>
                    <a:pt x="914400" y="92813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h7921"/>
            <p:cNvSpPr/>
            <p:nvPr/>
          </p:nvSpPr>
          <p:spPr>
            <a:xfrm>
              <a:off x="346926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h7922"/>
            <p:cNvSpPr/>
            <p:nvPr/>
          </p:nvSpPr>
          <p:spPr>
            <a:xfrm>
              <a:off x="347870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h7923"/>
            <p:cNvSpPr/>
            <p:nvPr/>
          </p:nvSpPr>
          <p:spPr>
            <a:xfrm>
              <a:off x="348814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h7924"/>
            <p:cNvSpPr/>
            <p:nvPr/>
          </p:nvSpPr>
          <p:spPr>
            <a:xfrm>
              <a:off x="349758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h7925"/>
            <p:cNvSpPr/>
            <p:nvPr/>
          </p:nvSpPr>
          <p:spPr>
            <a:xfrm>
              <a:off x="350702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h7926"/>
            <p:cNvSpPr/>
            <p:nvPr/>
          </p:nvSpPr>
          <p:spPr>
            <a:xfrm>
              <a:off x="351646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h7927"/>
            <p:cNvSpPr/>
            <p:nvPr/>
          </p:nvSpPr>
          <p:spPr>
            <a:xfrm>
              <a:off x="352590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h7928"/>
            <p:cNvSpPr/>
            <p:nvPr/>
          </p:nvSpPr>
          <p:spPr>
            <a:xfrm>
              <a:off x="353534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h7929"/>
            <p:cNvSpPr/>
            <p:nvPr/>
          </p:nvSpPr>
          <p:spPr>
            <a:xfrm>
              <a:off x="354479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h7930"/>
            <p:cNvSpPr/>
            <p:nvPr/>
          </p:nvSpPr>
          <p:spPr>
            <a:xfrm>
              <a:off x="355423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h7931"/>
            <p:cNvSpPr/>
            <p:nvPr/>
          </p:nvSpPr>
          <p:spPr>
            <a:xfrm>
              <a:off x="356367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h7932"/>
            <p:cNvSpPr/>
            <p:nvPr/>
          </p:nvSpPr>
          <p:spPr>
            <a:xfrm>
              <a:off x="357311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h7933"/>
            <p:cNvSpPr/>
            <p:nvPr/>
          </p:nvSpPr>
          <p:spPr>
            <a:xfrm>
              <a:off x="358255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h7934"/>
            <p:cNvSpPr/>
            <p:nvPr/>
          </p:nvSpPr>
          <p:spPr>
            <a:xfrm>
              <a:off x="359199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h7935"/>
            <p:cNvSpPr/>
            <p:nvPr/>
          </p:nvSpPr>
          <p:spPr>
            <a:xfrm>
              <a:off x="360143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h7936"/>
            <p:cNvSpPr/>
            <p:nvPr/>
          </p:nvSpPr>
          <p:spPr>
            <a:xfrm>
              <a:off x="361087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h7937"/>
            <p:cNvSpPr/>
            <p:nvPr/>
          </p:nvSpPr>
          <p:spPr>
            <a:xfrm>
              <a:off x="362031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h7938"/>
            <p:cNvSpPr/>
            <p:nvPr/>
          </p:nvSpPr>
          <p:spPr>
            <a:xfrm>
              <a:off x="362975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h7939"/>
            <p:cNvSpPr/>
            <p:nvPr/>
          </p:nvSpPr>
          <p:spPr>
            <a:xfrm>
              <a:off x="363919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h7940"/>
            <p:cNvSpPr/>
            <p:nvPr/>
          </p:nvSpPr>
          <p:spPr>
            <a:xfrm>
              <a:off x="364863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h7941"/>
            <p:cNvSpPr/>
            <p:nvPr/>
          </p:nvSpPr>
          <p:spPr>
            <a:xfrm>
              <a:off x="365807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h7942"/>
            <p:cNvSpPr/>
            <p:nvPr/>
          </p:nvSpPr>
          <p:spPr>
            <a:xfrm>
              <a:off x="366751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h7943"/>
            <p:cNvSpPr/>
            <p:nvPr/>
          </p:nvSpPr>
          <p:spPr>
            <a:xfrm>
              <a:off x="367695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h7944"/>
            <p:cNvSpPr/>
            <p:nvPr/>
          </p:nvSpPr>
          <p:spPr>
            <a:xfrm>
              <a:off x="368639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h7945"/>
            <p:cNvSpPr/>
            <p:nvPr/>
          </p:nvSpPr>
          <p:spPr>
            <a:xfrm>
              <a:off x="369583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h7946"/>
            <p:cNvSpPr/>
            <p:nvPr/>
          </p:nvSpPr>
          <p:spPr>
            <a:xfrm>
              <a:off x="370527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h7947"/>
            <p:cNvSpPr/>
            <p:nvPr/>
          </p:nvSpPr>
          <p:spPr>
            <a:xfrm>
              <a:off x="371471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h7948"/>
            <p:cNvSpPr/>
            <p:nvPr/>
          </p:nvSpPr>
          <p:spPr>
            <a:xfrm>
              <a:off x="372415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h7949"/>
            <p:cNvSpPr/>
            <p:nvPr/>
          </p:nvSpPr>
          <p:spPr>
            <a:xfrm>
              <a:off x="373359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h7950"/>
            <p:cNvSpPr/>
            <p:nvPr/>
          </p:nvSpPr>
          <p:spPr>
            <a:xfrm>
              <a:off x="374303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h7951"/>
            <p:cNvSpPr/>
            <p:nvPr/>
          </p:nvSpPr>
          <p:spPr>
            <a:xfrm>
              <a:off x="375247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h7952"/>
            <p:cNvSpPr/>
            <p:nvPr/>
          </p:nvSpPr>
          <p:spPr>
            <a:xfrm>
              <a:off x="376191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h7953"/>
            <p:cNvSpPr/>
            <p:nvPr/>
          </p:nvSpPr>
          <p:spPr>
            <a:xfrm>
              <a:off x="377135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h7954"/>
            <p:cNvSpPr/>
            <p:nvPr/>
          </p:nvSpPr>
          <p:spPr>
            <a:xfrm>
              <a:off x="378079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h7955"/>
            <p:cNvSpPr/>
            <p:nvPr/>
          </p:nvSpPr>
          <p:spPr>
            <a:xfrm>
              <a:off x="379023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h7956"/>
            <p:cNvSpPr/>
            <p:nvPr/>
          </p:nvSpPr>
          <p:spPr>
            <a:xfrm>
              <a:off x="379967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h7957"/>
            <p:cNvSpPr/>
            <p:nvPr/>
          </p:nvSpPr>
          <p:spPr>
            <a:xfrm>
              <a:off x="380911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h7958"/>
            <p:cNvSpPr/>
            <p:nvPr/>
          </p:nvSpPr>
          <p:spPr>
            <a:xfrm>
              <a:off x="381855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h7959"/>
            <p:cNvSpPr/>
            <p:nvPr/>
          </p:nvSpPr>
          <p:spPr>
            <a:xfrm>
              <a:off x="382799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h7960"/>
            <p:cNvSpPr/>
            <p:nvPr/>
          </p:nvSpPr>
          <p:spPr>
            <a:xfrm>
              <a:off x="383743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h7961"/>
            <p:cNvSpPr/>
            <p:nvPr/>
          </p:nvSpPr>
          <p:spPr>
            <a:xfrm>
              <a:off x="3846877" y="1043325"/>
              <a:ext cx="919775" cy="914399"/>
            </a:xfrm>
            <a:custGeom>
              <a:avLst/>
              <a:pathLst>
                <a:path w="919775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7409" y="896830"/>
                  </a:lnTo>
                  <a:lnTo>
                    <a:pt x="918455" y="903663"/>
                  </a:lnTo>
                  <a:lnTo>
                    <a:pt x="919775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h7962"/>
            <p:cNvSpPr/>
            <p:nvPr/>
          </p:nvSpPr>
          <p:spPr>
            <a:xfrm>
              <a:off x="2053232" y="100818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7719" y="931969"/>
                  </a:lnTo>
                  <a:lnTo>
                    <a:pt x="910440" y="923617"/>
                  </a:lnTo>
                  <a:lnTo>
                    <a:pt x="913813" y="91439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h7963"/>
            <p:cNvSpPr/>
            <p:nvPr/>
          </p:nvSpPr>
          <p:spPr>
            <a:xfrm>
              <a:off x="205323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h7964"/>
            <p:cNvSpPr/>
            <p:nvPr/>
          </p:nvSpPr>
          <p:spPr>
            <a:xfrm>
              <a:off x="206267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h7965"/>
            <p:cNvSpPr/>
            <p:nvPr/>
          </p:nvSpPr>
          <p:spPr>
            <a:xfrm>
              <a:off x="207211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h7966"/>
            <p:cNvSpPr/>
            <p:nvPr/>
          </p:nvSpPr>
          <p:spPr>
            <a:xfrm>
              <a:off x="208155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h7967"/>
            <p:cNvSpPr/>
            <p:nvPr/>
          </p:nvSpPr>
          <p:spPr>
            <a:xfrm>
              <a:off x="209099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h7968"/>
            <p:cNvSpPr/>
            <p:nvPr/>
          </p:nvSpPr>
          <p:spPr>
            <a:xfrm>
              <a:off x="210043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h7969"/>
            <p:cNvSpPr/>
            <p:nvPr/>
          </p:nvSpPr>
          <p:spPr>
            <a:xfrm>
              <a:off x="210987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h7970"/>
            <p:cNvSpPr/>
            <p:nvPr/>
          </p:nvSpPr>
          <p:spPr>
            <a:xfrm>
              <a:off x="211931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h7971"/>
            <p:cNvSpPr/>
            <p:nvPr/>
          </p:nvSpPr>
          <p:spPr>
            <a:xfrm>
              <a:off x="212875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h7972"/>
            <p:cNvSpPr/>
            <p:nvPr/>
          </p:nvSpPr>
          <p:spPr>
            <a:xfrm>
              <a:off x="213819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h7973"/>
            <p:cNvSpPr/>
            <p:nvPr/>
          </p:nvSpPr>
          <p:spPr>
            <a:xfrm>
              <a:off x="214763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h7974"/>
            <p:cNvSpPr/>
            <p:nvPr/>
          </p:nvSpPr>
          <p:spPr>
            <a:xfrm>
              <a:off x="215707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h7975"/>
            <p:cNvSpPr/>
            <p:nvPr/>
          </p:nvSpPr>
          <p:spPr>
            <a:xfrm>
              <a:off x="216651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h7976"/>
            <p:cNvSpPr/>
            <p:nvPr/>
          </p:nvSpPr>
          <p:spPr>
            <a:xfrm>
              <a:off x="217595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h7977"/>
            <p:cNvSpPr/>
            <p:nvPr/>
          </p:nvSpPr>
          <p:spPr>
            <a:xfrm>
              <a:off x="218539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h7978"/>
            <p:cNvSpPr/>
            <p:nvPr/>
          </p:nvSpPr>
          <p:spPr>
            <a:xfrm>
              <a:off x="219483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h7979"/>
            <p:cNvSpPr/>
            <p:nvPr/>
          </p:nvSpPr>
          <p:spPr>
            <a:xfrm>
              <a:off x="220427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h7980"/>
            <p:cNvSpPr/>
            <p:nvPr/>
          </p:nvSpPr>
          <p:spPr>
            <a:xfrm>
              <a:off x="221371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h7981"/>
            <p:cNvSpPr/>
            <p:nvPr/>
          </p:nvSpPr>
          <p:spPr>
            <a:xfrm>
              <a:off x="222315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h7982"/>
            <p:cNvSpPr/>
            <p:nvPr/>
          </p:nvSpPr>
          <p:spPr>
            <a:xfrm>
              <a:off x="223259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h7983"/>
            <p:cNvSpPr/>
            <p:nvPr/>
          </p:nvSpPr>
          <p:spPr>
            <a:xfrm>
              <a:off x="224203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h7984"/>
            <p:cNvSpPr/>
            <p:nvPr/>
          </p:nvSpPr>
          <p:spPr>
            <a:xfrm>
              <a:off x="2251477" y="1025756"/>
              <a:ext cx="923533" cy="914399"/>
            </a:xfrm>
            <a:custGeom>
              <a:avLst/>
              <a:pathLst>
                <a:path w="923533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067" y="896830"/>
                  </a:lnTo>
                  <a:lnTo>
                    <a:pt x="919686" y="898919"/>
                  </a:lnTo>
                  <a:lnTo>
                    <a:pt x="922269" y="908830"/>
                  </a:lnTo>
                  <a:lnTo>
                    <a:pt x="923533" y="91439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h7985"/>
            <p:cNvSpPr/>
            <p:nvPr/>
          </p:nvSpPr>
          <p:spPr>
            <a:xfrm>
              <a:off x="3422066" y="1008186"/>
              <a:ext cx="914400" cy="915284"/>
            </a:xfrm>
            <a:custGeom>
              <a:avLst/>
              <a:pathLst>
                <a:path w="914400" h="915284">
                  <a:moveTo>
                    <a:pt x="914400" y="914399"/>
                  </a:moveTo>
                  <a:lnTo>
                    <a:pt x="914400" y="915284"/>
                  </a:lnTo>
                  <a:lnTo>
                    <a:pt x="910401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h7986"/>
            <p:cNvSpPr/>
            <p:nvPr/>
          </p:nvSpPr>
          <p:spPr>
            <a:xfrm>
              <a:off x="3422066" y="1008186"/>
              <a:ext cx="923840" cy="922880"/>
            </a:xfrm>
            <a:custGeom>
              <a:avLst/>
              <a:pathLst>
                <a:path w="923840" h="922880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880"/>
                  </a:lnTo>
                  <a:lnTo>
                    <a:pt x="921958" y="920787"/>
                  </a:lnTo>
                  <a:lnTo>
                    <a:pt x="917963" y="915806"/>
                  </a:lnTo>
                  <a:lnTo>
                    <a:pt x="915211" y="915463"/>
                  </a:lnTo>
                  <a:lnTo>
                    <a:pt x="914400" y="91528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h7987"/>
            <p:cNvSpPr/>
            <p:nvPr/>
          </p:nvSpPr>
          <p:spPr>
            <a:xfrm>
              <a:off x="343150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292" y="931969"/>
                  </a:lnTo>
                  <a:lnTo>
                    <a:pt x="922645" y="931408"/>
                  </a:lnTo>
                  <a:lnTo>
                    <a:pt x="917508" y="926339"/>
                  </a:lnTo>
                  <a:lnTo>
                    <a:pt x="914400" y="92288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h7988"/>
            <p:cNvSpPr/>
            <p:nvPr/>
          </p:nvSpPr>
          <p:spPr>
            <a:xfrm>
              <a:off x="344094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h7989"/>
            <p:cNvSpPr/>
            <p:nvPr/>
          </p:nvSpPr>
          <p:spPr>
            <a:xfrm>
              <a:off x="345038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h7990"/>
            <p:cNvSpPr/>
            <p:nvPr/>
          </p:nvSpPr>
          <p:spPr>
            <a:xfrm>
              <a:off x="345982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h7991"/>
            <p:cNvSpPr/>
            <p:nvPr/>
          </p:nvSpPr>
          <p:spPr>
            <a:xfrm>
              <a:off x="346926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h7992"/>
            <p:cNvSpPr/>
            <p:nvPr/>
          </p:nvSpPr>
          <p:spPr>
            <a:xfrm>
              <a:off x="347870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h7993"/>
            <p:cNvSpPr/>
            <p:nvPr/>
          </p:nvSpPr>
          <p:spPr>
            <a:xfrm>
              <a:off x="348814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h7994"/>
            <p:cNvSpPr/>
            <p:nvPr/>
          </p:nvSpPr>
          <p:spPr>
            <a:xfrm>
              <a:off x="349758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h7995"/>
            <p:cNvSpPr/>
            <p:nvPr/>
          </p:nvSpPr>
          <p:spPr>
            <a:xfrm>
              <a:off x="350702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h7996"/>
            <p:cNvSpPr/>
            <p:nvPr/>
          </p:nvSpPr>
          <p:spPr>
            <a:xfrm>
              <a:off x="351646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h7997"/>
            <p:cNvSpPr/>
            <p:nvPr/>
          </p:nvSpPr>
          <p:spPr>
            <a:xfrm>
              <a:off x="352590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h7998"/>
            <p:cNvSpPr/>
            <p:nvPr/>
          </p:nvSpPr>
          <p:spPr>
            <a:xfrm>
              <a:off x="353534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h7999"/>
            <p:cNvSpPr/>
            <p:nvPr/>
          </p:nvSpPr>
          <p:spPr>
            <a:xfrm>
              <a:off x="354479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h8000"/>
            <p:cNvSpPr/>
            <p:nvPr/>
          </p:nvSpPr>
          <p:spPr>
            <a:xfrm>
              <a:off x="355423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h8001"/>
            <p:cNvSpPr/>
            <p:nvPr/>
          </p:nvSpPr>
          <p:spPr>
            <a:xfrm>
              <a:off x="356367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h8002"/>
            <p:cNvSpPr/>
            <p:nvPr/>
          </p:nvSpPr>
          <p:spPr>
            <a:xfrm>
              <a:off x="357311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h8003"/>
            <p:cNvSpPr/>
            <p:nvPr/>
          </p:nvSpPr>
          <p:spPr>
            <a:xfrm>
              <a:off x="358255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h8004"/>
            <p:cNvSpPr/>
            <p:nvPr/>
          </p:nvSpPr>
          <p:spPr>
            <a:xfrm>
              <a:off x="359199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h8005"/>
            <p:cNvSpPr/>
            <p:nvPr/>
          </p:nvSpPr>
          <p:spPr>
            <a:xfrm>
              <a:off x="360143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h8006"/>
            <p:cNvSpPr/>
            <p:nvPr/>
          </p:nvSpPr>
          <p:spPr>
            <a:xfrm>
              <a:off x="361087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h8007"/>
            <p:cNvSpPr/>
            <p:nvPr/>
          </p:nvSpPr>
          <p:spPr>
            <a:xfrm>
              <a:off x="362031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h8008"/>
            <p:cNvSpPr/>
            <p:nvPr/>
          </p:nvSpPr>
          <p:spPr>
            <a:xfrm>
              <a:off x="362975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h8009"/>
            <p:cNvSpPr/>
            <p:nvPr/>
          </p:nvSpPr>
          <p:spPr>
            <a:xfrm>
              <a:off x="363919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h8010"/>
            <p:cNvSpPr/>
            <p:nvPr/>
          </p:nvSpPr>
          <p:spPr>
            <a:xfrm>
              <a:off x="364863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h8011"/>
            <p:cNvSpPr/>
            <p:nvPr/>
          </p:nvSpPr>
          <p:spPr>
            <a:xfrm>
              <a:off x="365807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h8012"/>
            <p:cNvSpPr/>
            <p:nvPr/>
          </p:nvSpPr>
          <p:spPr>
            <a:xfrm>
              <a:off x="366751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h8013"/>
            <p:cNvSpPr/>
            <p:nvPr/>
          </p:nvSpPr>
          <p:spPr>
            <a:xfrm>
              <a:off x="367695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h8014"/>
            <p:cNvSpPr/>
            <p:nvPr/>
          </p:nvSpPr>
          <p:spPr>
            <a:xfrm>
              <a:off x="368639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h8015"/>
            <p:cNvSpPr/>
            <p:nvPr/>
          </p:nvSpPr>
          <p:spPr>
            <a:xfrm>
              <a:off x="369583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h8016"/>
            <p:cNvSpPr/>
            <p:nvPr/>
          </p:nvSpPr>
          <p:spPr>
            <a:xfrm>
              <a:off x="370527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h8017"/>
            <p:cNvSpPr/>
            <p:nvPr/>
          </p:nvSpPr>
          <p:spPr>
            <a:xfrm>
              <a:off x="371471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h8018"/>
            <p:cNvSpPr/>
            <p:nvPr/>
          </p:nvSpPr>
          <p:spPr>
            <a:xfrm>
              <a:off x="372415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h8019"/>
            <p:cNvSpPr/>
            <p:nvPr/>
          </p:nvSpPr>
          <p:spPr>
            <a:xfrm>
              <a:off x="373359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h8020"/>
            <p:cNvSpPr/>
            <p:nvPr/>
          </p:nvSpPr>
          <p:spPr>
            <a:xfrm>
              <a:off x="374303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h8021"/>
            <p:cNvSpPr/>
            <p:nvPr/>
          </p:nvSpPr>
          <p:spPr>
            <a:xfrm>
              <a:off x="375247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h8022"/>
            <p:cNvSpPr/>
            <p:nvPr/>
          </p:nvSpPr>
          <p:spPr>
            <a:xfrm>
              <a:off x="376191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h8023"/>
            <p:cNvSpPr/>
            <p:nvPr/>
          </p:nvSpPr>
          <p:spPr>
            <a:xfrm>
              <a:off x="377135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h8024"/>
            <p:cNvSpPr/>
            <p:nvPr/>
          </p:nvSpPr>
          <p:spPr>
            <a:xfrm>
              <a:off x="378079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h8025"/>
            <p:cNvSpPr/>
            <p:nvPr/>
          </p:nvSpPr>
          <p:spPr>
            <a:xfrm>
              <a:off x="379023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h8026"/>
            <p:cNvSpPr/>
            <p:nvPr/>
          </p:nvSpPr>
          <p:spPr>
            <a:xfrm>
              <a:off x="379967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h8027"/>
            <p:cNvSpPr/>
            <p:nvPr/>
          </p:nvSpPr>
          <p:spPr>
            <a:xfrm>
              <a:off x="380911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h8028"/>
            <p:cNvSpPr/>
            <p:nvPr/>
          </p:nvSpPr>
          <p:spPr>
            <a:xfrm>
              <a:off x="381855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h8029"/>
            <p:cNvSpPr/>
            <p:nvPr/>
          </p:nvSpPr>
          <p:spPr>
            <a:xfrm>
              <a:off x="382799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h8030"/>
            <p:cNvSpPr/>
            <p:nvPr/>
          </p:nvSpPr>
          <p:spPr>
            <a:xfrm>
              <a:off x="3846877" y="10257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188" y="896830"/>
                  </a:lnTo>
                  <a:lnTo>
                    <a:pt x="914400" y="897807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h8031"/>
            <p:cNvSpPr/>
            <p:nvPr/>
          </p:nvSpPr>
          <p:spPr>
            <a:xfrm>
              <a:off x="3846877" y="1025756"/>
              <a:ext cx="917409" cy="914399"/>
            </a:xfrm>
            <a:custGeom>
              <a:avLst/>
              <a:pathLst>
                <a:path w="917409" h="914399">
                  <a:moveTo>
                    <a:pt x="914400" y="914399"/>
                  </a:moveTo>
                  <a:lnTo>
                    <a:pt x="914400" y="897807"/>
                  </a:lnTo>
                  <a:lnTo>
                    <a:pt x="914883" y="900040"/>
                  </a:lnTo>
                  <a:lnTo>
                    <a:pt x="916819" y="910549"/>
                  </a:lnTo>
                  <a:lnTo>
                    <a:pt x="917409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h8032"/>
            <p:cNvSpPr/>
            <p:nvPr/>
          </p:nvSpPr>
          <p:spPr>
            <a:xfrm>
              <a:off x="2053232" y="100818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3813" y="914399"/>
                  </a:lnTo>
                  <a:lnTo>
                    <a:pt x="914400" y="912963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h8033"/>
            <p:cNvSpPr/>
            <p:nvPr/>
          </p:nvSpPr>
          <p:spPr>
            <a:xfrm>
              <a:off x="2062672" y="99061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533"/>
                  </a:lnTo>
                  <a:lnTo>
                    <a:pt x="907915" y="923292"/>
                  </a:lnTo>
                  <a:lnTo>
                    <a:pt x="911739" y="914874"/>
                  </a:lnTo>
                  <a:lnTo>
                    <a:pt x="911967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h8034"/>
            <p:cNvSpPr/>
            <p:nvPr/>
          </p:nvSpPr>
          <p:spPr>
            <a:xfrm>
              <a:off x="206267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h8035"/>
            <p:cNvSpPr/>
            <p:nvPr/>
          </p:nvSpPr>
          <p:spPr>
            <a:xfrm>
              <a:off x="207211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h8036"/>
            <p:cNvSpPr/>
            <p:nvPr/>
          </p:nvSpPr>
          <p:spPr>
            <a:xfrm>
              <a:off x="208155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h8037"/>
            <p:cNvSpPr/>
            <p:nvPr/>
          </p:nvSpPr>
          <p:spPr>
            <a:xfrm>
              <a:off x="209099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h8038"/>
            <p:cNvSpPr/>
            <p:nvPr/>
          </p:nvSpPr>
          <p:spPr>
            <a:xfrm>
              <a:off x="210043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h8039"/>
            <p:cNvSpPr/>
            <p:nvPr/>
          </p:nvSpPr>
          <p:spPr>
            <a:xfrm>
              <a:off x="210987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h8040"/>
            <p:cNvSpPr/>
            <p:nvPr/>
          </p:nvSpPr>
          <p:spPr>
            <a:xfrm>
              <a:off x="211931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h8041"/>
            <p:cNvSpPr/>
            <p:nvPr/>
          </p:nvSpPr>
          <p:spPr>
            <a:xfrm>
              <a:off x="212875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h8042"/>
            <p:cNvSpPr/>
            <p:nvPr/>
          </p:nvSpPr>
          <p:spPr>
            <a:xfrm>
              <a:off x="213819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h8043"/>
            <p:cNvSpPr/>
            <p:nvPr/>
          </p:nvSpPr>
          <p:spPr>
            <a:xfrm>
              <a:off x="214763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h8044"/>
            <p:cNvSpPr/>
            <p:nvPr/>
          </p:nvSpPr>
          <p:spPr>
            <a:xfrm>
              <a:off x="215707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h8045"/>
            <p:cNvSpPr/>
            <p:nvPr/>
          </p:nvSpPr>
          <p:spPr>
            <a:xfrm>
              <a:off x="216651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h8046"/>
            <p:cNvSpPr/>
            <p:nvPr/>
          </p:nvSpPr>
          <p:spPr>
            <a:xfrm>
              <a:off x="217595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h8047"/>
            <p:cNvSpPr/>
            <p:nvPr/>
          </p:nvSpPr>
          <p:spPr>
            <a:xfrm>
              <a:off x="218539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h8048"/>
            <p:cNvSpPr/>
            <p:nvPr/>
          </p:nvSpPr>
          <p:spPr>
            <a:xfrm>
              <a:off x="219483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h8049"/>
            <p:cNvSpPr/>
            <p:nvPr/>
          </p:nvSpPr>
          <p:spPr>
            <a:xfrm>
              <a:off x="220427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h8050"/>
            <p:cNvSpPr/>
            <p:nvPr/>
          </p:nvSpPr>
          <p:spPr>
            <a:xfrm>
              <a:off x="221371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h8051"/>
            <p:cNvSpPr/>
            <p:nvPr/>
          </p:nvSpPr>
          <p:spPr>
            <a:xfrm>
              <a:off x="222315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h8052"/>
            <p:cNvSpPr/>
            <p:nvPr/>
          </p:nvSpPr>
          <p:spPr>
            <a:xfrm>
              <a:off x="223259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h8053"/>
            <p:cNvSpPr/>
            <p:nvPr/>
          </p:nvSpPr>
          <p:spPr>
            <a:xfrm>
              <a:off x="2251477" y="100818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56" y="896830"/>
                  </a:lnTo>
                  <a:lnTo>
                    <a:pt x="913702" y="897487"/>
                  </a:lnTo>
                  <a:lnTo>
                    <a:pt x="914400" y="899574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h8054"/>
            <p:cNvSpPr/>
            <p:nvPr/>
          </p:nvSpPr>
          <p:spPr>
            <a:xfrm>
              <a:off x="2251477" y="1008186"/>
              <a:ext cx="919067" cy="914399"/>
            </a:xfrm>
            <a:custGeom>
              <a:avLst/>
              <a:pathLst>
                <a:path w="919067" h="914399">
                  <a:moveTo>
                    <a:pt x="914400" y="914399"/>
                  </a:moveTo>
                  <a:lnTo>
                    <a:pt x="914400" y="899574"/>
                  </a:lnTo>
                  <a:lnTo>
                    <a:pt x="916827" y="906842"/>
                  </a:lnTo>
                  <a:lnTo>
                    <a:pt x="919067" y="91439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h8055"/>
            <p:cNvSpPr/>
            <p:nvPr/>
          </p:nvSpPr>
          <p:spPr>
            <a:xfrm>
              <a:off x="3393746" y="990616"/>
              <a:ext cx="914400" cy="920596"/>
            </a:xfrm>
            <a:custGeom>
              <a:avLst/>
              <a:pathLst>
                <a:path w="914400" h="920596">
                  <a:moveTo>
                    <a:pt x="914400" y="914400"/>
                  </a:moveTo>
                  <a:lnTo>
                    <a:pt x="914400" y="920596"/>
                  </a:lnTo>
                  <a:lnTo>
                    <a:pt x="909739" y="917175"/>
                  </a:lnTo>
                  <a:lnTo>
                    <a:pt x="906463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h8056"/>
            <p:cNvSpPr/>
            <p:nvPr/>
          </p:nvSpPr>
          <p:spPr>
            <a:xfrm>
              <a:off x="3393746" y="990616"/>
              <a:ext cx="923840" cy="926253"/>
            </a:xfrm>
            <a:custGeom>
              <a:avLst/>
              <a:pathLst>
                <a:path w="923840" h="9262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253"/>
                  </a:lnTo>
                  <a:lnTo>
                    <a:pt x="920690" y="924614"/>
                  </a:lnTo>
                  <a:lnTo>
                    <a:pt x="915163" y="921157"/>
                  </a:lnTo>
                  <a:lnTo>
                    <a:pt x="914400" y="92059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h8057"/>
            <p:cNvSpPr/>
            <p:nvPr/>
          </p:nvSpPr>
          <p:spPr>
            <a:xfrm>
              <a:off x="3403186" y="990616"/>
              <a:ext cx="923840" cy="930329"/>
            </a:xfrm>
            <a:custGeom>
              <a:avLst/>
              <a:pathLst>
                <a:path w="923840" h="9303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329"/>
                  </a:lnTo>
                  <a:lnTo>
                    <a:pt x="922554" y="929919"/>
                  </a:lnTo>
                  <a:lnTo>
                    <a:pt x="916865" y="927537"/>
                  </a:lnTo>
                  <a:lnTo>
                    <a:pt x="914400" y="92625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h8058"/>
            <p:cNvSpPr/>
            <p:nvPr/>
          </p:nvSpPr>
          <p:spPr>
            <a:xfrm>
              <a:off x="341262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42" y="931969"/>
                  </a:lnTo>
                  <a:lnTo>
                    <a:pt x="918861" y="931752"/>
                  </a:lnTo>
                  <a:lnTo>
                    <a:pt x="914400" y="93032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h8059"/>
            <p:cNvSpPr/>
            <p:nvPr/>
          </p:nvSpPr>
          <p:spPr>
            <a:xfrm>
              <a:off x="342206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h8060"/>
            <p:cNvSpPr/>
            <p:nvPr/>
          </p:nvSpPr>
          <p:spPr>
            <a:xfrm>
              <a:off x="343150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h8061"/>
            <p:cNvSpPr/>
            <p:nvPr/>
          </p:nvSpPr>
          <p:spPr>
            <a:xfrm>
              <a:off x="344094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h8062"/>
            <p:cNvSpPr/>
            <p:nvPr/>
          </p:nvSpPr>
          <p:spPr>
            <a:xfrm>
              <a:off x="345038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h8063"/>
            <p:cNvSpPr/>
            <p:nvPr/>
          </p:nvSpPr>
          <p:spPr>
            <a:xfrm>
              <a:off x="345982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h8064"/>
            <p:cNvSpPr/>
            <p:nvPr/>
          </p:nvSpPr>
          <p:spPr>
            <a:xfrm>
              <a:off x="346926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h8065"/>
            <p:cNvSpPr/>
            <p:nvPr/>
          </p:nvSpPr>
          <p:spPr>
            <a:xfrm>
              <a:off x="347870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h8066"/>
            <p:cNvSpPr/>
            <p:nvPr/>
          </p:nvSpPr>
          <p:spPr>
            <a:xfrm>
              <a:off x="348814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h8067"/>
            <p:cNvSpPr/>
            <p:nvPr/>
          </p:nvSpPr>
          <p:spPr>
            <a:xfrm>
              <a:off x="349758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h8068"/>
            <p:cNvSpPr/>
            <p:nvPr/>
          </p:nvSpPr>
          <p:spPr>
            <a:xfrm>
              <a:off x="350702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h8069"/>
            <p:cNvSpPr/>
            <p:nvPr/>
          </p:nvSpPr>
          <p:spPr>
            <a:xfrm>
              <a:off x="351646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h8070"/>
            <p:cNvSpPr/>
            <p:nvPr/>
          </p:nvSpPr>
          <p:spPr>
            <a:xfrm>
              <a:off x="352590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h8071"/>
            <p:cNvSpPr/>
            <p:nvPr/>
          </p:nvSpPr>
          <p:spPr>
            <a:xfrm>
              <a:off x="353534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h8072"/>
            <p:cNvSpPr/>
            <p:nvPr/>
          </p:nvSpPr>
          <p:spPr>
            <a:xfrm>
              <a:off x="354479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h8073"/>
            <p:cNvSpPr/>
            <p:nvPr/>
          </p:nvSpPr>
          <p:spPr>
            <a:xfrm>
              <a:off x="355423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h8074"/>
            <p:cNvSpPr/>
            <p:nvPr/>
          </p:nvSpPr>
          <p:spPr>
            <a:xfrm>
              <a:off x="356367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h8075"/>
            <p:cNvSpPr/>
            <p:nvPr/>
          </p:nvSpPr>
          <p:spPr>
            <a:xfrm>
              <a:off x="357311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h8076"/>
            <p:cNvSpPr/>
            <p:nvPr/>
          </p:nvSpPr>
          <p:spPr>
            <a:xfrm>
              <a:off x="358255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h8077"/>
            <p:cNvSpPr/>
            <p:nvPr/>
          </p:nvSpPr>
          <p:spPr>
            <a:xfrm>
              <a:off x="359199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h8078"/>
            <p:cNvSpPr/>
            <p:nvPr/>
          </p:nvSpPr>
          <p:spPr>
            <a:xfrm>
              <a:off x="360143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h8079"/>
            <p:cNvSpPr/>
            <p:nvPr/>
          </p:nvSpPr>
          <p:spPr>
            <a:xfrm>
              <a:off x="361087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h8080"/>
            <p:cNvSpPr/>
            <p:nvPr/>
          </p:nvSpPr>
          <p:spPr>
            <a:xfrm>
              <a:off x="362031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h8081"/>
            <p:cNvSpPr/>
            <p:nvPr/>
          </p:nvSpPr>
          <p:spPr>
            <a:xfrm>
              <a:off x="362975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h8082"/>
            <p:cNvSpPr/>
            <p:nvPr/>
          </p:nvSpPr>
          <p:spPr>
            <a:xfrm>
              <a:off x="363919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h8083"/>
            <p:cNvSpPr/>
            <p:nvPr/>
          </p:nvSpPr>
          <p:spPr>
            <a:xfrm>
              <a:off x="364863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h8084"/>
            <p:cNvSpPr/>
            <p:nvPr/>
          </p:nvSpPr>
          <p:spPr>
            <a:xfrm>
              <a:off x="365807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h8085"/>
            <p:cNvSpPr/>
            <p:nvPr/>
          </p:nvSpPr>
          <p:spPr>
            <a:xfrm>
              <a:off x="366751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h8086"/>
            <p:cNvSpPr/>
            <p:nvPr/>
          </p:nvSpPr>
          <p:spPr>
            <a:xfrm>
              <a:off x="367695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h8087"/>
            <p:cNvSpPr/>
            <p:nvPr/>
          </p:nvSpPr>
          <p:spPr>
            <a:xfrm>
              <a:off x="368639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h8088"/>
            <p:cNvSpPr/>
            <p:nvPr/>
          </p:nvSpPr>
          <p:spPr>
            <a:xfrm>
              <a:off x="369583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h8089"/>
            <p:cNvSpPr/>
            <p:nvPr/>
          </p:nvSpPr>
          <p:spPr>
            <a:xfrm>
              <a:off x="370527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h8090"/>
            <p:cNvSpPr/>
            <p:nvPr/>
          </p:nvSpPr>
          <p:spPr>
            <a:xfrm>
              <a:off x="371471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h8091"/>
            <p:cNvSpPr/>
            <p:nvPr/>
          </p:nvSpPr>
          <p:spPr>
            <a:xfrm>
              <a:off x="372415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h8092"/>
            <p:cNvSpPr/>
            <p:nvPr/>
          </p:nvSpPr>
          <p:spPr>
            <a:xfrm>
              <a:off x="373359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h8093"/>
            <p:cNvSpPr/>
            <p:nvPr/>
          </p:nvSpPr>
          <p:spPr>
            <a:xfrm>
              <a:off x="374303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h8094"/>
            <p:cNvSpPr/>
            <p:nvPr/>
          </p:nvSpPr>
          <p:spPr>
            <a:xfrm>
              <a:off x="375247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h8095"/>
            <p:cNvSpPr/>
            <p:nvPr/>
          </p:nvSpPr>
          <p:spPr>
            <a:xfrm>
              <a:off x="376191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h8096"/>
            <p:cNvSpPr/>
            <p:nvPr/>
          </p:nvSpPr>
          <p:spPr>
            <a:xfrm>
              <a:off x="377135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h8097"/>
            <p:cNvSpPr/>
            <p:nvPr/>
          </p:nvSpPr>
          <p:spPr>
            <a:xfrm>
              <a:off x="378079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h8098"/>
            <p:cNvSpPr/>
            <p:nvPr/>
          </p:nvSpPr>
          <p:spPr>
            <a:xfrm>
              <a:off x="379023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h8099"/>
            <p:cNvSpPr/>
            <p:nvPr/>
          </p:nvSpPr>
          <p:spPr>
            <a:xfrm>
              <a:off x="379967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h8100"/>
            <p:cNvSpPr/>
            <p:nvPr/>
          </p:nvSpPr>
          <p:spPr>
            <a:xfrm>
              <a:off x="380911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h8101"/>
            <p:cNvSpPr/>
            <p:nvPr/>
          </p:nvSpPr>
          <p:spPr>
            <a:xfrm>
              <a:off x="381855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h8102"/>
            <p:cNvSpPr/>
            <p:nvPr/>
          </p:nvSpPr>
          <p:spPr>
            <a:xfrm>
              <a:off x="382799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h8103"/>
            <p:cNvSpPr/>
            <p:nvPr/>
          </p:nvSpPr>
          <p:spPr>
            <a:xfrm>
              <a:off x="3837437" y="1008186"/>
              <a:ext cx="923628" cy="914399"/>
            </a:xfrm>
            <a:custGeom>
              <a:avLst/>
              <a:pathLst>
                <a:path w="9236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488" y="896916"/>
                  </a:lnTo>
                  <a:lnTo>
                    <a:pt x="919573" y="897235"/>
                  </a:lnTo>
                  <a:lnTo>
                    <a:pt x="922092" y="907306"/>
                  </a:lnTo>
                  <a:lnTo>
                    <a:pt x="923628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h8104"/>
            <p:cNvSpPr/>
            <p:nvPr/>
          </p:nvSpPr>
          <p:spPr>
            <a:xfrm>
              <a:off x="2062672" y="99061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967" y="914400"/>
                  </a:lnTo>
                  <a:lnTo>
                    <a:pt x="912104" y="914113"/>
                  </a:lnTo>
                  <a:lnTo>
                    <a:pt x="912287" y="913730"/>
                  </a:lnTo>
                  <a:lnTo>
                    <a:pt x="912471" y="913347"/>
                  </a:lnTo>
                  <a:lnTo>
                    <a:pt x="912654" y="912964"/>
                  </a:lnTo>
                  <a:lnTo>
                    <a:pt x="912838" y="912581"/>
                  </a:lnTo>
                  <a:lnTo>
                    <a:pt x="913021" y="912198"/>
                  </a:lnTo>
                  <a:lnTo>
                    <a:pt x="913205" y="911815"/>
                  </a:lnTo>
                  <a:lnTo>
                    <a:pt x="913388" y="911432"/>
                  </a:lnTo>
                  <a:lnTo>
                    <a:pt x="913572" y="911049"/>
                  </a:lnTo>
                  <a:lnTo>
                    <a:pt x="913756" y="910666"/>
                  </a:lnTo>
                  <a:lnTo>
                    <a:pt x="913939" y="910283"/>
                  </a:lnTo>
                  <a:lnTo>
                    <a:pt x="914123" y="909900"/>
                  </a:lnTo>
                  <a:lnTo>
                    <a:pt x="914307" y="909517"/>
                  </a:lnTo>
                  <a:lnTo>
                    <a:pt x="914400" y="909323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h8105"/>
            <p:cNvSpPr/>
            <p:nvPr/>
          </p:nvSpPr>
          <p:spPr>
            <a:xfrm>
              <a:off x="2072112" y="97304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893"/>
                  </a:lnTo>
                  <a:lnTo>
                    <a:pt x="905050" y="926703"/>
                  </a:lnTo>
                  <a:lnTo>
                    <a:pt x="905234" y="926320"/>
                  </a:lnTo>
                  <a:lnTo>
                    <a:pt x="905417" y="925937"/>
                  </a:lnTo>
                  <a:lnTo>
                    <a:pt x="905601" y="925554"/>
                  </a:lnTo>
                  <a:lnTo>
                    <a:pt x="905785" y="925171"/>
                  </a:lnTo>
                  <a:lnTo>
                    <a:pt x="905968" y="924788"/>
                  </a:lnTo>
                  <a:lnTo>
                    <a:pt x="906152" y="924405"/>
                  </a:lnTo>
                  <a:lnTo>
                    <a:pt x="906336" y="924022"/>
                  </a:lnTo>
                  <a:lnTo>
                    <a:pt x="906520" y="923639"/>
                  </a:lnTo>
                  <a:lnTo>
                    <a:pt x="906703" y="923256"/>
                  </a:lnTo>
                  <a:lnTo>
                    <a:pt x="906887" y="922873"/>
                  </a:lnTo>
                  <a:lnTo>
                    <a:pt x="907071" y="922490"/>
                  </a:lnTo>
                  <a:lnTo>
                    <a:pt x="907255" y="922107"/>
                  </a:lnTo>
                  <a:lnTo>
                    <a:pt x="907439" y="921724"/>
                  </a:lnTo>
                  <a:lnTo>
                    <a:pt x="907622" y="921341"/>
                  </a:lnTo>
                  <a:lnTo>
                    <a:pt x="907806" y="920958"/>
                  </a:lnTo>
                  <a:lnTo>
                    <a:pt x="907990" y="920575"/>
                  </a:lnTo>
                  <a:lnTo>
                    <a:pt x="908174" y="920192"/>
                  </a:lnTo>
                  <a:lnTo>
                    <a:pt x="908358" y="919809"/>
                  </a:lnTo>
                  <a:lnTo>
                    <a:pt x="908542" y="919426"/>
                  </a:lnTo>
                  <a:lnTo>
                    <a:pt x="908726" y="919043"/>
                  </a:lnTo>
                  <a:lnTo>
                    <a:pt x="908910" y="918660"/>
                  </a:lnTo>
                  <a:lnTo>
                    <a:pt x="909093" y="918277"/>
                  </a:lnTo>
                  <a:lnTo>
                    <a:pt x="909277" y="917894"/>
                  </a:lnTo>
                  <a:lnTo>
                    <a:pt x="909461" y="917511"/>
                  </a:lnTo>
                  <a:lnTo>
                    <a:pt x="909645" y="917128"/>
                  </a:lnTo>
                  <a:lnTo>
                    <a:pt x="909829" y="916745"/>
                  </a:lnTo>
                  <a:lnTo>
                    <a:pt x="910013" y="916362"/>
                  </a:lnTo>
                  <a:lnTo>
                    <a:pt x="910197" y="915979"/>
                  </a:lnTo>
                  <a:lnTo>
                    <a:pt x="910381" y="915596"/>
                  </a:lnTo>
                  <a:lnTo>
                    <a:pt x="910565" y="915213"/>
                  </a:lnTo>
                  <a:lnTo>
                    <a:pt x="910749" y="914830"/>
                  </a:lnTo>
                  <a:lnTo>
                    <a:pt x="910956" y="91440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h8106"/>
            <p:cNvSpPr/>
            <p:nvPr/>
          </p:nvSpPr>
          <p:spPr>
            <a:xfrm>
              <a:off x="207211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h8107"/>
            <p:cNvSpPr/>
            <p:nvPr/>
          </p:nvSpPr>
          <p:spPr>
            <a:xfrm>
              <a:off x="208155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h8108"/>
            <p:cNvSpPr/>
            <p:nvPr/>
          </p:nvSpPr>
          <p:spPr>
            <a:xfrm>
              <a:off x="209099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h8109"/>
            <p:cNvSpPr/>
            <p:nvPr/>
          </p:nvSpPr>
          <p:spPr>
            <a:xfrm>
              <a:off x="210043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h8110"/>
            <p:cNvSpPr/>
            <p:nvPr/>
          </p:nvSpPr>
          <p:spPr>
            <a:xfrm>
              <a:off x="210987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h8111"/>
            <p:cNvSpPr/>
            <p:nvPr/>
          </p:nvSpPr>
          <p:spPr>
            <a:xfrm>
              <a:off x="211931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h8112"/>
            <p:cNvSpPr/>
            <p:nvPr/>
          </p:nvSpPr>
          <p:spPr>
            <a:xfrm>
              <a:off x="212875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h8113"/>
            <p:cNvSpPr/>
            <p:nvPr/>
          </p:nvSpPr>
          <p:spPr>
            <a:xfrm>
              <a:off x="213819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h8114"/>
            <p:cNvSpPr/>
            <p:nvPr/>
          </p:nvSpPr>
          <p:spPr>
            <a:xfrm>
              <a:off x="214763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h8115"/>
            <p:cNvSpPr/>
            <p:nvPr/>
          </p:nvSpPr>
          <p:spPr>
            <a:xfrm>
              <a:off x="215707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h8116"/>
            <p:cNvSpPr/>
            <p:nvPr/>
          </p:nvSpPr>
          <p:spPr>
            <a:xfrm>
              <a:off x="216651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h8117"/>
            <p:cNvSpPr/>
            <p:nvPr/>
          </p:nvSpPr>
          <p:spPr>
            <a:xfrm>
              <a:off x="217595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h8118"/>
            <p:cNvSpPr/>
            <p:nvPr/>
          </p:nvSpPr>
          <p:spPr>
            <a:xfrm>
              <a:off x="218539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h8119"/>
            <p:cNvSpPr/>
            <p:nvPr/>
          </p:nvSpPr>
          <p:spPr>
            <a:xfrm>
              <a:off x="219483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h8120"/>
            <p:cNvSpPr/>
            <p:nvPr/>
          </p:nvSpPr>
          <p:spPr>
            <a:xfrm>
              <a:off x="220427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h8121"/>
            <p:cNvSpPr/>
            <p:nvPr/>
          </p:nvSpPr>
          <p:spPr>
            <a:xfrm>
              <a:off x="221371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h8122"/>
            <p:cNvSpPr/>
            <p:nvPr/>
          </p:nvSpPr>
          <p:spPr>
            <a:xfrm>
              <a:off x="222315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h8123"/>
            <p:cNvSpPr/>
            <p:nvPr/>
          </p:nvSpPr>
          <p:spPr>
            <a:xfrm>
              <a:off x="223259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h8124"/>
            <p:cNvSpPr/>
            <p:nvPr/>
          </p:nvSpPr>
          <p:spPr>
            <a:xfrm>
              <a:off x="2242036" y="990616"/>
              <a:ext cx="922897" cy="914400"/>
            </a:xfrm>
            <a:custGeom>
              <a:avLst/>
              <a:pathLst>
                <a:path w="9228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899" y="896830"/>
                  </a:lnTo>
                  <a:lnTo>
                    <a:pt x="916127" y="897320"/>
                  </a:lnTo>
                  <a:lnTo>
                    <a:pt x="919759" y="906017"/>
                  </a:lnTo>
                  <a:lnTo>
                    <a:pt x="922897" y="91440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h8125"/>
            <p:cNvSpPr/>
            <p:nvPr/>
          </p:nvSpPr>
          <p:spPr>
            <a:xfrm>
              <a:off x="3374865" y="973046"/>
              <a:ext cx="914400" cy="921332"/>
            </a:xfrm>
            <a:custGeom>
              <a:avLst/>
              <a:pathLst>
                <a:path w="914400" h="921332">
                  <a:moveTo>
                    <a:pt x="914400" y="914400"/>
                  </a:moveTo>
                  <a:lnTo>
                    <a:pt x="914322" y="921332"/>
                  </a:lnTo>
                  <a:lnTo>
                    <a:pt x="913052" y="920028"/>
                  </a:lnTo>
                  <a:lnTo>
                    <a:pt x="911781" y="918725"/>
                  </a:lnTo>
                  <a:lnTo>
                    <a:pt x="910511" y="917422"/>
                  </a:lnTo>
                  <a:lnTo>
                    <a:pt x="909240" y="916119"/>
                  </a:lnTo>
                  <a:lnTo>
                    <a:pt x="907969" y="914816"/>
                  </a:lnTo>
                  <a:lnTo>
                    <a:pt x="907563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h8126"/>
            <p:cNvSpPr/>
            <p:nvPr/>
          </p:nvSpPr>
          <p:spPr>
            <a:xfrm>
              <a:off x="3374865" y="973046"/>
              <a:ext cx="923840" cy="930695"/>
            </a:xfrm>
            <a:custGeom>
              <a:avLst/>
              <a:pathLst>
                <a:path w="923840" h="93069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695"/>
                  </a:lnTo>
                  <a:lnTo>
                    <a:pt x="923312" y="930248"/>
                  </a:lnTo>
                  <a:lnTo>
                    <a:pt x="918136" y="925250"/>
                  </a:lnTo>
                  <a:lnTo>
                    <a:pt x="916861" y="923939"/>
                  </a:lnTo>
                  <a:lnTo>
                    <a:pt x="915591" y="922635"/>
                  </a:lnTo>
                  <a:lnTo>
                    <a:pt x="914400" y="921412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h8127"/>
            <p:cNvSpPr/>
            <p:nvPr/>
          </p:nvSpPr>
          <p:spPr>
            <a:xfrm>
              <a:off x="338430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903" y="931969"/>
                  </a:lnTo>
                  <a:lnTo>
                    <a:pt x="914400" y="930695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h8128"/>
            <p:cNvSpPr/>
            <p:nvPr/>
          </p:nvSpPr>
          <p:spPr>
            <a:xfrm>
              <a:off x="339374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h8129"/>
            <p:cNvSpPr/>
            <p:nvPr/>
          </p:nvSpPr>
          <p:spPr>
            <a:xfrm>
              <a:off x="340318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h8130"/>
            <p:cNvSpPr/>
            <p:nvPr/>
          </p:nvSpPr>
          <p:spPr>
            <a:xfrm>
              <a:off x="341262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h8131"/>
            <p:cNvSpPr/>
            <p:nvPr/>
          </p:nvSpPr>
          <p:spPr>
            <a:xfrm>
              <a:off x="342206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h8132"/>
            <p:cNvSpPr/>
            <p:nvPr/>
          </p:nvSpPr>
          <p:spPr>
            <a:xfrm>
              <a:off x="343150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h8133"/>
            <p:cNvSpPr/>
            <p:nvPr/>
          </p:nvSpPr>
          <p:spPr>
            <a:xfrm>
              <a:off x="344094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h8134"/>
            <p:cNvSpPr/>
            <p:nvPr/>
          </p:nvSpPr>
          <p:spPr>
            <a:xfrm>
              <a:off x="345038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h8135"/>
            <p:cNvSpPr/>
            <p:nvPr/>
          </p:nvSpPr>
          <p:spPr>
            <a:xfrm>
              <a:off x="345982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h8136"/>
            <p:cNvSpPr/>
            <p:nvPr/>
          </p:nvSpPr>
          <p:spPr>
            <a:xfrm>
              <a:off x="346926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h8137"/>
            <p:cNvSpPr/>
            <p:nvPr/>
          </p:nvSpPr>
          <p:spPr>
            <a:xfrm>
              <a:off x="347870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h8138"/>
            <p:cNvSpPr/>
            <p:nvPr/>
          </p:nvSpPr>
          <p:spPr>
            <a:xfrm>
              <a:off x="348814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h8139"/>
            <p:cNvSpPr/>
            <p:nvPr/>
          </p:nvSpPr>
          <p:spPr>
            <a:xfrm>
              <a:off x="349758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h8140"/>
            <p:cNvSpPr/>
            <p:nvPr/>
          </p:nvSpPr>
          <p:spPr>
            <a:xfrm>
              <a:off x="350702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h8141"/>
            <p:cNvSpPr/>
            <p:nvPr/>
          </p:nvSpPr>
          <p:spPr>
            <a:xfrm>
              <a:off x="351646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h8142"/>
            <p:cNvSpPr/>
            <p:nvPr/>
          </p:nvSpPr>
          <p:spPr>
            <a:xfrm>
              <a:off x="352590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h8143"/>
            <p:cNvSpPr/>
            <p:nvPr/>
          </p:nvSpPr>
          <p:spPr>
            <a:xfrm>
              <a:off x="353534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h8144"/>
            <p:cNvSpPr/>
            <p:nvPr/>
          </p:nvSpPr>
          <p:spPr>
            <a:xfrm>
              <a:off x="354479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h8145"/>
            <p:cNvSpPr/>
            <p:nvPr/>
          </p:nvSpPr>
          <p:spPr>
            <a:xfrm>
              <a:off x="355423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h8146"/>
            <p:cNvSpPr/>
            <p:nvPr/>
          </p:nvSpPr>
          <p:spPr>
            <a:xfrm>
              <a:off x="356367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h8147"/>
            <p:cNvSpPr/>
            <p:nvPr/>
          </p:nvSpPr>
          <p:spPr>
            <a:xfrm>
              <a:off x="357311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h8148"/>
            <p:cNvSpPr/>
            <p:nvPr/>
          </p:nvSpPr>
          <p:spPr>
            <a:xfrm>
              <a:off x="358255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h8149"/>
            <p:cNvSpPr/>
            <p:nvPr/>
          </p:nvSpPr>
          <p:spPr>
            <a:xfrm>
              <a:off x="359199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h8150"/>
            <p:cNvSpPr/>
            <p:nvPr/>
          </p:nvSpPr>
          <p:spPr>
            <a:xfrm>
              <a:off x="360143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h8151"/>
            <p:cNvSpPr/>
            <p:nvPr/>
          </p:nvSpPr>
          <p:spPr>
            <a:xfrm>
              <a:off x="361087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h8152"/>
            <p:cNvSpPr/>
            <p:nvPr/>
          </p:nvSpPr>
          <p:spPr>
            <a:xfrm>
              <a:off x="362031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h8153"/>
            <p:cNvSpPr/>
            <p:nvPr/>
          </p:nvSpPr>
          <p:spPr>
            <a:xfrm>
              <a:off x="362975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h8154"/>
            <p:cNvSpPr/>
            <p:nvPr/>
          </p:nvSpPr>
          <p:spPr>
            <a:xfrm>
              <a:off x="363919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h8155"/>
            <p:cNvSpPr/>
            <p:nvPr/>
          </p:nvSpPr>
          <p:spPr>
            <a:xfrm>
              <a:off x="364863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h8156"/>
            <p:cNvSpPr/>
            <p:nvPr/>
          </p:nvSpPr>
          <p:spPr>
            <a:xfrm>
              <a:off x="365807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h8157"/>
            <p:cNvSpPr/>
            <p:nvPr/>
          </p:nvSpPr>
          <p:spPr>
            <a:xfrm>
              <a:off x="366751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h8158"/>
            <p:cNvSpPr/>
            <p:nvPr/>
          </p:nvSpPr>
          <p:spPr>
            <a:xfrm>
              <a:off x="367695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h8159"/>
            <p:cNvSpPr/>
            <p:nvPr/>
          </p:nvSpPr>
          <p:spPr>
            <a:xfrm>
              <a:off x="368639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h8160"/>
            <p:cNvSpPr/>
            <p:nvPr/>
          </p:nvSpPr>
          <p:spPr>
            <a:xfrm>
              <a:off x="369583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h8161"/>
            <p:cNvSpPr/>
            <p:nvPr/>
          </p:nvSpPr>
          <p:spPr>
            <a:xfrm>
              <a:off x="370527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h8162"/>
            <p:cNvSpPr/>
            <p:nvPr/>
          </p:nvSpPr>
          <p:spPr>
            <a:xfrm>
              <a:off x="371471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h8163"/>
            <p:cNvSpPr/>
            <p:nvPr/>
          </p:nvSpPr>
          <p:spPr>
            <a:xfrm>
              <a:off x="372415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h8164"/>
            <p:cNvSpPr/>
            <p:nvPr/>
          </p:nvSpPr>
          <p:spPr>
            <a:xfrm>
              <a:off x="373359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h8165"/>
            <p:cNvSpPr/>
            <p:nvPr/>
          </p:nvSpPr>
          <p:spPr>
            <a:xfrm>
              <a:off x="374303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h8166"/>
            <p:cNvSpPr/>
            <p:nvPr/>
          </p:nvSpPr>
          <p:spPr>
            <a:xfrm>
              <a:off x="375247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h8167"/>
            <p:cNvSpPr/>
            <p:nvPr/>
          </p:nvSpPr>
          <p:spPr>
            <a:xfrm>
              <a:off x="376191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h8168"/>
            <p:cNvSpPr/>
            <p:nvPr/>
          </p:nvSpPr>
          <p:spPr>
            <a:xfrm>
              <a:off x="377135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h8169"/>
            <p:cNvSpPr/>
            <p:nvPr/>
          </p:nvSpPr>
          <p:spPr>
            <a:xfrm>
              <a:off x="378079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h8170"/>
            <p:cNvSpPr/>
            <p:nvPr/>
          </p:nvSpPr>
          <p:spPr>
            <a:xfrm>
              <a:off x="379023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h8171"/>
            <p:cNvSpPr/>
            <p:nvPr/>
          </p:nvSpPr>
          <p:spPr>
            <a:xfrm>
              <a:off x="379967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h8172"/>
            <p:cNvSpPr/>
            <p:nvPr/>
          </p:nvSpPr>
          <p:spPr>
            <a:xfrm>
              <a:off x="380911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h8173"/>
            <p:cNvSpPr/>
            <p:nvPr/>
          </p:nvSpPr>
          <p:spPr>
            <a:xfrm>
              <a:off x="381855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h8174"/>
            <p:cNvSpPr/>
            <p:nvPr/>
          </p:nvSpPr>
          <p:spPr>
            <a:xfrm>
              <a:off x="382799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h8175"/>
            <p:cNvSpPr/>
            <p:nvPr/>
          </p:nvSpPr>
          <p:spPr>
            <a:xfrm>
              <a:off x="3837437" y="990616"/>
              <a:ext cx="919465" cy="914400"/>
            </a:xfrm>
            <a:custGeom>
              <a:avLst/>
              <a:pathLst>
                <a:path w="91946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56" y="896830"/>
                  </a:lnTo>
                  <a:lnTo>
                    <a:pt x="914793" y="896967"/>
                  </a:lnTo>
                  <a:lnTo>
                    <a:pt x="914878" y="897285"/>
                  </a:lnTo>
                  <a:lnTo>
                    <a:pt x="914964" y="897604"/>
                  </a:lnTo>
                  <a:lnTo>
                    <a:pt x="915049" y="897922"/>
                  </a:lnTo>
                  <a:lnTo>
                    <a:pt x="915135" y="898241"/>
                  </a:lnTo>
                  <a:lnTo>
                    <a:pt x="915220" y="898559"/>
                  </a:lnTo>
                  <a:lnTo>
                    <a:pt x="915305" y="898878"/>
                  </a:lnTo>
                  <a:lnTo>
                    <a:pt x="915391" y="899196"/>
                  </a:lnTo>
                  <a:lnTo>
                    <a:pt x="915476" y="899515"/>
                  </a:lnTo>
                  <a:lnTo>
                    <a:pt x="915562" y="899833"/>
                  </a:lnTo>
                  <a:lnTo>
                    <a:pt x="915647" y="900152"/>
                  </a:lnTo>
                  <a:lnTo>
                    <a:pt x="915733" y="900470"/>
                  </a:lnTo>
                  <a:lnTo>
                    <a:pt x="915818" y="900789"/>
                  </a:lnTo>
                  <a:lnTo>
                    <a:pt x="915904" y="901107"/>
                  </a:lnTo>
                  <a:lnTo>
                    <a:pt x="915989" y="901426"/>
                  </a:lnTo>
                  <a:lnTo>
                    <a:pt x="916075" y="901745"/>
                  </a:lnTo>
                  <a:lnTo>
                    <a:pt x="916160" y="902063"/>
                  </a:lnTo>
                  <a:lnTo>
                    <a:pt x="916245" y="902382"/>
                  </a:lnTo>
                  <a:lnTo>
                    <a:pt x="916331" y="902700"/>
                  </a:lnTo>
                  <a:lnTo>
                    <a:pt x="916416" y="903019"/>
                  </a:lnTo>
                  <a:lnTo>
                    <a:pt x="916502" y="903337"/>
                  </a:lnTo>
                  <a:lnTo>
                    <a:pt x="916587" y="903656"/>
                  </a:lnTo>
                  <a:lnTo>
                    <a:pt x="916672" y="903974"/>
                  </a:lnTo>
                  <a:lnTo>
                    <a:pt x="916758" y="904293"/>
                  </a:lnTo>
                  <a:lnTo>
                    <a:pt x="916843" y="904611"/>
                  </a:lnTo>
                  <a:lnTo>
                    <a:pt x="916929" y="904930"/>
                  </a:lnTo>
                  <a:lnTo>
                    <a:pt x="917014" y="905248"/>
                  </a:lnTo>
                  <a:lnTo>
                    <a:pt x="917099" y="905567"/>
                  </a:lnTo>
                  <a:lnTo>
                    <a:pt x="917185" y="905885"/>
                  </a:lnTo>
                  <a:lnTo>
                    <a:pt x="917270" y="906204"/>
                  </a:lnTo>
                  <a:lnTo>
                    <a:pt x="917355" y="906523"/>
                  </a:lnTo>
                  <a:lnTo>
                    <a:pt x="917441" y="906841"/>
                  </a:lnTo>
                  <a:lnTo>
                    <a:pt x="917526" y="907160"/>
                  </a:lnTo>
                  <a:lnTo>
                    <a:pt x="917611" y="907478"/>
                  </a:lnTo>
                  <a:lnTo>
                    <a:pt x="917697" y="907797"/>
                  </a:lnTo>
                  <a:lnTo>
                    <a:pt x="917782" y="908115"/>
                  </a:lnTo>
                  <a:lnTo>
                    <a:pt x="917867" y="908434"/>
                  </a:lnTo>
                  <a:lnTo>
                    <a:pt x="917953" y="908752"/>
                  </a:lnTo>
                  <a:lnTo>
                    <a:pt x="918038" y="909071"/>
                  </a:lnTo>
                  <a:lnTo>
                    <a:pt x="918123" y="909389"/>
                  </a:lnTo>
                  <a:lnTo>
                    <a:pt x="918209" y="909708"/>
                  </a:lnTo>
                  <a:lnTo>
                    <a:pt x="918294" y="910026"/>
                  </a:lnTo>
                  <a:lnTo>
                    <a:pt x="918379" y="910345"/>
                  </a:lnTo>
                  <a:lnTo>
                    <a:pt x="918465" y="910664"/>
                  </a:lnTo>
                  <a:lnTo>
                    <a:pt x="918550" y="910982"/>
                  </a:lnTo>
                  <a:lnTo>
                    <a:pt x="918635" y="911301"/>
                  </a:lnTo>
                  <a:lnTo>
                    <a:pt x="918721" y="911619"/>
                  </a:lnTo>
                  <a:lnTo>
                    <a:pt x="918806" y="911938"/>
                  </a:lnTo>
                  <a:lnTo>
                    <a:pt x="918891" y="912256"/>
                  </a:lnTo>
                  <a:lnTo>
                    <a:pt x="918976" y="912575"/>
                  </a:lnTo>
                  <a:lnTo>
                    <a:pt x="919062" y="912893"/>
                  </a:lnTo>
                  <a:lnTo>
                    <a:pt x="919147" y="913212"/>
                  </a:lnTo>
                  <a:lnTo>
                    <a:pt x="919232" y="913530"/>
                  </a:lnTo>
                  <a:lnTo>
                    <a:pt x="919317" y="913849"/>
                  </a:lnTo>
                  <a:lnTo>
                    <a:pt x="919403" y="914168"/>
                  </a:lnTo>
                  <a:lnTo>
                    <a:pt x="919465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h8176"/>
            <p:cNvSpPr/>
            <p:nvPr/>
          </p:nvSpPr>
          <p:spPr>
            <a:xfrm>
              <a:off x="2072112" y="97304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956" y="914400"/>
                  </a:lnTo>
                  <a:lnTo>
                    <a:pt x="911117" y="914064"/>
                  </a:lnTo>
                  <a:lnTo>
                    <a:pt x="911301" y="913681"/>
                  </a:lnTo>
                  <a:lnTo>
                    <a:pt x="911485" y="913298"/>
                  </a:lnTo>
                  <a:lnTo>
                    <a:pt x="911670" y="912915"/>
                  </a:lnTo>
                  <a:lnTo>
                    <a:pt x="911854" y="912532"/>
                  </a:lnTo>
                  <a:lnTo>
                    <a:pt x="912038" y="912150"/>
                  </a:lnTo>
                  <a:lnTo>
                    <a:pt x="912222" y="911767"/>
                  </a:lnTo>
                  <a:lnTo>
                    <a:pt x="912406" y="911384"/>
                  </a:lnTo>
                  <a:lnTo>
                    <a:pt x="912590" y="911001"/>
                  </a:lnTo>
                  <a:lnTo>
                    <a:pt x="912774" y="910618"/>
                  </a:lnTo>
                  <a:lnTo>
                    <a:pt x="912958" y="910235"/>
                  </a:lnTo>
                  <a:lnTo>
                    <a:pt x="913143" y="909852"/>
                  </a:lnTo>
                  <a:lnTo>
                    <a:pt x="913327" y="909469"/>
                  </a:lnTo>
                  <a:lnTo>
                    <a:pt x="913511" y="909086"/>
                  </a:lnTo>
                  <a:lnTo>
                    <a:pt x="913695" y="908703"/>
                  </a:lnTo>
                  <a:lnTo>
                    <a:pt x="913879" y="908320"/>
                  </a:lnTo>
                  <a:lnTo>
                    <a:pt x="914064" y="907937"/>
                  </a:lnTo>
                  <a:lnTo>
                    <a:pt x="914400" y="907275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h8177"/>
            <p:cNvSpPr/>
            <p:nvPr/>
          </p:nvSpPr>
          <p:spPr>
            <a:xfrm>
              <a:off x="2081552" y="95547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45"/>
                  </a:lnTo>
                  <a:lnTo>
                    <a:pt x="908686" y="917495"/>
                  </a:lnTo>
                  <a:lnTo>
                    <a:pt x="910428" y="91439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h8178"/>
            <p:cNvSpPr/>
            <p:nvPr/>
          </p:nvSpPr>
          <p:spPr>
            <a:xfrm>
              <a:off x="208155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h8179"/>
            <p:cNvSpPr/>
            <p:nvPr/>
          </p:nvSpPr>
          <p:spPr>
            <a:xfrm>
              <a:off x="209099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h8180"/>
            <p:cNvSpPr/>
            <p:nvPr/>
          </p:nvSpPr>
          <p:spPr>
            <a:xfrm>
              <a:off x="210043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h8181"/>
            <p:cNvSpPr/>
            <p:nvPr/>
          </p:nvSpPr>
          <p:spPr>
            <a:xfrm>
              <a:off x="210987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h8182"/>
            <p:cNvSpPr/>
            <p:nvPr/>
          </p:nvSpPr>
          <p:spPr>
            <a:xfrm>
              <a:off x="211931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h8183"/>
            <p:cNvSpPr/>
            <p:nvPr/>
          </p:nvSpPr>
          <p:spPr>
            <a:xfrm>
              <a:off x="212875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h8184"/>
            <p:cNvSpPr/>
            <p:nvPr/>
          </p:nvSpPr>
          <p:spPr>
            <a:xfrm>
              <a:off x="213819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h8185"/>
            <p:cNvSpPr/>
            <p:nvPr/>
          </p:nvSpPr>
          <p:spPr>
            <a:xfrm>
              <a:off x="214763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h8186"/>
            <p:cNvSpPr/>
            <p:nvPr/>
          </p:nvSpPr>
          <p:spPr>
            <a:xfrm>
              <a:off x="215707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h8187"/>
            <p:cNvSpPr/>
            <p:nvPr/>
          </p:nvSpPr>
          <p:spPr>
            <a:xfrm>
              <a:off x="216651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h8188"/>
            <p:cNvSpPr/>
            <p:nvPr/>
          </p:nvSpPr>
          <p:spPr>
            <a:xfrm>
              <a:off x="217595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h8189"/>
            <p:cNvSpPr/>
            <p:nvPr/>
          </p:nvSpPr>
          <p:spPr>
            <a:xfrm>
              <a:off x="218539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0">
                <a:alpha val="100000"/>
              </a:srgbClr>
            </a:solidFill>
            <a:ln w="5420" cap="flat">
              <a:solidFill>
                <a:srgbClr val="F5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h8190"/>
            <p:cNvSpPr/>
            <p:nvPr/>
          </p:nvSpPr>
          <p:spPr>
            <a:xfrm>
              <a:off x="219483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h8191"/>
            <p:cNvSpPr/>
            <p:nvPr/>
          </p:nvSpPr>
          <p:spPr>
            <a:xfrm>
              <a:off x="220427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h8192"/>
            <p:cNvSpPr/>
            <p:nvPr/>
          </p:nvSpPr>
          <p:spPr>
            <a:xfrm>
              <a:off x="221371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h8193"/>
            <p:cNvSpPr/>
            <p:nvPr/>
          </p:nvSpPr>
          <p:spPr>
            <a:xfrm>
              <a:off x="222315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h8194"/>
            <p:cNvSpPr/>
            <p:nvPr/>
          </p:nvSpPr>
          <p:spPr>
            <a:xfrm>
              <a:off x="2242036" y="97304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134" y="896830"/>
                  </a:lnTo>
                  <a:lnTo>
                    <a:pt x="908155" y="898612"/>
                  </a:lnTo>
                  <a:lnTo>
                    <a:pt x="912255" y="906557"/>
                  </a:lnTo>
                  <a:lnTo>
                    <a:pt x="914400" y="911173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h8195"/>
            <p:cNvSpPr/>
            <p:nvPr/>
          </p:nvSpPr>
          <p:spPr>
            <a:xfrm>
              <a:off x="2242036" y="973046"/>
              <a:ext cx="915899" cy="914400"/>
            </a:xfrm>
            <a:custGeom>
              <a:avLst/>
              <a:pathLst>
                <a:path w="915899" h="914400">
                  <a:moveTo>
                    <a:pt x="914400" y="914400"/>
                  </a:moveTo>
                  <a:lnTo>
                    <a:pt x="914400" y="911173"/>
                  </a:lnTo>
                  <a:lnTo>
                    <a:pt x="915899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h8196"/>
            <p:cNvSpPr/>
            <p:nvPr/>
          </p:nvSpPr>
          <p:spPr>
            <a:xfrm>
              <a:off x="3355985" y="955476"/>
              <a:ext cx="914400" cy="919502"/>
            </a:xfrm>
            <a:custGeom>
              <a:avLst/>
              <a:pathLst>
                <a:path w="914400" h="919502">
                  <a:moveTo>
                    <a:pt x="914400" y="914399"/>
                  </a:moveTo>
                  <a:lnTo>
                    <a:pt x="914400" y="919502"/>
                  </a:lnTo>
                  <a:lnTo>
                    <a:pt x="911644" y="916512"/>
                  </a:lnTo>
                  <a:lnTo>
                    <a:pt x="909909" y="9143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h8197"/>
            <p:cNvSpPr/>
            <p:nvPr/>
          </p:nvSpPr>
          <p:spPr>
            <a:xfrm>
              <a:off x="3355985" y="955476"/>
              <a:ext cx="923840" cy="929302"/>
            </a:xfrm>
            <a:custGeom>
              <a:avLst/>
              <a:pathLst>
                <a:path w="923840" h="929302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9302"/>
                  </a:lnTo>
                  <a:lnTo>
                    <a:pt x="923034" y="928477"/>
                  </a:lnTo>
                  <a:lnTo>
                    <a:pt x="921762" y="927175"/>
                  </a:lnTo>
                  <a:lnTo>
                    <a:pt x="920489" y="925873"/>
                  </a:lnTo>
                  <a:lnTo>
                    <a:pt x="919216" y="924570"/>
                  </a:lnTo>
                  <a:lnTo>
                    <a:pt x="917943" y="923268"/>
                  </a:lnTo>
                  <a:lnTo>
                    <a:pt x="916663" y="921959"/>
                  </a:lnTo>
                  <a:lnTo>
                    <a:pt x="914400" y="91950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h8198"/>
            <p:cNvSpPr/>
            <p:nvPr/>
          </p:nvSpPr>
          <p:spPr>
            <a:xfrm>
              <a:off x="336542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003" y="931969"/>
                  </a:lnTo>
                  <a:lnTo>
                    <a:pt x="916138" y="931083"/>
                  </a:lnTo>
                  <a:lnTo>
                    <a:pt x="914866" y="929780"/>
                  </a:lnTo>
                  <a:lnTo>
                    <a:pt x="914400" y="929302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h8199"/>
            <p:cNvSpPr/>
            <p:nvPr/>
          </p:nvSpPr>
          <p:spPr>
            <a:xfrm>
              <a:off x="337486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h8200"/>
            <p:cNvSpPr/>
            <p:nvPr/>
          </p:nvSpPr>
          <p:spPr>
            <a:xfrm>
              <a:off x="338430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h8201"/>
            <p:cNvSpPr/>
            <p:nvPr/>
          </p:nvSpPr>
          <p:spPr>
            <a:xfrm>
              <a:off x="339374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h8202"/>
            <p:cNvSpPr/>
            <p:nvPr/>
          </p:nvSpPr>
          <p:spPr>
            <a:xfrm>
              <a:off x="340318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h8203"/>
            <p:cNvSpPr/>
            <p:nvPr/>
          </p:nvSpPr>
          <p:spPr>
            <a:xfrm>
              <a:off x="341262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h8204"/>
            <p:cNvSpPr/>
            <p:nvPr/>
          </p:nvSpPr>
          <p:spPr>
            <a:xfrm>
              <a:off x="342206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h8205"/>
            <p:cNvSpPr/>
            <p:nvPr/>
          </p:nvSpPr>
          <p:spPr>
            <a:xfrm>
              <a:off x="343150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h8206"/>
            <p:cNvSpPr/>
            <p:nvPr/>
          </p:nvSpPr>
          <p:spPr>
            <a:xfrm>
              <a:off x="344094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h8207"/>
            <p:cNvSpPr/>
            <p:nvPr/>
          </p:nvSpPr>
          <p:spPr>
            <a:xfrm>
              <a:off x="345038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h8208"/>
            <p:cNvSpPr/>
            <p:nvPr/>
          </p:nvSpPr>
          <p:spPr>
            <a:xfrm>
              <a:off x="345982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h8209"/>
            <p:cNvSpPr/>
            <p:nvPr/>
          </p:nvSpPr>
          <p:spPr>
            <a:xfrm>
              <a:off x="346926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h8210"/>
            <p:cNvSpPr/>
            <p:nvPr/>
          </p:nvSpPr>
          <p:spPr>
            <a:xfrm>
              <a:off x="347870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h8211"/>
            <p:cNvSpPr/>
            <p:nvPr/>
          </p:nvSpPr>
          <p:spPr>
            <a:xfrm>
              <a:off x="348814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h8212"/>
            <p:cNvSpPr/>
            <p:nvPr/>
          </p:nvSpPr>
          <p:spPr>
            <a:xfrm>
              <a:off x="349758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h8213"/>
            <p:cNvSpPr/>
            <p:nvPr/>
          </p:nvSpPr>
          <p:spPr>
            <a:xfrm>
              <a:off x="350702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h8214"/>
            <p:cNvSpPr/>
            <p:nvPr/>
          </p:nvSpPr>
          <p:spPr>
            <a:xfrm>
              <a:off x="351646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h8215"/>
            <p:cNvSpPr/>
            <p:nvPr/>
          </p:nvSpPr>
          <p:spPr>
            <a:xfrm>
              <a:off x="352590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h8216"/>
            <p:cNvSpPr/>
            <p:nvPr/>
          </p:nvSpPr>
          <p:spPr>
            <a:xfrm>
              <a:off x="353534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h8217"/>
            <p:cNvSpPr/>
            <p:nvPr/>
          </p:nvSpPr>
          <p:spPr>
            <a:xfrm>
              <a:off x="354479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h8218"/>
            <p:cNvSpPr/>
            <p:nvPr/>
          </p:nvSpPr>
          <p:spPr>
            <a:xfrm>
              <a:off x="355423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h8219"/>
            <p:cNvSpPr/>
            <p:nvPr/>
          </p:nvSpPr>
          <p:spPr>
            <a:xfrm>
              <a:off x="356367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h8220"/>
            <p:cNvSpPr/>
            <p:nvPr/>
          </p:nvSpPr>
          <p:spPr>
            <a:xfrm>
              <a:off x="357311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h8221"/>
            <p:cNvSpPr/>
            <p:nvPr/>
          </p:nvSpPr>
          <p:spPr>
            <a:xfrm>
              <a:off x="358255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h8222"/>
            <p:cNvSpPr/>
            <p:nvPr/>
          </p:nvSpPr>
          <p:spPr>
            <a:xfrm>
              <a:off x="359199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h8223"/>
            <p:cNvSpPr/>
            <p:nvPr/>
          </p:nvSpPr>
          <p:spPr>
            <a:xfrm>
              <a:off x="360143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h8224"/>
            <p:cNvSpPr/>
            <p:nvPr/>
          </p:nvSpPr>
          <p:spPr>
            <a:xfrm>
              <a:off x="361087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h8225"/>
            <p:cNvSpPr/>
            <p:nvPr/>
          </p:nvSpPr>
          <p:spPr>
            <a:xfrm>
              <a:off x="362031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h8226"/>
            <p:cNvSpPr/>
            <p:nvPr/>
          </p:nvSpPr>
          <p:spPr>
            <a:xfrm>
              <a:off x="362975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h8227"/>
            <p:cNvSpPr/>
            <p:nvPr/>
          </p:nvSpPr>
          <p:spPr>
            <a:xfrm>
              <a:off x="363919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h8228"/>
            <p:cNvSpPr/>
            <p:nvPr/>
          </p:nvSpPr>
          <p:spPr>
            <a:xfrm>
              <a:off x="364863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h8229"/>
            <p:cNvSpPr/>
            <p:nvPr/>
          </p:nvSpPr>
          <p:spPr>
            <a:xfrm>
              <a:off x="365807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h8230"/>
            <p:cNvSpPr/>
            <p:nvPr/>
          </p:nvSpPr>
          <p:spPr>
            <a:xfrm>
              <a:off x="366751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h8231"/>
            <p:cNvSpPr/>
            <p:nvPr/>
          </p:nvSpPr>
          <p:spPr>
            <a:xfrm>
              <a:off x="367695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h8232"/>
            <p:cNvSpPr/>
            <p:nvPr/>
          </p:nvSpPr>
          <p:spPr>
            <a:xfrm>
              <a:off x="368639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h8233"/>
            <p:cNvSpPr/>
            <p:nvPr/>
          </p:nvSpPr>
          <p:spPr>
            <a:xfrm>
              <a:off x="369583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h8234"/>
            <p:cNvSpPr/>
            <p:nvPr/>
          </p:nvSpPr>
          <p:spPr>
            <a:xfrm>
              <a:off x="370527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h8235"/>
            <p:cNvSpPr/>
            <p:nvPr/>
          </p:nvSpPr>
          <p:spPr>
            <a:xfrm>
              <a:off x="371471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h8236"/>
            <p:cNvSpPr/>
            <p:nvPr/>
          </p:nvSpPr>
          <p:spPr>
            <a:xfrm>
              <a:off x="372415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h8237"/>
            <p:cNvSpPr/>
            <p:nvPr/>
          </p:nvSpPr>
          <p:spPr>
            <a:xfrm>
              <a:off x="373359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h8238"/>
            <p:cNvSpPr/>
            <p:nvPr/>
          </p:nvSpPr>
          <p:spPr>
            <a:xfrm>
              <a:off x="374303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h8239"/>
            <p:cNvSpPr/>
            <p:nvPr/>
          </p:nvSpPr>
          <p:spPr>
            <a:xfrm>
              <a:off x="375247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h8240"/>
            <p:cNvSpPr/>
            <p:nvPr/>
          </p:nvSpPr>
          <p:spPr>
            <a:xfrm>
              <a:off x="376191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h8241"/>
            <p:cNvSpPr/>
            <p:nvPr/>
          </p:nvSpPr>
          <p:spPr>
            <a:xfrm>
              <a:off x="377135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h8242"/>
            <p:cNvSpPr/>
            <p:nvPr/>
          </p:nvSpPr>
          <p:spPr>
            <a:xfrm>
              <a:off x="378079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h8243"/>
            <p:cNvSpPr/>
            <p:nvPr/>
          </p:nvSpPr>
          <p:spPr>
            <a:xfrm>
              <a:off x="379023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h8244"/>
            <p:cNvSpPr/>
            <p:nvPr/>
          </p:nvSpPr>
          <p:spPr>
            <a:xfrm>
              <a:off x="379967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h8245"/>
            <p:cNvSpPr/>
            <p:nvPr/>
          </p:nvSpPr>
          <p:spPr>
            <a:xfrm>
              <a:off x="380911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h8246"/>
            <p:cNvSpPr/>
            <p:nvPr/>
          </p:nvSpPr>
          <p:spPr>
            <a:xfrm>
              <a:off x="381855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h8247"/>
            <p:cNvSpPr/>
            <p:nvPr/>
          </p:nvSpPr>
          <p:spPr>
            <a:xfrm>
              <a:off x="3837437" y="97304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033" y="896830"/>
                  </a:lnTo>
                  <a:lnTo>
                    <a:pt x="910083" y="897018"/>
                  </a:lnTo>
                  <a:lnTo>
                    <a:pt x="910169" y="897336"/>
                  </a:lnTo>
                  <a:lnTo>
                    <a:pt x="910255" y="897655"/>
                  </a:lnTo>
                  <a:lnTo>
                    <a:pt x="910340" y="897973"/>
                  </a:lnTo>
                  <a:lnTo>
                    <a:pt x="910426" y="898292"/>
                  </a:lnTo>
                  <a:lnTo>
                    <a:pt x="910512" y="898610"/>
                  </a:lnTo>
                  <a:lnTo>
                    <a:pt x="910598" y="898929"/>
                  </a:lnTo>
                  <a:lnTo>
                    <a:pt x="910683" y="899247"/>
                  </a:lnTo>
                  <a:lnTo>
                    <a:pt x="910769" y="899566"/>
                  </a:lnTo>
                  <a:lnTo>
                    <a:pt x="910855" y="899884"/>
                  </a:lnTo>
                  <a:lnTo>
                    <a:pt x="910940" y="900203"/>
                  </a:lnTo>
                  <a:lnTo>
                    <a:pt x="911026" y="900521"/>
                  </a:lnTo>
                  <a:lnTo>
                    <a:pt x="911112" y="900840"/>
                  </a:lnTo>
                  <a:lnTo>
                    <a:pt x="911198" y="901158"/>
                  </a:lnTo>
                  <a:lnTo>
                    <a:pt x="911283" y="901477"/>
                  </a:lnTo>
                  <a:lnTo>
                    <a:pt x="911369" y="901795"/>
                  </a:lnTo>
                  <a:lnTo>
                    <a:pt x="911455" y="902114"/>
                  </a:lnTo>
                  <a:lnTo>
                    <a:pt x="911540" y="902432"/>
                  </a:lnTo>
                  <a:lnTo>
                    <a:pt x="911626" y="902751"/>
                  </a:lnTo>
                  <a:lnTo>
                    <a:pt x="911712" y="903069"/>
                  </a:lnTo>
                  <a:lnTo>
                    <a:pt x="911797" y="903388"/>
                  </a:lnTo>
                  <a:lnTo>
                    <a:pt x="911883" y="903706"/>
                  </a:lnTo>
                  <a:lnTo>
                    <a:pt x="911969" y="904025"/>
                  </a:lnTo>
                  <a:lnTo>
                    <a:pt x="912054" y="904343"/>
                  </a:lnTo>
                  <a:lnTo>
                    <a:pt x="912140" y="904662"/>
                  </a:lnTo>
                  <a:lnTo>
                    <a:pt x="912226" y="904981"/>
                  </a:lnTo>
                  <a:lnTo>
                    <a:pt x="912311" y="905299"/>
                  </a:lnTo>
                  <a:lnTo>
                    <a:pt x="912397" y="905618"/>
                  </a:lnTo>
                  <a:lnTo>
                    <a:pt x="912482" y="905936"/>
                  </a:lnTo>
                  <a:lnTo>
                    <a:pt x="912568" y="906255"/>
                  </a:lnTo>
                  <a:lnTo>
                    <a:pt x="912654" y="906573"/>
                  </a:lnTo>
                  <a:lnTo>
                    <a:pt x="912739" y="906892"/>
                  </a:lnTo>
                  <a:lnTo>
                    <a:pt x="912825" y="907210"/>
                  </a:lnTo>
                  <a:lnTo>
                    <a:pt x="912910" y="907529"/>
                  </a:lnTo>
                  <a:lnTo>
                    <a:pt x="912996" y="907847"/>
                  </a:lnTo>
                  <a:lnTo>
                    <a:pt x="913082" y="908166"/>
                  </a:lnTo>
                  <a:lnTo>
                    <a:pt x="913167" y="908484"/>
                  </a:lnTo>
                  <a:lnTo>
                    <a:pt x="913253" y="908803"/>
                  </a:lnTo>
                  <a:lnTo>
                    <a:pt x="913338" y="909121"/>
                  </a:lnTo>
                  <a:lnTo>
                    <a:pt x="913424" y="909440"/>
                  </a:lnTo>
                  <a:lnTo>
                    <a:pt x="913510" y="909758"/>
                  </a:lnTo>
                  <a:lnTo>
                    <a:pt x="913595" y="910077"/>
                  </a:lnTo>
                  <a:lnTo>
                    <a:pt x="913681" y="910395"/>
                  </a:lnTo>
                  <a:lnTo>
                    <a:pt x="913766" y="910714"/>
                  </a:lnTo>
                  <a:lnTo>
                    <a:pt x="913852" y="911032"/>
                  </a:lnTo>
                  <a:lnTo>
                    <a:pt x="913937" y="911351"/>
                  </a:lnTo>
                  <a:lnTo>
                    <a:pt x="914023" y="911670"/>
                  </a:lnTo>
                  <a:lnTo>
                    <a:pt x="914108" y="911988"/>
                  </a:lnTo>
                  <a:lnTo>
                    <a:pt x="914194" y="912307"/>
                  </a:lnTo>
                  <a:lnTo>
                    <a:pt x="914279" y="912625"/>
                  </a:lnTo>
                  <a:lnTo>
                    <a:pt x="914365" y="912944"/>
                  </a:lnTo>
                  <a:lnTo>
                    <a:pt x="914400" y="913072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h8248"/>
            <p:cNvSpPr/>
            <p:nvPr/>
          </p:nvSpPr>
          <p:spPr>
            <a:xfrm>
              <a:off x="3837437" y="973046"/>
              <a:ext cx="914756" cy="914400"/>
            </a:xfrm>
            <a:custGeom>
              <a:avLst/>
              <a:pathLst>
                <a:path w="914756" h="914400">
                  <a:moveTo>
                    <a:pt x="914400" y="914400"/>
                  </a:moveTo>
                  <a:lnTo>
                    <a:pt x="914400" y="913072"/>
                  </a:lnTo>
                  <a:lnTo>
                    <a:pt x="914451" y="913262"/>
                  </a:lnTo>
                  <a:lnTo>
                    <a:pt x="914536" y="913581"/>
                  </a:lnTo>
                  <a:lnTo>
                    <a:pt x="914622" y="913899"/>
                  </a:lnTo>
                  <a:lnTo>
                    <a:pt x="914707" y="914218"/>
                  </a:lnTo>
                  <a:lnTo>
                    <a:pt x="914756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h8249"/>
            <p:cNvSpPr/>
            <p:nvPr/>
          </p:nvSpPr>
          <p:spPr>
            <a:xfrm>
              <a:off x="2081552" y="95547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428" y="914399"/>
                  </a:lnTo>
                  <a:lnTo>
                    <a:pt x="912967" y="909889"/>
                  </a:lnTo>
                  <a:lnTo>
                    <a:pt x="914400" y="90759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h8250"/>
            <p:cNvSpPr/>
            <p:nvPr/>
          </p:nvSpPr>
          <p:spPr>
            <a:xfrm>
              <a:off x="2090993" y="937907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169"/>
                  </a:lnTo>
                  <a:lnTo>
                    <a:pt x="908016" y="920279"/>
                  </a:lnTo>
                  <a:lnTo>
                    <a:pt x="912107" y="91439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h8251"/>
            <p:cNvSpPr/>
            <p:nvPr/>
          </p:nvSpPr>
          <p:spPr>
            <a:xfrm>
              <a:off x="209099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h8252"/>
            <p:cNvSpPr/>
            <p:nvPr/>
          </p:nvSpPr>
          <p:spPr>
            <a:xfrm>
              <a:off x="210043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h8253"/>
            <p:cNvSpPr/>
            <p:nvPr/>
          </p:nvSpPr>
          <p:spPr>
            <a:xfrm>
              <a:off x="210987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h8254"/>
            <p:cNvSpPr/>
            <p:nvPr/>
          </p:nvSpPr>
          <p:spPr>
            <a:xfrm>
              <a:off x="211931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h8255"/>
            <p:cNvSpPr/>
            <p:nvPr/>
          </p:nvSpPr>
          <p:spPr>
            <a:xfrm>
              <a:off x="212875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h8256"/>
            <p:cNvSpPr/>
            <p:nvPr/>
          </p:nvSpPr>
          <p:spPr>
            <a:xfrm>
              <a:off x="213819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h8257"/>
            <p:cNvSpPr/>
            <p:nvPr/>
          </p:nvSpPr>
          <p:spPr>
            <a:xfrm>
              <a:off x="214763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h8258"/>
            <p:cNvSpPr/>
            <p:nvPr/>
          </p:nvSpPr>
          <p:spPr>
            <a:xfrm>
              <a:off x="215707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h8259"/>
            <p:cNvSpPr/>
            <p:nvPr/>
          </p:nvSpPr>
          <p:spPr>
            <a:xfrm>
              <a:off x="216651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h8260"/>
            <p:cNvSpPr/>
            <p:nvPr/>
          </p:nvSpPr>
          <p:spPr>
            <a:xfrm>
              <a:off x="217595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h8261"/>
            <p:cNvSpPr/>
            <p:nvPr/>
          </p:nvSpPr>
          <p:spPr>
            <a:xfrm>
              <a:off x="218539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h8262"/>
            <p:cNvSpPr/>
            <p:nvPr/>
          </p:nvSpPr>
          <p:spPr>
            <a:xfrm>
              <a:off x="219483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h8263"/>
            <p:cNvSpPr/>
            <p:nvPr/>
          </p:nvSpPr>
          <p:spPr>
            <a:xfrm>
              <a:off x="220427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h8264"/>
            <p:cNvSpPr/>
            <p:nvPr/>
          </p:nvSpPr>
          <p:spPr>
            <a:xfrm>
              <a:off x="221371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h8265"/>
            <p:cNvSpPr/>
            <p:nvPr/>
          </p:nvSpPr>
          <p:spPr>
            <a:xfrm>
              <a:off x="2232596" y="95547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5416" y="896830"/>
                  </a:lnTo>
                  <a:lnTo>
                    <a:pt x="908754" y="901541"/>
                  </a:lnTo>
                  <a:lnTo>
                    <a:pt x="913277" y="908646"/>
                  </a:lnTo>
                  <a:lnTo>
                    <a:pt x="914400" y="910605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h8266"/>
            <p:cNvSpPr/>
            <p:nvPr/>
          </p:nvSpPr>
          <p:spPr>
            <a:xfrm>
              <a:off x="2232596" y="955476"/>
              <a:ext cx="916574" cy="914399"/>
            </a:xfrm>
            <a:custGeom>
              <a:avLst/>
              <a:pathLst>
                <a:path w="916574" h="914399">
                  <a:moveTo>
                    <a:pt x="914400" y="914399"/>
                  </a:moveTo>
                  <a:lnTo>
                    <a:pt x="914400" y="910605"/>
                  </a:lnTo>
                  <a:lnTo>
                    <a:pt x="916574" y="91439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h8267"/>
            <p:cNvSpPr/>
            <p:nvPr/>
          </p:nvSpPr>
          <p:spPr>
            <a:xfrm>
              <a:off x="3346544" y="937907"/>
              <a:ext cx="914400" cy="925686"/>
            </a:xfrm>
            <a:custGeom>
              <a:avLst/>
              <a:pathLst>
                <a:path w="914400" h="925686">
                  <a:moveTo>
                    <a:pt x="914400" y="914399"/>
                  </a:moveTo>
                  <a:lnTo>
                    <a:pt x="914400" y="925686"/>
                  </a:lnTo>
                  <a:lnTo>
                    <a:pt x="911530" y="921787"/>
                  </a:lnTo>
                  <a:lnTo>
                    <a:pt x="907019" y="914972"/>
                  </a:lnTo>
                  <a:lnTo>
                    <a:pt x="906677" y="91439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h8268"/>
            <p:cNvSpPr/>
            <p:nvPr/>
          </p:nvSpPr>
          <p:spPr>
            <a:xfrm>
              <a:off x="334654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9349" y="931969"/>
                  </a:lnTo>
                  <a:lnTo>
                    <a:pt x="916222" y="928162"/>
                  </a:lnTo>
                  <a:lnTo>
                    <a:pt x="914400" y="925686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h8269"/>
            <p:cNvSpPr/>
            <p:nvPr/>
          </p:nvSpPr>
          <p:spPr>
            <a:xfrm>
              <a:off x="335598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h8270"/>
            <p:cNvSpPr/>
            <p:nvPr/>
          </p:nvSpPr>
          <p:spPr>
            <a:xfrm>
              <a:off x="336542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h8271"/>
            <p:cNvSpPr/>
            <p:nvPr/>
          </p:nvSpPr>
          <p:spPr>
            <a:xfrm>
              <a:off x="337486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h8272"/>
            <p:cNvSpPr/>
            <p:nvPr/>
          </p:nvSpPr>
          <p:spPr>
            <a:xfrm>
              <a:off x="338430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h8273"/>
            <p:cNvSpPr/>
            <p:nvPr/>
          </p:nvSpPr>
          <p:spPr>
            <a:xfrm>
              <a:off x="339374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h8274"/>
            <p:cNvSpPr/>
            <p:nvPr/>
          </p:nvSpPr>
          <p:spPr>
            <a:xfrm>
              <a:off x="340318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h8275"/>
            <p:cNvSpPr/>
            <p:nvPr/>
          </p:nvSpPr>
          <p:spPr>
            <a:xfrm>
              <a:off x="341262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h8276"/>
            <p:cNvSpPr/>
            <p:nvPr/>
          </p:nvSpPr>
          <p:spPr>
            <a:xfrm>
              <a:off x="342206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h8277"/>
            <p:cNvSpPr/>
            <p:nvPr/>
          </p:nvSpPr>
          <p:spPr>
            <a:xfrm>
              <a:off x="343150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h8278"/>
            <p:cNvSpPr/>
            <p:nvPr/>
          </p:nvSpPr>
          <p:spPr>
            <a:xfrm>
              <a:off x="344094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h8279"/>
            <p:cNvSpPr/>
            <p:nvPr/>
          </p:nvSpPr>
          <p:spPr>
            <a:xfrm>
              <a:off x="345038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h8280"/>
            <p:cNvSpPr/>
            <p:nvPr/>
          </p:nvSpPr>
          <p:spPr>
            <a:xfrm>
              <a:off x="345982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h8281"/>
            <p:cNvSpPr/>
            <p:nvPr/>
          </p:nvSpPr>
          <p:spPr>
            <a:xfrm>
              <a:off x="346926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h8282"/>
            <p:cNvSpPr/>
            <p:nvPr/>
          </p:nvSpPr>
          <p:spPr>
            <a:xfrm>
              <a:off x="347870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h8283"/>
            <p:cNvSpPr/>
            <p:nvPr/>
          </p:nvSpPr>
          <p:spPr>
            <a:xfrm>
              <a:off x="348814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h8284"/>
            <p:cNvSpPr/>
            <p:nvPr/>
          </p:nvSpPr>
          <p:spPr>
            <a:xfrm>
              <a:off x="349758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h8285"/>
            <p:cNvSpPr/>
            <p:nvPr/>
          </p:nvSpPr>
          <p:spPr>
            <a:xfrm>
              <a:off x="350702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h8286"/>
            <p:cNvSpPr/>
            <p:nvPr/>
          </p:nvSpPr>
          <p:spPr>
            <a:xfrm>
              <a:off x="351646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h8287"/>
            <p:cNvSpPr/>
            <p:nvPr/>
          </p:nvSpPr>
          <p:spPr>
            <a:xfrm>
              <a:off x="352590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h8288"/>
            <p:cNvSpPr/>
            <p:nvPr/>
          </p:nvSpPr>
          <p:spPr>
            <a:xfrm>
              <a:off x="353534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h8289"/>
            <p:cNvSpPr/>
            <p:nvPr/>
          </p:nvSpPr>
          <p:spPr>
            <a:xfrm>
              <a:off x="354479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h8290"/>
            <p:cNvSpPr/>
            <p:nvPr/>
          </p:nvSpPr>
          <p:spPr>
            <a:xfrm>
              <a:off x="355423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h8291"/>
            <p:cNvSpPr/>
            <p:nvPr/>
          </p:nvSpPr>
          <p:spPr>
            <a:xfrm>
              <a:off x="356367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h8292"/>
            <p:cNvSpPr/>
            <p:nvPr/>
          </p:nvSpPr>
          <p:spPr>
            <a:xfrm>
              <a:off x="357311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h8293"/>
            <p:cNvSpPr/>
            <p:nvPr/>
          </p:nvSpPr>
          <p:spPr>
            <a:xfrm>
              <a:off x="358255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h8294"/>
            <p:cNvSpPr/>
            <p:nvPr/>
          </p:nvSpPr>
          <p:spPr>
            <a:xfrm>
              <a:off x="359199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h8295"/>
            <p:cNvSpPr/>
            <p:nvPr/>
          </p:nvSpPr>
          <p:spPr>
            <a:xfrm>
              <a:off x="360143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h8296"/>
            <p:cNvSpPr/>
            <p:nvPr/>
          </p:nvSpPr>
          <p:spPr>
            <a:xfrm>
              <a:off x="361087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h8297"/>
            <p:cNvSpPr/>
            <p:nvPr/>
          </p:nvSpPr>
          <p:spPr>
            <a:xfrm>
              <a:off x="362031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h8298"/>
            <p:cNvSpPr/>
            <p:nvPr/>
          </p:nvSpPr>
          <p:spPr>
            <a:xfrm>
              <a:off x="362975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h8299"/>
            <p:cNvSpPr/>
            <p:nvPr/>
          </p:nvSpPr>
          <p:spPr>
            <a:xfrm>
              <a:off x="363919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h8300"/>
            <p:cNvSpPr/>
            <p:nvPr/>
          </p:nvSpPr>
          <p:spPr>
            <a:xfrm>
              <a:off x="364863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h8301"/>
            <p:cNvSpPr/>
            <p:nvPr/>
          </p:nvSpPr>
          <p:spPr>
            <a:xfrm>
              <a:off x="365807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h8302"/>
            <p:cNvSpPr/>
            <p:nvPr/>
          </p:nvSpPr>
          <p:spPr>
            <a:xfrm>
              <a:off x="366751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h8303"/>
            <p:cNvSpPr/>
            <p:nvPr/>
          </p:nvSpPr>
          <p:spPr>
            <a:xfrm>
              <a:off x="367695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h8304"/>
            <p:cNvSpPr/>
            <p:nvPr/>
          </p:nvSpPr>
          <p:spPr>
            <a:xfrm>
              <a:off x="368639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h8305"/>
            <p:cNvSpPr/>
            <p:nvPr/>
          </p:nvSpPr>
          <p:spPr>
            <a:xfrm>
              <a:off x="369583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h8306"/>
            <p:cNvSpPr/>
            <p:nvPr/>
          </p:nvSpPr>
          <p:spPr>
            <a:xfrm>
              <a:off x="370527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h8307"/>
            <p:cNvSpPr/>
            <p:nvPr/>
          </p:nvSpPr>
          <p:spPr>
            <a:xfrm>
              <a:off x="371471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h8308"/>
            <p:cNvSpPr/>
            <p:nvPr/>
          </p:nvSpPr>
          <p:spPr>
            <a:xfrm>
              <a:off x="372415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h8309"/>
            <p:cNvSpPr/>
            <p:nvPr/>
          </p:nvSpPr>
          <p:spPr>
            <a:xfrm>
              <a:off x="373359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h8310"/>
            <p:cNvSpPr/>
            <p:nvPr/>
          </p:nvSpPr>
          <p:spPr>
            <a:xfrm>
              <a:off x="374303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h8311"/>
            <p:cNvSpPr/>
            <p:nvPr/>
          </p:nvSpPr>
          <p:spPr>
            <a:xfrm>
              <a:off x="375247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h8312"/>
            <p:cNvSpPr/>
            <p:nvPr/>
          </p:nvSpPr>
          <p:spPr>
            <a:xfrm>
              <a:off x="376191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h8313"/>
            <p:cNvSpPr/>
            <p:nvPr/>
          </p:nvSpPr>
          <p:spPr>
            <a:xfrm>
              <a:off x="377135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h8314"/>
            <p:cNvSpPr/>
            <p:nvPr/>
          </p:nvSpPr>
          <p:spPr>
            <a:xfrm>
              <a:off x="378079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h8315"/>
            <p:cNvSpPr/>
            <p:nvPr/>
          </p:nvSpPr>
          <p:spPr>
            <a:xfrm>
              <a:off x="379023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h8316"/>
            <p:cNvSpPr/>
            <p:nvPr/>
          </p:nvSpPr>
          <p:spPr>
            <a:xfrm>
              <a:off x="379967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h8317"/>
            <p:cNvSpPr/>
            <p:nvPr/>
          </p:nvSpPr>
          <p:spPr>
            <a:xfrm>
              <a:off x="380911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h8318"/>
            <p:cNvSpPr/>
            <p:nvPr/>
          </p:nvSpPr>
          <p:spPr>
            <a:xfrm>
              <a:off x="381855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h8319"/>
            <p:cNvSpPr/>
            <p:nvPr/>
          </p:nvSpPr>
          <p:spPr>
            <a:xfrm>
              <a:off x="3827997" y="955476"/>
              <a:ext cx="919473" cy="914399"/>
            </a:xfrm>
            <a:custGeom>
              <a:avLst/>
              <a:pathLst>
                <a:path w="919473" h="914399">
                  <a:moveTo>
                    <a:pt x="914400" y="914399"/>
                  </a:moveTo>
                  <a:lnTo>
                    <a:pt x="914423" y="896830"/>
                  </a:lnTo>
                  <a:lnTo>
                    <a:pt x="915130" y="898990"/>
                  </a:lnTo>
                  <a:lnTo>
                    <a:pt x="918066" y="909177"/>
                  </a:lnTo>
                  <a:lnTo>
                    <a:pt x="918151" y="909491"/>
                  </a:lnTo>
                  <a:lnTo>
                    <a:pt x="918236" y="909810"/>
                  </a:lnTo>
                  <a:lnTo>
                    <a:pt x="918322" y="910128"/>
                  </a:lnTo>
                  <a:lnTo>
                    <a:pt x="918408" y="910447"/>
                  </a:lnTo>
                  <a:lnTo>
                    <a:pt x="918494" y="910765"/>
                  </a:lnTo>
                  <a:lnTo>
                    <a:pt x="918580" y="911084"/>
                  </a:lnTo>
                  <a:lnTo>
                    <a:pt x="918666" y="911402"/>
                  </a:lnTo>
                  <a:lnTo>
                    <a:pt x="918751" y="911721"/>
                  </a:lnTo>
                  <a:lnTo>
                    <a:pt x="918837" y="912039"/>
                  </a:lnTo>
                  <a:lnTo>
                    <a:pt x="918923" y="912358"/>
                  </a:lnTo>
                  <a:lnTo>
                    <a:pt x="919009" y="912676"/>
                  </a:lnTo>
                  <a:lnTo>
                    <a:pt x="919094" y="912995"/>
                  </a:lnTo>
                  <a:lnTo>
                    <a:pt x="919180" y="913313"/>
                  </a:lnTo>
                  <a:lnTo>
                    <a:pt x="919266" y="913632"/>
                  </a:lnTo>
                  <a:lnTo>
                    <a:pt x="919352" y="913950"/>
                  </a:lnTo>
                  <a:lnTo>
                    <a:pt x="919438" y="914269"/>
                  </a:lnTo>
                  <a:lnTo>
                    <a:pt x="919473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h8320"/>
            <p:cNvSpPr/>
            <p:nvPr/>
          </p:nvSpPr>
          <p:spPr>
            <a:xfrm>
              <a:off x="2090993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07" y="914399"/>
                  </a:lnTo>
                  <a:lnTo>
                    <a:pt x="912701" y="913546"/>
                  </a:lnTo>
                  <a:lnTo>
                    <a:pt x="914400" y="91135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h8321"/>
            <p:cNvSpPr/>
            <p:nvPr/>
          </p:nvSpPr>
          <p:spPr>
            <a:xfrm>
              <a:off x="2100433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11359"/>
                  </a:lnTo>
                  <a:lnTo>
                    <a:pt x="908128" y="907277"/>
                  </a:lnTo>
                  <a:lnTo>
                    <a:pt x="913165" y="901490"/>
                  </a:lnTo>
                  <a:lnTo>
                    <a:pt x="914400" y="900232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h8322"/>
            <p:cNvSpPr/>
            <p:nvPr/>
          </p:nvSpPr>
          <p:spPr>
            <a:xfrm>
              <a:off x="2109873" y="92033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802"/>
                  </a:lnTo>
                  <a:lnTo>
                    <a:pt x="908299" y="914400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h8323"/>
            <p:cNvSpPr/>
            <p:nvPr/>
          </p:nvSpPr>
          <p:spPr>
            <a:xfrm>
              <a:off x="210987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h8324"/>
            <p:cNvSpPr/>
            <p:nvPr/>
          </p:nvSpPr>
          <p:spPr>
            <a:xfrm>
              <a:off x="211931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h8325"/>
            <p:cNvSpPr/>
            <p:nvPr/>
          </p:nvSpPr>
          <p:spPr>
            <a:xfrm>
              <a:off x="212875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h8326"/>
            <p:cNvSpPr/>
            <p:nvPr/>
          </p:nvSpPr>
          <p:spPr>
            <a:xfrm>
              <a:off x="213819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h8327"/>
            <p:cNvSpPr/>
            <p:nvPr/>
          </p:nvSpPr>
          <p:spPr>
            <a:xfrm>
              <a:off x="214763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h8328"/>
            <p:cNvSpPr/>
            <p:nvPr/>
          </p:nvSpPr>
          <p:spPr>
            <a:xfrm>
              <a:off x="215707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h8329"/>
            <p:cNvSpPr/>
            <p:nvPr/>
          </p:nvSpPr>
          <p:spPr>
            <a:xfrm>
              <a:off x="216651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h8330"/>
            <p:cNvSpPr/>
            <p:nvPr/>
          </p:nvSpPr>
          <p:spPr>
            <a:xfrm>
              <a:off x="217595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h8331"/>
            <p:cNvSpPr/>
            <p:nvPr/>
          </p:nvSpPr>
          <p:spPr>
            <a:xfrm>
              <a:off x="218539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h8332"/>
            <p:cNvSpPr/>
            <p:nvPr/>
          </p:nvSpPr>
          <p:spPr>
            <a:xfrm>
              <a:off x="219483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h8333"/>
            <p:cNvSpPr/>
            <p:nvPr/>
          </p:nvSpPr>
          <p:spPr>
            <a:xfrm>
              <a:off x="2213716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9217" y="896830"/>
                  </a:lnTo>
                  <a:lnTo>
                    <a:pt x="912958" y="900562"/>
                  </a:lnTo>
                  <a:lnTo>
                    <a:pt x="914400" y="902186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h8334"/>
            <p:cNvSpPr/>
            <p:nvPr/>
          </p:nvSpPr>
          <p:spPr>
            <a:xfrm>
              <a:off x="2223156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2186"/>
                  </a:lnTo>
                  <a:lnTo>
                    <a:pt x="908582" y="906266"/>
                  </a:lnTo>
                  <a:lnTo>
                    <a:pt x="913478" y="912455"/>
                  </a:lnTo>
                  <a:lnTo>
                    <a:pt x="914400" y="913755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h8335"/>
            <p:cNvSpPr/>
            <p:nvPr/>
          </p:nvSpPr>
          <p:spPr>
            <a:xfrm>
              <a:off x="2223156" y="937907"/>
              <a:ext cx="914856" cy="914399"/>
            </a:xfrm>
            <a:custGeom>
              <a:avLst/>
              <a:pathLst>
                <a:path w="914856" h="914399">
                  <a:moveTo>
                    <a:pt x="914400" y="914399"/>
                  </a:moveTo>
                  <a:lnTo>
                    <a:pt x="914400" y="913755"/>
                  </a:lnTo>
                  <a:lnTo>
                    <a:pt x="914856" y="91439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h8336"/>
            <p:cNvSpPr/>
            <p:nvPr/>
          </p:nvSpPr>
          <p:spPr>
            <a:xfrm>
              <a:off x="3337104" y="920337"/>
              <a:ext cx="914400" cy="929090"/>
            </a:xfrm>
            <a:custGeom>
              <a:avLst/>
              <a:pathLst>
                <a:path w="914400" h="929090">
                  <a:moveTo>
                    <a:pt x="914400" y="914400"/>
                  </a:moveTo>
                  <a:lnTo>
                    <a:pt x="914400" y="929090"/>
                  </a:lnTo>
                  <a:lnTo>
                    <a:pt x="912142" y="925305"/>
                  </a:lnTo>
                  <a:lnTo>
                    <a:pt x="908030" y="917666"/>
                  </a:lnTo>
                  <a:lnTo>
                    <a:pt x="906443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h8337"/>
            <p:cNvSpPr/>
            <p:nvPr/>
          </p:nvSpPr>
          <p:spPr>
            <a:xfrm>
              <a:off x="333710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118" y="931969"/>
                  </a:lnTo>
                  <a:lnTo>
                    <a:pt x="914400" y="92909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h8338"/>
            <p:cNvSpPr/>
            <p:nvPr/>
          </p:nvSpPr>
          <p:spPr>
            <a:xfrm>
              <a:off x="334654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h8339"/>
            <p:cNvSpPr/>
            <p:nvPr/>
          </p:nvSpPr>
          <p:spPr>
            <a:xfrm>
              <a:off x="335598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h8340"/>
            <p:cNvSpPr/>
            <p:nvPr/>
          </p:nvSpPr>
          <p:spPr>
            <a:xfrm>
              <a:off x="336542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h8341"/>
            <p:cNvSpPr/>
            <p:nvPr/>
          </p:nvSpPr>
          <p:spPr>
            <a:xfrm>
              <a:off x="337486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h8342"/>
            <p:cNvSpPr/>
            <p:nvPr/>
          </p:nvSpPr>
          <p:spPr>
            <a:xfrm>
              <a:off x="338430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h8343"/>
            <p:cNvSpPr/>
            <p:nvPr/>
          </p:nvSpPr>
          <p:spPr>
            <a:xfrm>
              <a:off x="339374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h8344"/>
            <p:cNvSpPr/>
            <p:nvPr/>
          </p:nvSpPr>
          <p:spPr>
            <a:xfrm>
              <a:off x="340318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h8345"/>
            <p:cNvSpPr/>
            <p:nvPr/>
          </p:nvSpPr>
          <p:spPr>
            <a:xfrm>
              <a:off x="341262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h8346"/>
            <p:cNvSpPr/>
            <p:nvPr/>
          </p:nvSpPr>
          <p:spPr>
            <a:xfrm>
              <a:off x="342206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h8347"/>
            <p:cNvSpPr/>
            <p:nvPr/>
          </p:nvSpPr>
          <p:spPr>
            <a:xfrm>
              <a:off x="343150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h8348"/>
            <p:cNvSpPr/>
            <p:nvPr/>
          </p:nvSpPr>
          <p:spPr>
            <a:xfrm>
              <a:off x="344094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h8349"/>
            <p:cNvSpPr/>
            <p:nvPr/>
          </p:nvSpPr>
          <p:spPr>
            <a:xfrm>
              <a:off x="345038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h8350"/>
            <p:cNvSpPr/>
            <p:nvPr/>
          </p:nvSpPr>
          <p:spPr>
            <a:xfrm>
              <a:off x="345982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h8351"/>
            <p:cNvSpPr/>
            <p:nvPr/>
          </p:nvSpPr>
          <p:spPr>
            <a:xfrm>
              <a:off x="346926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h8352"/>
            <p:cNvSpPr/>
            <p:nvPr/>
          </p:nvSpPr>
          <p:spPr>
            <a:xfrm>
              <a:off x="347870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h8353"/>
            <p:cNvSpPr/>
            <p:nvPr/>
          </p:nvSpPr>
          <p:spPr>
            <a:xfrm>
              <a:off x="348814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h8354"/>
            <p:cNvSpPr/>
            <p:nvPr/>
          </p:nvSpPr>
          <p:spPr>
            <a:xfrm>
              <a:off x="349758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h8355"/>
            <p:cNvSpPr/>
            <p:nvPr/>
          </p:nvSpPr>
          <p:spPr>
            <a:xfrm>
              <a:off x="350702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h8356"/>
            <p:cNvSpPr/>
            <p:nvPr/>
          </p:nvSpPr>
          <p:spPr>
            <a:xfrm>
              <a:off x="351646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h8357"/>
            <p:cNvSpPr/>
            <p:nvPr/>
          </p:nvSpPr>
          <p:spPr>
            <a:xfrm>
              <a:off x="352590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h8358"/>
            <p:cNvSpPr/>
            <p:nvPr/>
          </p:nvSpPr>
          <p:spPr>
            <a:xfrm>
              <a:off x="353534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h8359"/>
            <p:cNvSpPr/>
            <p:nvPr/>
          </p:nvSpPr>
          <p:spPr>
            <a:xfrm>
              <a:off x="354479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h8360"/>
            <p:cNvSpPr/>
            <p:nvPr/>
          </p:nvSpPr>
          <p:spPr>
            <a:xfrm>
              <a:off x="355423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h8361"/>
            <p:cNvSpPr/>
            <p:nvPr/>
          </p:nvSpPr>
          <p:spPr>
            <a:xfrm>
              <a:off x="356367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h8362"/>
            <p:cNvSpPr/>
            <p:nvPr/>
          </p:nvSpPr>
          <p:spPr>
            <a:xfrm>
              <a:off x="357311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h8363"/>
            <p:cNvSpPr/>
            <p:nvPr/>
          </p:nvSpPr>
          <p:spPr>
            <a:xfrm>
              <a:off x="358255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h8364"/>
            <p:cNvSpPr/>
            <p:nvPr/>
          </p:nvSpPr>
          <p:spPr>
            <a:xfrm>
              <a:off x="359199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h8365"/>
            <p:cNvSpPr/>
            <p:nvPr/>
          </p:nvSpPr>
          <p:spPr>
            <a:xfrm>
              <a:off x="360143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h8366"/>
            <p:cNvSpPr/>
            <p:nvPr/>
          </p:nvSpPr>
          <p:spPr>
            <a:xfrm>
              <a:off x="361087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h8367"/>
            <p:cNvSpPr/>
            <p:nvPr/>
          </p:nvSpPr>
          <p:spPr>
            <a:xfrm>
              <a:off x="362031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h8368"/>
            <p:cNvSpPr/>
            <p:nvPr/>
          </p:nvSpPr>
          <p:spPr>
            <a:xfrm>
              <a:off x="362975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h8369"/>
            <p:cNvSpPr/>
            <p:nvPr/>
          </p:nvSpPr>
          <p:spPr>
            <a:xfrm>
              <a:off x="363919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h8370"/>
            <p:cNvSpPr/>
            <p:nvPr/>
          </p:nvSpPr>
          <p:spPr>
            <a:xfrm>
              <a:off x="364863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h8371"/>
            <p:cNvSpPr/>
            <p:nvPr/>
          </p:nvSpPr>
          <p:spPr>
            <a:xfrm>
              <a:off x="365807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h8372"/>
            <p:cNvSpPr/>
            <p:nvPr/>
          </p:nvSpPr>
          <p:spPr>
            <a:xfrm>
              <a:off x="366751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h8373"/>
            <p:cNvSpPr/>
            <p:nvPr/>
          </p:nvSpPr>
          <p:spPr>
            <a:xfrm>
              <a:off x="367695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h8374"/>
            <p:cNvSpPr/>
            <p:nvPr/>
          </p:nvSpPr>
          <p:spPr>
            <a:xfrm>
              <a:off x="368639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h8375"/>
            <p:cNvSpPr/>
            <p:nvPr/>
          </p:nvSpPr>
          <p:spPr>
            <a:xfrm>
              <a:off x="369583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h8376"/>
            <p:cNvSpPr/>
            <p:nvPr/>
          </p:nvSpPr>
          <p:spPr>
            <a:xfrm>
              <a:off x="370527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h8377"/>
            <p:cNvSpPr/>
            <p:nvPr/>
          </p:nvSpPr>
          <p:spPr>
            <a:xfrm>
              <a:off x="371471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h8378"/>
            <p:cNvSpPr/>
            <p:nvPr/>
          </p:nvSpPr>
          <p:spPr>
            <a:xfrm>
              <a:off x="372415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h8379"/>
            <p:cNvSpPr/>
            <p:nvPr/>
          </p:nvSpPr>
          <p:spPr>
            <a:xfrm>
              <a:off x="373359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h8380"/>
            <p:cNvSpPr/>
            <p:nvPr/>
          </p:nvSpPr>
          <p:spPr>
            <a:xfrm>
              <a:off x="374303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h8381"/>
            <p:cNvSpPr/>
            <p:nvPr/>
          </p:nvSpPr>
          <p:spPr>
            <a:xfrm>
              <a:off x="375247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h8382"/>
            <p:cNvSpPr/>
            <p:nvPr/>
          </p:nvSpPr>
          <p:spPr>
            <a:xfrm>
              <a:off x="376191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h8383"/>
            <p:cNvSpPr/>
            <p:nvPr/>
          </p:nvSpPr>
          <p:spPr>
            <a:xfrm>
              <a:off x="377135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h8384"/>
            <p:cNvSpPr/>
            <p:nvPr/>
          </p:nvSpPr>
          <p:spPr>
            <a:xfrm>
              <a:off x="378079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h8385"/>
            <p:cNvSpPr/>
            <p:nvPr/>
          </p:nvSpPr>
          <p:spPr>
            <a:xfrm>
              <a:off x="379023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h8386"/>
            <p:cNvSpPr/>
            <p:nvPr/>
          </p:nvSpPr>
          <p:spPr>
            <a:xfrm>
              <a:off x="379967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h8387"/>
            <p:cNvSpPr/>
            <p:nvPr/>
          </p:nvSpPr>
          <p:spPr>
            <a:xfrm>
              <a:off x="380911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h8388"/>
            <p:cNvSpPr/>
            <p:nvPr/>
          </p:nvSpPr>
          <p:spPr>
            <a:xfrm>
              <a:off x="3827997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245" y="896830"/>
                  </a:lnTo>
                  <a:lnTo>
                    <a:pt x="908382" y="897161"/>
                  </a:lnTo>
                  <a:lnTo>
                    <a:pt x="911899" y="90668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h8389"/>
            <p:cNvSpPr/>
            <p:nvPr/>
          </p:nvSpPr>
          <p:spPr>
            <a:xfrm>
              <a:off x="2109873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299" y="914400"/>
                  </a:lnTo>
                  <a:lnTo>
                    <a:pt x="908916" y="913771"/>
                  </a:lnTo>
                  <a:lnTo>
                    <a:pt x="914250" y="908993"/>
                  </a:lnTo>
                  <a:lnTo>
                    <a:pt x="914400" y="908876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h8390"/>
            <p:cNvSpPr/>
            <p:nvPr/>
          </p:nvSpPr>
          <p:spPr>
            <a:xfrm>
              <a:off x="2119313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876"/>
                  </a:lnTo>
                  <a:lnTo>
                    <a:pt x="910270" y="904740"/>
                  </a:lnTo>
                  <a:lnTo>
                    <a:pt x="914400" y="901986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h8391"/>
            <p:cNvSpPr/>
            <p:nvPr/>
          </p:nvSpPr>
          <p:spPr>
            <a:xfrm>
              <a:off x="2128754" y="90276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556"/>
                  </a:lnTo>
                  <a:lnTo>
                    <a:pt x="906401" y="918594"/>
                  </a:lnTo>
                  <a:lnTo>
                    <a:pt x="912070" y="915425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h8392"/>
            <p:cNvSpPr/>
            <p:nvPr/>
          </p:nvSpPr>
          <p:spPr>
            <a:xfrm>
              <a:off x="212875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h8393"/>
            <p:cNvSpPr/>
            <p:nvPr/>
          </p:nvSpPr>
          <p:spPr>
            <a:xfrm>
              <a:off x="213819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h8394"/>
            <p:cNvSpPr/>
            <p:nvPr/>
          </p:nvSpPr>
          <p:spPr>
            <a:xfrm>
              <a:off x="214763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h8395"/>
            <p:cNvSpPr/>
            <p:nvPr/>
          </p:nvSpPr>
          <p:spPr>
            <a:xfrm>
              <a:off x="215707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h8396"/>
            <p:cNvSpPr/>
            <p:nvPr/>
          </p:nvSpPr>
          <p:spPr>
            <a:xfrm>
              <a:off x="216651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h8397"/>
            <p:cNvSpPr/>
            <p:nvPr/>
          </p:nvSpPr>
          <p:spPr>
            <a:xfrm>
              <a:off x="2185395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06" y="896830"/>
                  </a:lnTo>
                  <a:lnTo>
                    <a:pt x="913953" y="897375"/>
                  </a:lnTo>
                  <a:lnTo>
                    <a:pt x="914400" y="897616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h8398"/>
            <p:cNvSpPr/>
            <p:nvPr/>
          </p:nvSpPr>
          <p:spPr>
            <a:xfrm>
              <a:off x="2194835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7616"/>
                  </a:lnTo>
                  <a:lnTo>
                    <a:pt x="910196" y="900451"/>
                  </a:lnTo>
                  <a:lnTo>
                    <a:pt x="914400" y="903176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h8399"/>
            <p:cNvSpPr/>
            <p:nvPr/>
          </p:nvSpPr>
          <p:spPr>
            <a:xfrm>
              <a:off x="2204275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176"/>
                  </a:lnTo>
                  <a:lnTo>
                    <a:pt x="906346" y="904075"/>
                  </a:lnTo>
                  <a:lnTo>
                    <a:pt x="911826" y="908238"/>
                  </a:lnTo>
                  <a:lnTo>
                    <a:pt x="914400" y="910492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h8400"/>
            <p:cNvSpPr/>
            <p:nvPr/>
          </p:nvSpPr>
          <p:spPr>
            <a:xfrm>
              <a:off x="2204275" y="920337"/>
              <a:ext cx="918657" cy="914400"/>
            </a:xfrm>
            <a:custGeom>
              <a:avLst/>
              <a:pathLst>
                <a:path w="918657" h="914400">
                  <a:moveTo>
                    <a:pt x="914400" y="914400"/>
                  </a:moveTo>
                  <a:lnTo>
                    <a:pt x="914400" y="910492"/>
                  </a:lnTo>
                  <a:lnTo>
                    <a:pt x="917181" y="91292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h8401"/>
            <p:cNvSpPr/>
            <p:nvPr/>
          </p:nvSpPr>
          <p:spPr>
            <a:xfrm>
              <a:off x="3327664" y="902767"/>
              <a:ext cx="914400" cy="928916"/>
            </a:xfrm>
            <a:custGeom>
              <a:avLst/>
              <a:pathLst>
                <a:path w="914400" h="928916">
                  <a:moveTo>
                    <a:pt x="914400" y="914400"/>
                  </a:moveTo>
                  <a:lnTo>
                    <a:pt x="914400" y="928916"/>
                  </a:lnTo>
                  <a:lnTo>
                    <a:pt x="913573" y="927215"/>
                  </a:lnTo>
                  <a:lnTo>
                    <a:pt x="909903" y="918833"/>
                  </a:lnTo>
                  <a:lnTo>
                    <a:pt x="908157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h8402"/>
            <p:cNvSpPr/>
            <p:nvPr/>
          </p:nvSpPr>
          <p:spPr>
            <a:xfrm>
              <a:off x="332766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3" y="931969"/>
                  </a:lnTo>
                  <a:lnTo>
                    <a:pt x="914400" y="928916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h8403"/>
            <p:cNvSpPr/>
            <p:nvPr/>
          </p:nvSpPr>
          <p:spPr>
            <a:xfrm>
              <a:off x="333710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h8404"/>
            <p:cNvSpPr/>
            <p:nvPr/>
          </p:nvSpPr>
          <p:spPr>
            <a:xfrm>
              <a:off x="334654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h8405"/>
            <p:cNvSpPr/>
            <p:nvPr/>
          </p:nvSpPr>
          <p:spPr>
            <a:xfrm>
              <a:off x="335598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h8406"/>
            <p:cNvSpPr/>
            <p:nvPr/>
          </p:nvSpPr>
          <p:spPr>
            <a:xfrm>
              <a:off x="336542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h8407"/>
            <p:cNvSpPr/>
            <p:nvPr/>
          </p:nvSpPr>
          <p:spPr>
            <a:xfrm>
              <a:off x="337486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h8408"/>
            <p:cNvSpPr/>
            <p:nvPr/>
          </p:nvSpPr>
          <p:spPr>
            <a:xfrm>
              <a:off x="338430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h8409"/>
            <p:cNvSpPr/>
            <p:nvPr/>
          </p:nvSpPr>
          <p:spPr>
            <a:xfrm>
              <a:off x="339374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h8410"/>
            <p:cNvSpPr/>
            <p:nvPr/>
          </p:nvSpPr>
          <p:spPr>
            <a:xfrm>
              <a:off x="340318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h8411"/>
            <p:cNvSpPr/>
            <p:nvPr/>
          </p:nvSpPr>
          <p:spPr>
            <a:xfrm>
              <a:off x="341262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h8412"/>
            <p:cNvSpPr/>
            <p:nvPr/>
          </p:nvSpPr>
          <p:spPr>
            <a:xfrm>
              <a:off x="342206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h8413"/>
            <p:cNvSpPr/>
            <p:nvPr/>
          </p:nvSpPr>
          <p:spPr>
            <a:xfrm>
              <a:off x="343150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h8414"/>
            <p:cNvSpPr/>
            <p:nvPr/>
          </p:nvSpPr>
          <p:spPr>
            <a:xfrm>
              <a:off x="344094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h8415"/>
            <p:cNvSpPr/>
            <p:nvPr/>
          </p:nvSpPr>
          <p:spPr>
            <a:xfrm>
              <a:off x="345038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h8416"/>
            <p:cNvSpPr/>
            <p:nvPr/>
          </p:nvSpPr>
          <p:spPr>
            <a:xfrm>
              <a:off x="345982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h8417"/>
            <p:cNvSpPr/>
            <p:nvPr/>
          </p:nvSpPr>
          <p:spPr>
            <a:xfrm>
              <a:off x="346926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h8418"/>
            <p:cNvSpPr/>
            <p:nvPr/>
          </p:nvSpPr>
          <p:spPr>
            <a:xfrm>
              <a:off x="347870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h8419"/>
            <p:cNvSpPr/>
            <p:nvPr/>
          </p:nvSpPr>
          <p:spPr>
            <a:xfrm>
              <a:off x="348814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h8420"/>
            <p:cNvSpPr/>
            <p:nvPr/>
          </p:nvSpPr>
          <p:spPr>
            <a:xfrm>
              <a:off x="349758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h8421"/>
            <p:cNvSpPr/>
            <p:nvPr/>
          </p:nvSpPr>
          <p:spPr>
            <a:xfrm>
              <a:off x="350702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h8422"/>
            <p:cNvSpPr/>
            <p:nvPr/>
          </p:nvSpPr>
          <p:spPr>
            <a:xfrm>
              <a:off x="351646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h8423"/>
            <p:cNvSpPr/>
            <p:nvPr/>
          </p:nvSpPr>
          <p:spPr>
            <a:xfrm>
              <a:off x="352590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h8424"/>
            <p:cNvSpPr/>
            <p:nvPr/>
          </p:nvSpPr>
          <p:spPr>
            <a:xfrm>
              <a:off x="353534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h8425"/>
            <p:cNvSpPr/>
            <p:nvPr/>
          </p:nvSpPr>
          <p:spPr>
            <a:xfrm>
              <a:off x="354479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h8426"/>
            <p:cNvSpPr/>
            <p:nvPr/>
          </p:nvSpPr>
          <p:spPr>
            <a:xfrm>
              <a:off x="355423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h8427"/>
            <p:cNvSpPr/>
            <p:nvPr/>
          </p:nvSpPr>
          <p:spPr>
            <a:xfrm>
              <a:off x="356367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h8428"/>
            <p:cNvSpPr/>
            <p:nvPr/>
          </p:nvSpPr>
          <p:spPr>
            <a:xfrm>
              <a:off x="357311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h8429"/>
            <p:cNvSpPr/>
            <p:nvPr/>
          </p:nvSpPr>
          <p:spPr>
            <a:xfrm>
              <a:off x="358255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h8430"/>
            <p:cNvSpPr/>
            <p:nvPr/>
          </p:nvSpPr>
          <p:spPr>
            <a:xfrm>
              <a:off x="359199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h8431"/>
            <p:cNvSpPr/>
            <p:nvPr/>
          </p:nvSpPr>
          <p:spPr>
            <a:xfrm>
              <a:off x="360143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h8432"/>
            <p:cNvSpPr/>
            <p:nvPr/>
          </p:nvSpPr>
          <p:spPr>
            <a:xfrm>
              <a:off x="361087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h8433"/>
            <p:cNvSpPr/>
            <p:nvPr/>
          </p:nvSpPr>
          <p:spPr>
            <a:xfrm>
              <a:off x="362031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h8434"/>
            <p:cNvSpPr/>
            <p:nvPr/>
          </p:nvSpPr>
          <p:spPr>
            <a:xfrm>
              <a:off x="362975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h8435"/>
            <p:cNvSpPr/>
            <p:nvPr/>
          </p:nvSpPr>
          <p:spPr>
            <a:xfrm>
              <a:off x="363919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h8436"/>
            <p:cNvSpPr/>
            <p:nvPr/>
          </p:nvSpPr>
          <p:spPr>
            <a:xfrm>
              <a:off x="364863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h8437"/>
            <p:cNvSpPr/>
            <p:nvPr/>
          </p:nvSpPr>
          <p:spPr>
            <a:xfrm>
              <a:off x="365807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h8438"/>
            <p:cNvSpPr/>
            <p:nvPr/>
          </p:nvSpPr>
          <p:spPr>
            <a:xfrm>
              <a:off x="366751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h8439"/>
            <p:cNvSpPr/>
            <p:nvPr/>
          </p:nvSpPr>
          <p:spPr>
            <a:xfrm>
              <a:off x="367695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h8440"/>
            <p:cNvSpPr/>
            <p:nvPr/>
          </p:nvSpPr>
          <p:spPr>
            <a:xfrm>
              <a:off x="368639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h8441"/>
            <p:cNvSpPr/>
            <p:nvPr/>
          </p:nvSpPr>
          <p:spPr>
            <a:xfrm>
              <a:off x="369583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h8442"/>
            <p:cNvSpPr/>
            <p:nvPr/>
          </p:nvSpPr>
          <p:spPr>
            <a:xfrm>
              <a:off x="370527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h8443"/>
            <p:cNvSpPr/>
            <p:nvPr/>
          </p:nvSpPr>
          <p:spPr>
            <a:xfrm>
              <a:off x="371471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h8444"/>
            <p:cNvSpPr/>
            <p:nvPr/>
          </p:nvSpPr>
          <p:spPr>
            <a:xfrm>
              <a:off x="372415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h8445"/>
            <p:cNvSpPr/>
            <p:nvPr/>
          </p:nvSpPr>
          <p:spPr>
            <a:xfrm>
              <a:off x="373359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h8446"/>
            <p:cNvSpPr/>
            <p:nvPr/>
          </p:nvSpPr>
          <p:spPr>
            <a:xfrm>
              <a:off x="374303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h8447"/>
            <p:cNvSpPr/>
            <p:nvPr/>
          </p:nvSpPr>
          <p:spPr>
            <a:xfrm>
              <a:off x="375247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h8448"/>
            <p:cNvSpPr/>
            <p:nvPr/>
          </p:nvSpPr>
          <p:spPr>
            <a:xfrm>
              <a:off x="376191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h8449"/>
            <p:cNvSpPr/>
            <p:nvPr/>
          </p:nvSpPr>
          <p:spPr>
            <a:xfrm>
              <a:off x="377135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h8450"/>
            <p:cNvSpPr/>
            <p:nvPr/>
          </p:nvSpPr>
          <p:spPr>
            <a:xfrm>
              <a:off x="378079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h8451"/>
            <p:cNvSpPr/>
            <p:nvPr/>
          </p:nvSpPr>
          <p:spPr>
            <a:xfrm>
              <a:off x="379023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h8452"/>
            <p:cNvSpPr/>
            <p:nvPr/>
          </p:nvSpPr>
          <p:spPr>
            <a:xfrm>
              <a:off x="379967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h8453"/>
            <p:cNvSpPr/>
            <p:nvPr/>
          </p:nvSpPr>
          <p:spPr>
            <a:xfrm>
              <a:off x="3818556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978" y="896830"/>
                  </a:lnTo>
                  <a:lnTo>
                    <a:pt x="914030" y="905577"/>
                  </a:lnTo>
                  <a:lnTo>
                    <a:pt x="914400" y="90646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h8454"/>
            <p:cNvSpPr/>
            <p:nvPr/>
          </p:nvSpPr>
          <p:spPr>
            <a:xfrm>
              <a:off x="3818556" y="920337"/>
              <a:ext cx="917685" cy="914400"/>
            </a:xfrm>
            <a:custGeom>
              <a:avLst/>
              <a:pathLst>
                <a:path w="917685" h="914400">
                  <a:moveTo>
                    <a:pt x="914400" y="914400"/>
                  </a:moveTo>
                  <a:lnTo>
                    <a:pt x="914400" y="906468"/>
                  </a:lnTo>
                  <a:lnTo>
                    <a:pt x="917685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h8455"/>
            <p:cNvSpPr/>
            <p:nvPr/>
          </p:nvSpPr>
          <p:spPr>
            <a:xfrm>
              <a:off x="2138194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366"/>
                  </a:lnTo>
                  <a:lnTo>
                    <a:pt x="908380" y="912811"/>
                  </a:lnTo>
                  <a:lnTo>
                    <a:pt x="914195" y="910760"/>
                  </a:lnTo>
                  <a:lnTo>
                    <a:pt x="914400" y="91070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h8456"/>
            <p:cNvSpPr/>
            <p:nvPr/>
          </p:nvSpPr>
          <p:spPr>
            <a:xfrm>
              <a:off x="2147634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708"/>
                  </a:lnTo>
                  <a:lnTo>
                    <a:pt x="910620" y="909277"/>
                  </a:lnTo>
                  <a:lnTo>
                    <a:pt x="914400" y="908693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h8457"/>
            <p:cNvSpPr/>
            <p:nvPr/>
          </p:nvSpPr>
          <p:spPr>
            <a:xfrm>
              <a:off x="2157074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93"/>
                  </a:lnTo>
                  <a:lnTo>
                    <a:pt x="907078" y="908366"/>
                  </a:lnTo>
                  <a:lnTo>
                    <a:pt x="912995" y="908029"/>
                  </a:lnTo>
                  <a:lnTo>
                    <a:pt x="914400" y="908086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h8458"/>
            <p:cNvSpPr/>
            <p:nvPr/>
          </p:nvSpPr>
          <p:spPr>
            <a:xfrm>
              <a:off x="2166515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086"/>
                  </a:lnTo>
                  <a:lnTo>
                    <a:pt x="909472" y="908269"/>
                  </a:lnTo>
                  <a:lnTo>
                    <a:pt x="914400" y="90894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h8459"/>
            <p:cNvSpPr/>
            <p:nvPr/>
          </p:nvSpPr>
          <p:spPr>
            <a:xfrm>
              <a:off x="2175955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948"/>
                  </a:lnTo>
                  <a:lnTo>
                    <a:pt x="905934" y="909083"/>
                  </a:lnTo>
                  <a:lnTo>
                    <a:pt x="911806" y="910470"/>
                  </a:lnTo>
                  <a:lnTo>
                    <a:pt x="914400" y="91134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h8460"/>
            <p:cNvSpPr/>
            <p:nvPr/>
          </p:nvSpPr>
          <p:spPr>
            <a:xfrm>
              <a:off x="2175955" y="902767"/>
              <a:ext cx="922147" cy="914400"/>
            </a:xfrm>
            <a:custGeom>
              <a:avLst/>
              <a:pathLst>
                <a:path w="922147" h="914400">
                  <a:moveTo>
                    <a:pt x="914400" y="914400"/>
                  </a:moveTo>
                  <a:lnTo>
                    <a:pt x="914400" y="911340"/>
                  </a:lnTo>
                  <a:lnTo>
                    <a:pt x="917631" y="912425"/>
                  </a:lnTo>
                  <a:lnTo>
                    <a:pt x="922147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h8461"/>
            <p:cNvSpPr/>
            <p:nvPr/>
          </p:nvSpPr>
          <p:spPr>
            <a:xfrm>
              <a:off x="3318224" y="885197"/>
              <a:ext cx="914400" cy="923404"/>
            </a:xfrm>
            <a:custGeom>
              <a:avLst/>
              <a:pathLst>
                <a:path w="914400" h="923404">
                  <a:moveTo>
                    <a:pt x="914400" y="914400"/>
                  </a:moveTo>
                  <a:lnTo>
                    <a:pt x="914400" y="923404"/>
                  </a:lnTo>
                  <a:lnTo>
                    <a:pt x="912719" y="918643"/>
                  </a:lnTo>
                  <a:lnTo>
                    <a:pt x="911384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h8462"/>
            <p:cNvSpPr/>
            <p:nvPr/>
          </p:nvSpPr>
          <p:spPr>
            <a:xfrm>
              <a:off x="331822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598" y="931969"/>
                  </a:lnTo>
                  <a:lnTo>
                    <a:pt x="915909" y="927681"/>
                  </a:lnTo>
                  <a:lnTo>
                    <a:pt x="914400" y="923404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h8463"/>
            <p:cNvSpPr/>
            <p:nvPr/>
          </p:nvSpPr>
          <p:spPr>
            <a:xfrm>
              <a:off x="332766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h8464"/>
            <p:cNvSpPr/>
            <p:nvPr/>
          </p:nvSpPr>
          <p:spPr>
            <a:xfrm>
              <a:off x="333710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h8465"/>
            <p:cNvSpPr/>
            <p:nvPr/>
          </p:nvSpPr>
          <p:spPr>
            <a:xfrm>
              <a:off x="334654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h8466"/>
            <p:cNvSpPr/>
            <p:nvPr/>
          </p:nvSpPr>
          <p:spPr>
            <a:xfrm>
              <a:off x="335598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h8467"/>
            <p:cNvSpPr/>
            <p:nvPr/>
          </p:nvSpPr>
          <p:spPr>
            <a:xfrm>
              <a:off x="336542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h8468"/>
            <p:cNvSpPr/>
            <p:nvPr/>
          </p:nvSpPr>
          <p:spPr>
            <a:xfrm>
              <a:off x="337486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h8469"/>
            <p:cNvSpPr/>
            <p:nvPr/>
          </p:nvSpPr>
          <p:spPr>
            <a:xfrm>
              <a:off x="338430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h8470"/>
            <p:cNvSpPr/>
            <p:nvPr/>
          </p:nvSpPr>
          <p:spPr>
            <a:xfrm>
              <a:off x="339374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h8471"/>
            <p:cNvSpPr/>
            <p:nvPr/>
          </p:nvSpPr>
          <p:spPr>
            <a:xfrm>
              <a:off x="340318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h8472"/>
            <p:cNvSpPr/>
            <p:nvPr/>
          </p:nvSpPr>
          <p:spPr>
            <a:xfrm>
              <a:off x="341262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h8473"/>
            <p:cNvSpPr/>
            <p:nvPr/>
          </p:nvSpPr>
          <p:spPr>
            <a:xfrm>
              <a:off x="342206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h8474"/>
            <p:cNvSpPr/>
            <p:nvPr/>
          </p:nvSpPr>
          <p:spPr>
            <a:xfrm>
              <a:off x="343150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h8475"/>
            <p:cNvSpPr/>
            <p:nvPr/>
          </p:nvSpPr>
          <p:spPr>
            <a:xfrm>
              <a:off x="344094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h8476"/>
            <p:cNvSpPr/>
            <p:nvPr/>
          </p:nvSpPr>
          <p:spPr>
            <a:xfrm>
              <a:off x="345038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h8477"/>
            <p:cNvSpPr/>
            <p:nvPr/>
          </p:nvSpPr>
          <p:spPr>
            <a:xfrm>
              <a:off x="345982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h8478"/>
            <p:cNvSpPr/>
            <p:nvPr/>
          </p:nvSpPr>
          <p:spPr>
            <a:xfrm>
              <a:off x="346926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h8479"/>
            <p:cNvSpPr/>
            <p:nvPr/>
          </p:nvSpPr>
          <p:spPr>
            <a:xfrm>
              <a:off x="347870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h8480"/>
            <p:cNvSpPr/>
            <p:nvPr/>
          </p:nvSpPr>
          <p:spPr>
            <a:xfrm>
              <a:off x="348814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h8481"/>
            <p:cNvSpPr/>
            <p:nvPr/>
          </p:nvSpPr>
          <p:spPr>
            <a:xfrm>
              <a:off x="349758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h8482"/>
            <p:cNvSpPr/>
            <p:nvPr/>
          </p:nvSpPr>
          <p:spPr>
            <a:xfrm>
              <a:off x="350702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h8483"/>
            <p:cNvSpPr/>
            <p:nvPr/>
          </p:nvSpPr>
          <p:spPr>
            <a:xfrm>
              <a:off x="351646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h8484"/>
            <p:cNvSpPr/>
            <p:nvPr/>
          </p:nvSpPr>
          <p:spPr>
            <a:xfrm>
              <a:off x="352590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h8485"/>
            <p:cNvSpPr/>
            <p:nvPr/>
          </p:nvSpPr>
          <p:spPr>
            <a:xfrm>
              <a:off x="353534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h8486"/>
            <p:cNvSpPr/>
            <p:nvPr/>
          </p:nvSpPr>
          <p:spPr>
            <a:xfrm>
              <a:off x="354479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h8487"/>
            <p:cNvSpPr/>
            <p:nvPr/>
          </p:nvSpPr>
          <p:spPr>
            <a:xfrm>
              <a:off x="355423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h8488"/>
            <p:cNvSpPr/>
            <p:nvPr/>
          </p:nvSpPr>
          <p:spPr>
            <a:xfrm>
              <a:off x="356367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h8489"/>
            <p:cNvSpPr/>
            <p:nvPr/>
          </p:nvSpPr>
          <p:spPr>
            <a:xfrm>
              <a:off x="357311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h8490"/>
            <p:cNvSpPr/>
            <p:nvPr/>
          </p:nvSpPr>
          <p:spPr>
            <a:xfrm>
              <a:off x="358255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h8491"/>
            <p:cNvSpPr/>
            <p:nvPr/>
          </p:nvSpPr>
          <p:spPr>
            <a:xfrm>
              <a:off x="359199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h8492"/>
            <p:cNvSpPr/>
            <p:nvPr/>
          </p:nvSpPr>
          <p:spPr>
            <a:xfrm>
              <a:off x="360143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h8493"/>
            <p:cNvSpPr/>
            <p:nvPr/>
          </p:nvSpPr>
          <p:spPr>
            <a:xfrm>
              <a:off x="361087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h8494"/>
            <p:cNvSpPr/>
            <p:nvPr/>
          </p:nvSpPr>
          <p:spPr>
            <a:xfrm>
              <a:off x="362031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h8495"/>
            <p:cNvSpPr/>
            <p:nvPr/>
          </p:nvSpPr>
          <p:spPr>
            <a:xfrm>
              <a:off x="362975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h8496"/>
            <p:cNvSpPr/>
            <p:nvPr/>
          </p:nvSpPr>
          <p:spPr>
            <a:xfrm>
              <a:off x="363919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h8497"/>
            <p:cNvSpPr/>
            <p:nvPr/>
          </p:nvSpPr>
          <p:spPr>
            <a:xfrm>
              <a:off x="364863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h8498"/>
            <p:cNvSpPr/>
            <p:nvPr/>
          </p:nvSpPr>
          <p:spPr>
            <a:xfrm>
              <a:off x="365807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h8499"/>
            <p:cNvSpPr/>
            <p:nvPr/>
          </p:nvSpPr>
          <p:spPr>
            <a:xfrm>
              <a:off x="366751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h8500"/>
            <p:cNvSpPr/>
            <p:nvPr/>
          </p:nvSpPr>
          <p:spPr>
            <a:xfrm>
              <a:off x="367695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h8501"/>
            <p:cNvSpPr/>
            <p:nvPr/>
          </p:nvSpPr>
          <p:spPr>
            <a:xfrm>
              <a:off x="368639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h8502"/>
            <p:cNvSpPr/>
            <p:nvPr/>
          </p:nvSpPr>
          <p:spPr>
            <a:xfrm>
              <a:off x="369583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h8503"/>
            <p:cNvSpPr/>
            <p:nvPr/>
          </p:nvSpPr>
          <p:spPr>
            <a:xfrm>
              <a:off x="370527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h8504"/>
            <p:cNvSpPr/>
            <p:nvPr/>
          </p:nvSpPr>
          <p:spPr>
            <a:xfrm>
              <a:off x="371471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h8505"/>
            <p:cNvSpPr/>
            <p:nvPr/>
          </p:nvSpPr>
          <p:spPr>
            <a:xfrm>
              <a:off x="372415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h8506"/>
            <p:cNvSpPr/>
            <p:nvPr/>
          </p:nvSpPr>
          <p:spPr>
            <a:xfrm>
              <a:off x="373359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h8507"/>
            <p:cNvSpPr/>
            <p:nvPr/>
          </p:nvSpPr>
          <p:spPr>
            <a:xfrm>
              <a:off x="374303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h8508"/>
            <p:cNvSpPr/>
            <p:nvPr/>
          </p:nvSpPr>
          <p:spPr>
            <a:xfrm>
              <a:off x="375247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h8509"/>
            <p:cNvSpPr/>
            <p:nvPr/>
          </p:nvSpPr>
          <p:spPr>
            <a:xfrm>
              <a:off x="376191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h8510"/>
            <p:cNvSpPr/>
            <p:nvPr/>
          </p:nvSpPr>
          <p:spPr>
            <a:xfrm>
              <a:off x="377135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h8511"/>
            <p:cNvSpPr/>
            <p:nvPr/>
          </p:nvSpPr>
          <p:spPr>
            <a:xfrm>
              <a:off x="378079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h8512"/>
            <p:cNvSpPr/>
            <p:nvPr/>
          </p:nvSpPr>
          <p:spPr>
            <a:xfrm>
              <a:off x="379023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h8513"/>
            <p:cNvSpPr/>
            <p:nvPr/>
          </p:nvSpPr>
          <p:spPr>
            <a:xfrm>
              <a:off x="3809116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3" y="896830"/>
                  </a:lnTo>
                  <a:lnTo>
                    <a:pt x="910561" y="898191"/>
                  </a:lnTo>
                  <a:lnTo>
                    <a:pt x="914400" y="904841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h8514"/>
            <p:cNvSpPr/>
            <p:nvPr/>
          </p:nvSpPr>
          <p:spPr>
            <a:xfrm>
              <a:off x="3809116" y="902767"/>
              <a:ext cx="919418" cy="914400"/>
            </a:xfrm>
            <a:custGeom>
              <a:avLst/>
              <a:pathLst>
                <a:path w="919418" h="914400">
                  <a:moveTo>
                    <a:pt x="914400" y="914400"/>
                  </a:moveTo>
                  <a:lnTo>
                    <a:pt x="914400" y="904841"/>
                  </a:lnTo>
                  <a:lnTo>
                    <a:pt x="915107" y="906066"/>
                  </a:lnTo>
                  <a:lnTo>
                    <a:pt x="919418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h8515"/>
            <p:cNvSpPr/>
            <p:nvPr/>
          </p:nvSpPr>
          <p:spPr>
            <a:xfrm>
              <a:off x="3318224" y="86762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84" y="931969"/>
                  </a:lnTo>
                  <a:lnTo>
                    <a:pt x="909783" y="926883"/>
                  </a:lnTo>
                  <a:lnTo>
                    <a:pt x="907107" y="917284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h8516"/>
            <p:cNvSpPr/>
            <p:nvPr/>
          </p:nvSpPr>
          <p:spPr>
            <a:xfrm>
              <a:off x="331822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h8517"/>
            <p:cNvSpPr/>
            <p:nvPr/>
          </p:nvSpPr>
          <p:spPr>
            <a:xfrm>
              <a:off x="332766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h8518"/>
            <p:cNvSpPr/>
            <p:nvPr/>
          </p:nvSpPr>
          <p:spPr>
            <a:xfrm>
              <a:off x="333710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h8519"/>
            <p:cNvSpPr/>
            <p:nvPr/>
          </p:nvSpPr>
          <p:spPr>
            <a:xfrm>
              <a:off x="334654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h8520"/>
            <p:cNvSpPr/>
            <p:nvPr/>
          </p:nvSpPr>
          <p:spPr>
            <a:xfrm>
              <a:off x="335598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h8521"/>
            <p:cNvSpPr/>
            <p:nvPr/>
          </p:nvSpPr>
          <p:spPr>
            <a:xfrm>
              <a:off x="336542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h8522"/>
            <p:cNvSpPr/>
            <p:nvPr/>
          </p:nvSpPr>
          <p:spPr>
            <a:xfrm>
              <a:off x="337486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h8523"/>
            <p:cNvSpPr/>
            <p:nvPr/>
          </p:nvSpPr>
          <p:spPr>
            <a:xfrm>
              <a:off x="338430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h8524"/>
            <p:cNvSpPr/>
            <p:nvPr/>
          </p:nvSpPr>
          <p:spPr>
            <a:xfrm>
              <a:off x="339374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h8525"/>
            <p:cNvSpPr/>
            <p:nvPr/>
          </p:nvSpPr>
          <p:spPr>
            <a:xfrm>
              <a:off x="340318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h8526"/>
            <p:cNvSpPr/>
            <p:nvPr/>
          </p:nvSpPr>
          <p:spPr>
            <a:xfrm>
              <a:off x="341262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h8527"/>
            <p:cNvSpPr/>
            <p:nvPr/>
          </p:nvSpPr>
          <p:spPr>
            <a:xfrm>
              <a:off x="342206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h8528"/>
            <p:cNvSpPr/>
            <p:nvPr/>
          </p:nvSpPr>
          <p:spPr>
            <a:xfrm>
              <a:off x="343150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h8529"/>
            <p:cNvSpPr/>
            <p:nvPr/>
          </p:nvSpPr>
          <p:spPr>
            <a:xfrm>
              <a:off x="344094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h8530"/>
            <p:cNvSpPr/>
            <p:nvPr/>
          </p:nvSpPr>
          <p:spPr>
            <a:xfrm>
              <a:off x="345038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h8531"/>
            <p:cNvSpPr/>
            <p:nvPr/>
          </p:nvSpPr>
          <p:spPr>
            <a:xfrm>
              <a:off x="345982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h8532"/>
            <p:cNvSpPr/>
            <p:nvPr/>
          </p:nvSpPr>
          <p:spPr>
            <a:xfrm>
              <a:off x="346926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h8533"/>
            <p:cNvSpPr/>
            <p:nvPr/>
          </p:nvSpPr>
          <p:spPr>
            <a:xfrm>
              <a:off x="347870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h8534"/>
            <p:cNvSpPr/>
            <p:nvPr/>
          </p:nvSpPr>
          <p:spPr>
            <a:xfrm>
              <a:off x="348814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h8535"/>
            <p:cNvSpPr/>
            <p:nvPr/>
          </p:nvSpPr>
          <p:spPr>
            <a:xfrm>
              <a:off x="349758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h8536"/>
            <p:cNvSpPr/>
            <p:nvPr/>
          </p:nvSpPr>
          <p:spPr>
            <a:xfrm>
              <a:off x="350702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h8537"/>
            <p:cNvSpPr/>
            <p:nvPr/>
          </p:nvSpPr>
          <p:spPr>
            <a:xfrm>
              <a:off x="351646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h8538"/>
            <p:cNvSpPr/>
            <p:nvPr/>
          </p:nvSpPr>
          <p:spPr>
            <a:xfrm>
              <a:off x="352590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h8539"/>
            <p:cNvSpPr/>
            <p:nvPr/>
          </p:nvSpPr>
          <p:spPr>
            <a:xfrm>
              <a:off x="353534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h8540"/>
            <p:cNvSpPr/>
            <p:nvPr/>
          </p:nvSpPr>
          <p:spPr>
            <a:xfrm>
              <a:off x="354479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h8541"/>
            <p:cNvSpPr/>
            <p:nvPr/>
          </p:nvSpPr>
          <p:spPr>
            <a:xfrm>
              <a:off x="355423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h8542"/>
            <p:cNvSpPr/>
            <p:nvPr/>
          </p:nvSpPr>
          <p:spPr>
            <a:xfrm>
              <a:off x="356367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h8543"/>
            <p:cNvSpPr/>
            <p:nvPr/>
          </p:nvSpPr>
          <p:spPr>
            <a:xfrm>
              <a:off x="357311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h8544"/>
            <p:cNvSpPr/>
            <p:nvPr/>
          </p:nvSpPr>
          <p:spPr>
            <a:xfrm>
              <a:off x="358255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h8545"/>
            <p:cNvSpPr/>
            <p:nvPr/>
          </p:nvSpPr>
          <p:spPr>
            <a:xfrm>
              <a:off x="359199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h8546"/>
            <p:cNvSpPr/>
            <p:nvPr/>
          </p:nvSpPr>
          <p:spPr>
            <a:xfrm>
              <a:off x="360143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h8547"/>
            <p:cNvSpPr/>
            <p:nvPr/>
          </p:nvSpPr>
          <p:spPr>
            <a:xfrm>
              <a:off x="361087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h8548"/>
            <p:cNvSpPr/>
            <p:nvPr/>
          </p:nvSpPr>
          <p:spPr>
            <a:xfrm>
              <a:off x="362031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h8549"/>
            <p:cNvSpPr/>
            <p:nvPr/>
          </p:nvSpPr>
          <p:spPr>
            <a:xfrm>
              <a:off x="362975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h8550"/>
            <p:cNvSpPr/>
            <p:nvPr/>
          </p:nvSpPr>
          <p:spPr>
            <a:xfrm>
              <a:off x="363919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h8551"/>
            <p:cNvSpPr/>
            <p:nvPr/>
          </p:nvSpPr>
          <p:spPr>
            <a:xfrm>
              <a:off x="364863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h8552"/>
            <p:cNvSpPr/>
            <p:nvPr/>
          </p:nvSpPr>
          <p:spPr>
            <a:xfrm>
              <a:off x="365807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h8553"/>
            <p:cNvSpPr/>
            <p:nvPr/>
          </p:nvSpPr>
          <p:spPr>
            <a:xfrm>
              <a:off x="366751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h8554"/>
            <p:cNvSpPr/>
            <p:nvPr/>
          </p:nvSpPr>
          <p:spPr>
            <a:xfrm>
              <a:off x="367695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h8555"/>
            <p:cNvSpPr/>
            <p:nvPr/>
          </p:nvSpPr>
          <p:spPr>
            <a:xfrm>
              <a:off x="368639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h8556"/>
            <p:cNvSpPr/>
            <p:nvPr/>
          </p:nvSpPr>
          <p:spPr>
            <a:xfrm>
              <a:off x="369583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h8557"/>
            <p:cNvSpPr/>
            <p:nvPr/>
          </p:nvSpPr>
          <p:spPr>
            <a:xfrm>
              <a:off x="370527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h8558"/>
            <p:cNvSpPr/>
            <p:nvPr/>
          </p:nvSpPr>
          <p:spPr>
            <a:xfrm>
              <a:off x="371471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h8559"/>
            <p:cNvSpPr/>
            <p:nvPr/>
          </p:nvSpPr>
          <p:spPr>
            <a:xfrm>
              <a:off x="372415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h8560"/>
            <p:cNvSpPr/>
            <p:nvPr/>
          </p:nvSpPr>
          <p:spPr>
            <a:xfrm>
              <a:off x="373359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h8561"/>
            <p:cNvSpPr/>
            <p:nvPr/>
          </p:nvSpPr>
          <p:spPr>
            <a:xfrm>
              <a:off x="374303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h8562"/>
            <p:cNvSpPr/>
            <p:nvPr/>
          </p:nvSpPr>
          <p:spPr>
            <a:xfrm>
              <a:off x="375247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h8563"/>
            <p:cNvSpPr/>
            <p:nvPr/>
          </p:nvSpPr>
          <p:spPr>
            <a:xfrm>
              <a:off x="376191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h8564"/>
            <p:cNvSpPr/>
            <p:nvPr/>
          </p:nvSpPr>
          <p:spPr>
            <a:xfrm>
              <a:off x="377135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h8565"/>
            <p:cNvSpPr/>
            <p:nvPr/>
          </p:nvSpPr>
          <p:spPr>
            <a:xfrm>
              <a:off x="378079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h8566"/>
            <p:cNvSpPr/>
            <p:nvPr/>
          </p:nvSpPr>
          <p:spPr>
            <a:xfrm>
              <a:off x="3799676" y="88519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719" y="896830"/>
                  </a:lnTo>
                  <a:lnTo>
                    <a:pt x="911003" y="897341"/>
                  </a:lnTo>
                  <a:lnTo>
                    <a:pt x="914400" y="904193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h8567"/>
            <p:cNvSpPr/>
            <p:nvPr/>
          </p:nvSpPr>
          <p:spPr>
            <a:xfrm>
              <a:off x="3799676" y="885197"/>
              <a:ext cx="919123" cy="914400"/>
            </a:xfrm>
            <a:custGeom>
              <a:avLst/>
              <a:pathLst>
                <a:path w="919123" h="914400">
                  <a:moveTo>
                    <a:pt x="914400" y="914400"/>
                  </a:moveTo>
                  <a:lnTo>
                    <a:pt x="914400" y="904193"/>
                  </a:lnTo>
                  <a:lnTo>
                    <a:pt x="915317" y="906043"/>
                  </a:lnTo>
                  <a:lnTo>
                    <a:pt x="918779" y="913866"/>
                  </a:lnTo>
                  <a:lnTo>
                    <a:pt x="919123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h8568"/>
            <p:cNvSpPr/>
            <p:nvPr/>
          </p:nvSpPr>
          <p:spPr>
            <a:xfrm>
              <a:off x="3308784" y="850058"/>
              <a:ext cx="914400" cy="926076"/>
            </a:xfrm>
            <a:custGeom>
              <a:avLst/>
              <a:pathLst>
                <a:path w="914400" h="926076">
                  <a:moveTo>
                    <a:pt x="914400" y="914400"/>
                  </a:moveTo>
                  <a:lnTo>
                    <a:pt x="914400" y="926076"/>
                  </a:lnTo>
                  <a:lnTo>
                    <a:pt x="914139" y="925013"/>
                  </a:lnTo>
                  <a:lnTo>
                    <a:pt x="912006" y="914955"/>
                  </a:lnTo>
                  <a:lnTo>
                    <a:pt x="911905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h8569"/>
            <p:cNvSpPr/>
            <p:nvPr/>
          </p:nvSpPr>
          <p:spPr>
            <a:xfrm>
              <a:off x="330878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41" y="931969"/>
                  </a:lnTo>
                  <a:lnTo>
                    <a:pt x="914400" y="926076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h8570"/>
            <p:cNvSpPr/>
            <p:nvPr/>
          </p:nvSpPr>
          <p:spPr>
            <a:xfrm>
              <a:off x="331822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h8571"/>
            <p:cNvSpPr/>
            <p:nvPr/>
          </p:nvSpPr>
          <p:spPr>
            <a:xfrm>
              <a:off x="332766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h8572"/>
            <p:cNvSpPr/>
            <p:nvPr/>
          </p:nvSpPr>
          <p:spPr>
            <a:xfrm>
              <a:off x="333710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h8573"/>
            <p:cNvSpPr/>
            <p:nvPr/>
          </p:nvSpPr>
          <p:spPr>
            <a:xfrm>
              <a:off x="334654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h8574"/>
            <p:cNvSpPr/>
            <p:nvPr/>
          </p:nvSpPr>
          <p:spPr>
            <a:xfrm>
              <a:off x="335598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h8575"/>
            <p:cNvSpPr/>
            <p:nvPr/>
          </p:nvSpPr>
          <p:spPr>
            <a:xfrm>
              <a:off x="336542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h8576"/>
            <p:cNvSpPr/>
            <p:nvPr/>
          </p:nvSpPr>
          <p:spPr>
            <a:xfrm>
              <a:off x="337486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h8577"/>
            <p:cNvSpPr/>
            <p:nvPr/>
          </p:nvSpPr>
          <p:spPr>
            <a:xfrm>
              <a:off x="338430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h8578"/>
            <p:cNvSpPr/>
            <p:nvPr/>
          </p:nvSpPr>
          <p:spPr>
            <a:xfrm>
              <a:off x="339374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h8579"/>
            <p:cNvSpPr/>
            <p:nvPr/>
          </p:nvSpPr>
          <p:spPr>
            <a:xfrm>
              <a:off x="340318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h8580"/>
            <p:cNvSpPr/>
            <p:nvPr/>
          </p:nvSpPr>
          <p:spPr>
            <a:xfrm>
              <a:off x="341262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h8581"/>
            <p:cNvSpPr/>
            <p:nvPr/>
          </p:nvSpPr>
          <p:spPr>
            <a:xfrm>
              <a:off x="342206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h8582"/>
            <p:cNvSpPr/>
            <p:nvPr/>
          </p:nvSpPr>
          <p:spPr>
            <a:xfrm>
              <a:off x="343150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h8583"/>
            <p:cNvSpPr/>
            <p:nvPr/>
          </p:nvSpPr>
          <p:spPr>
            <a:xfrm>
              <a:off x="344094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h8584"/>
            <p:cNvSpPr/>
            <p:nvPr/>
          </p:nvSpPr>
          <p:spPr>
            <a:xfrm>
              <a:off x="345038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h8585"/>
            <p:cNvSpPr/>
            <p:nvPr/>
          </p:nvSpPr>
          <p:spPr>
            <a:xfrm>
              <a:off x="345982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h8586"/>
            <p:cNvSpPr/>
            <p:nvPr/>
          </p:nvSpPr>
          <p:spPr>
            <a:xfrm>
              <a:off x="346926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h8587"/>
            <p:cNvSpPr/>
            <p:nvPr/>
          </p:nvSpPr>
          <p:spPr>
            <a:xfrm>
              <a:off x="347870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h8588"/>
            <p:cNvSpPr/>
            <p:nvPr/>
          </p:nvSpPr>
          <p:spPr>
            <a:xfrm>
              <a:off x="348814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h8589"/>
            <p:cNvSpPr/>
            <p:nvPr/>
          </p:nvSpPr>
          <p:spPr>
            <a:xfrm>
              <a:off x="349758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h8590"/>
            <p:cNvSpPr/>
            <p:nvPr/>
          </p:nvSpPr>
          <p:spPr>
            <a:xfrm>
              <a:off x="350702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h8591"/>
            <p:cNvSpPr/>
            <p:nvPr/>
          </p:nvSpPr>
          <p:spPr>
            <a:xfrm>
              <a:off x="351646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h8592"/>
            <p:cNvSpPr/>
            <p:nvPr/>
          </p:nvSpPr>
          <p:spPr>
            <a:xfrm>
              <a:off x="352590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h8593"/>
            <p:cNvSpPr/>
            <p:nvPr/>
          </p:nvSpPr>
          <p:spPr>
            <a:xfrm>
              <a:off x="353534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h8594"/>
            <p:cNvSpPr/>
            <p:nvPr/>
          </p:nvSpPr>
          <p:spPr>
            <a:xfrm>
              <a:off x="354479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h8595"/>
            <p:cNvSpPr/>
            <p:nvPr/>
          </p:nvSpPr>
          <p:spPr>
            <a:xfrm>
              <a:off x="355423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h8596"/>
            <p:cNvSpPr/>
            <p:nvPr/>
          </p:nvSpPr>
          <p:spPr>
            <a:xfrm>
              <a:off x="356367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h8597"/>
            <p:cNvSpPr/>
            <p:nvPr/>
          </p:nvSpPr>
          <p:spPr>
            <a:xfrm>
              <a:off x="357311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h8598"/>
            <p:cNvSpPr/>
            <p:nvPr/>
          </p:nvSpPr>
          <p:spPr>
            <a:xfrm>
              <a:off x="358255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h8599"/>
            <p:cNvSpPr/>
            <p:nvPr/>
          </p:nvSpPr>
          <p:spPr>
            <a:xfrm>
              <a:off x="359199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h8600"/>
            <p:cNvSpPr/>
            <p:nvPr/>
          </p:nvSpPr>
          <p:spPr>
            <a:xfrm>
              <a:off x="360143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h8601"/>
            <p:cNvSpPr/>
            <p:nvPr/>
          </p:nvSpPr>
          <p:spPr>
            <a:xfrm>
              <a:off x="361087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h8602"/>
            <p:cNvSpPr/>
            <p:nvPr/>
          </p:nvSpPr>
          <p:spPr>
            <a:xfrm>
              <a:off x="362031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h8603"/>
            <p:cNvSpPr/>
            <p:nvPr/>
          </p:nvSpPr>
          <p:spPr>
            <a:xfrm>
              <a:off x="362975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h8604"/>
            <p:cNvSpPr/>
            <p:nvPr/>
          </p:nvSpPr>
          <p:spPr>
            <a:xfrm>
              <a:off x="363919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h8605"/>
            <p:cNvSpPr/>
            <p:nvPr/>
          </p:nvSpPr>
          <p:spPr>
            <a:xfrm>
              <a:off x="364863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h8606"/>
            <p:cNvSpPr/>
            <p:nvPr/>
          </p:nvSpPr>
          <p:spPr>
            <a:xfrm>
              <a:off x="365807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h8607"/>
            <p:cNvSpPr/>
            <p:nvPr/>
          </p:nvSpPr>
          <p:spPr>
            <a:xfrm>
              <a:off x="366751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h8608"/>
            <p:cNvSpPr/>
            <p:nvPr/>
          </p:nvSpPr>
          <p:spPr>
            <a:xfrm>
              <a:off x="367695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h8609"/>
            <p:cNvSpPr/>
            <p:nvPr/>
          </p:nvSpPr>
          <p:spPr>
            <a:xfrm>
              <a:off x="368639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h8610"/>
            <p:cNvSpPr/>
            <p:nvPr/>
          </p:nvSpPr>
          <p:spPr>
            <a:xfrm>
              <a:off x="369583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h8611"/>
            <p:cNvSpPr/>
            <p:nvPr/>
          </p:nvSpPr>
          <p:spPr>
            <a:xfrm>
              <a:off x="370527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h8612"/>
            <p:cNvSpPr/>
            <p:nvPr/>
          </p:nvSpPr>
          <p:spPr>
            <a:xfrm>
              <a:off x="371471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h8613"/>
            <p:cNvSpPr/>
            <p:nvPr/>
          </p:nvSpPr>
          <p:spPr>
            <a:xfrm>
              <a:off x="372415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h8614"/>
            <p:cNvSpPr/>
            <p:nvPr/>
          </p:nvSpPr>
          <p:spPr>
            <a:xfrm>
              <a:off x="373359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h8615"/>
            <p:cNvSpPr/>
            <p:nvPr/>
          </p:nvSpPr>
          <p:spPr>
            <a:xfrm>
              <a:off x="374303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h8616"/>
            <p:cNvSpPr/>
            <p:nvPr/>
          </p:nvSpPr>
          <p:spPr>
            <a:xfrm>
              <a:off x="375247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h8617"/>
            <p:cNvSpPr/>
            <p:nvPr/>
          </p:nvSpPr>
          <p:spPr>
            <a:xfrm>
              <a:off x="376191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h8618"/>
            <p:cNvSpPr/>
            <p:nvPr/>
          </p:nvSpPr>
          <p:spPr>
            <a:xfrm>
              <a:off x="377135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h8619"/>
            <p:cNvSpPr/>
            <p:nvPr/>
          </p:nvSpPr>
          <p:spPr>
            <a:xfrm>
              <a:off x="3790236" y="86762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9" y="896836"/>
                  </a:lnTo>
                  <a:lnTo>
                    <a:pt x="909885" y="897135"/>
                  </a:lnTo>
                  <a:lnTo>
                    <a:pt x="910081" y="897433"/>
                  </a:lnTo>
                  <a:lnTo>
                    <a:pt x="910278" y="897731"/>
                  </a:lnTo>
                  <a:lnTo>
                    <a:pt x="910474" y="898030"/>
                  </a:lnTo>
                  <a:lnTo>
                    <a:pt x="910670" y="898328"/>
                  </a:lnTo>
                  <a:lnTo>
                    <a:pt x="910866" y="898627"/>
                  </a:lnTo>
                  <a:lnTo>
                    <a:pt x="911062" y="898925"/>
                  </a:lnTo>
                  <a:lnTo>
                    <a:pt x="914400" y="90429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h8620"/>
            <p:cNvSpPr/>
            <p:nvPr/>
          </p:nvSpPr>
          <p:spPr>
            <a:xfrm>
              <a:off x="3790236" y="867627"/>
              <a:ext cx="920160" cy="914400"/>
            </a:xfrm>
            <a:custGeom>
              <a:avLst/>
              <a:pathLst>
                <a:path w="920160" h="914400">
                  <a:moveTo>
                    <a:pt x="914400" y="914400"/>
                  </a:moveTo>
                  <a:lnTo>
                    <a:pt x="914400" y="904299"/>
                  </a:lnTo>
                  <a:lnTo>
                    <a:pt x="915873" y="906672"/>
                  </a:lnTo>
                  <a:lnTo>
                    <a:pt x="920160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h8621"/>
            <p:cNvSpPr/>
            <p:nvPr/>
          </p:nvSpPr>
          <p:spPr>
            <a:xfrm>
              <a:off x="3308784" y="83248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905" y="931969"/>
                  </a:lnTo>
                  <a:lnTo>
                    <a:pt x="910152" y="922277"/>
                  </a:lnTo>
                  <a:lnTo>
                    <a:pt x="908965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h8622"/>
            <p:cNvSpPr/>
            <p:nvPr/>
          </p:nvSpPr>
          <p:spPr>
            <a:xfrm>
              <a:off x="330878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h8623"/>
            <p:cNvSpPr/>
            <p:nvPr/>
          </p:nvSpPr>
          <p:spPr>
            <a:xfrm>
              <a:off x="331822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h8624"/>
            <p:cNvSpPr/>
            <p:nvPr/>
          </p:nvSpPr>
          <p:spPr>
            <a:xfrm>
              <a:off x="332766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h8625"/>
            <p:cNvSpPr/>
            <p:nvPr/>
          </p:nvSpPr>
          <p:spPr>
            <a:xfrm>
              <a:off x="333710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h8626"/>
            <p:cNvSpPr/>
            <p:nvPr/>
          </p:nvSpPr>
          <p:spPr>
            <a:xfrm>
              <a:off x="334654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h8627"/>
            <p:cNvSpPr/>
            <p:nvPr/>
          </p:nvSpPr>
          <p:spPr>
            <a:xfrm>
              <a:off x="335598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h8628"/>
            <p:cNvSpPr/>
            <p:nvPr/>
          </p:nvSpPr>
          <p:spPr>
            <a:xfrm>
              <a:off x="336542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h8629"/>
            <p:cNvSpPr/>
            <p:nvPr/>
          </p:nvSpPr>
          <p:spPr>
            <a:xfrm>
              <a:off x="337486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h8630"/>
            <p:cNvSpPr/>
            <p:nvPr/>
          </p:nvSpPr>
          <p:spPr>
            <a:xfrm>
              <a:off x="338430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h8631"/>
            <p:cNvSpPr/>
            <p:nvPr/>
          </p:nvSpPr>
          <p:spPr>
            <a:xfrm>
              <a:off x="339374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h8632"/>
            <p:cNvSpPr/>
            <p:nvPr/>
          </p:nvSpPr>
          <p:spPr>
            <a:xfrm>
              <a:off x="340318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h8633"/>
            <p:cNvSpPr/>
            <p:nvPr/>
          </p:nvSpPr>
          <p:spPr>
            <a:xfrm>
              <a:off x="341262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h8634"/>
            <p:cNvSpPr/>
            <p:nvPr/>
          </p:nvSpPr>
          <p:spPr>
            <a:xfrm>
              <a:off x="342206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h8635"/>
            <p:cNvSpPr/>
            <p:nvPr/>
          </p:nvSpPr>
          <p:spPr>
            <a:xfrm>
              <a:off x="343150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h8636"/>
            <p:cNvSpPr/>
            <p:nvPr/>
          </p:nvSpPr>
          <p:spPr>
            <a:xfrm>
              <a:off x="344094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h8637"/>
            <p:cNvSpPr/>
            <p:nvPr/>
          </p:nvSpPr>
          <p:spPr>
            <a:xfrm>
              <a:off x="345038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h8638"/>
            <p:cNvSpPr/>
            <p:nvPr/>
          </p:nvSpPr>
          <p:spPr>
            <a:xfrm>
              <a:off x="345982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h8639"/>
            <p:cNvSpPr/>
            <p:nvPr/>
          </p:nvSpPr>
          <p:spPr>
            <a:xfrm>
              <a:off x="346926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h8640"/>
            <p:cNvSpPr/>
            <p:nvPr/>
          </p:nvSpPr>
          <p:spPr>
            <a:xfrm>
              <a:off x="347870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h8641"/>
            <p:cNvSpPr/>
            <p:nvPr/>
          </p:nvSpPr>
          <p:spPr>
            <a:xfrm>
              <a:off x="348814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h8642"/>
            <p:cNvSpPr/>
            <p:nvPr/>
          </p:nvSpPr>
          <p:spPr>
            <a:xfrm>
              <a:off x="349758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h8643"/>
            <p:cNvSpPr/>
            <p:nvPr/>
          </p:nvSpPr>
          <p:spPr>
            <a:xfrm>
              <a:off x="350702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h8644"/>
            <p:cNvSpPr/>
            <p:nvPr/>
          </p:nvSpPr>
          <p:spPr>
            <a:xfrm>
              <a:off x="351646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h8645"/>
            <p:cNvSpPr/>
            <p:nvPr/>
          </p:nvSpPr>
          <p:spPr>
            <a:xfrm>
              <a:off x="352590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h8646"/>
            <p:cNvSpPr/>
            <p:nvPr/>
          </p:nvSpPr>
          <p:spPr>
            <a:xfrm>
              <a:off x="353534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h8647"/>
            <p:cNvSpPr/>
            <p:nvPr/>
          </p:nvSpPr>
          <p:spPr>
            <a:xfrm>
              <a:off x="354479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h8648"/>
            <p:cNvSpPr/>
            <p:nvPr/>
          </p:nvSpPr>
          <p:spPr>
            <a:xfrm>
              <a:off x="355423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h8649"/>
            <p:cNvSpPr/>
            <p:nvPr/>
          </p:nvSpPr>
          <p:spPr>
            <a:xfrm>
              <a:off x="356367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h8650"/>
            <p:cNvSpPr/>
            <p:nvPr/>
          </p:nvSpPr>
          <p:spPr>
            <a:xfrm>
              <a:off x="357311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h8651"/>
            <p:cNvSpPr/>
            <p:nvPr/>
          </p:nvSpPr>
          <p:spPr>
            <a:xfrm>
              <a:off x="358255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h8652"/>
            <p:cNvSpPr/>
            <p:nvPr/>
          </p:nvSpPr>
          <p:spPr>
            <a:xfrm>
              <a:off x="359199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h8653"/>
            <p:cNvSpPr/>
            <p:nvPr/>
          </p:nvSpPr>
          <p:spPr>
            <a:xfrm>
              <a:off x="360143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h8654"/>
            <p:cNvSpPr/>
            <p:nvPr/>
          </p:nvSpPr>
          <p:spPr>
            <a:xfrm>
              <a:off x="361087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h8655"/>
            <p:cNvSpPr/>
            <p:nvPr/>
          </p:nvSpPr>
          <p:spPr>
            <a:xfrm>
              <a:off x="362031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h8656"/>
            <p:cNvSpPr/>
            <p:nvPr/>
          </p:nvSpPr>
          <p:spPr>
            <a:xfrm>
              <a:off x="362975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h8657"/>
            <p:cNvSpPr/>
            <p:nvPr/>
          </p:nvSpPr>
          <p:spPr>
            <a:xfrm>
              <a:off x="363919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h8658"/>
            <p:cNvSpPr/>
            <p:nvPr/>
          </p:nvSpPr>
          <p:spPr>
            <a:xfrm>
              <a:off x="364863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h8659"/>
            <p:cNvSpPr/>
            <p:nvPr/>
          </p:nvSpPr>
          <p:spPr>
            <a:xfrm>
              <a:off x="365807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h8660"/>
            <p:cNvSpPr/>
            <p:nvPr/>
          </p:nvSpPr>
          <p:spPr>
            <a:xfrm>
              <a:off x="366751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h8661"/>
            <p:cNvSpPr/>
            <p:nvPr/>
          </p:nvSpPr>
          <p:spPr>
            <a:xfrm>
              <a:off x="367695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h8662"/>
            <p:cNvSpPr/>
            <p:nvPr/>
          </p:nvSpPr>
          <p:spPr>
            <a:xfrm>
              <a:off x="368639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h8663"/>
            <p:cNvSpPr/>
            <p:nvPr/>
          </p:nvSpPr>
          <p:spPr>
            <a:xfrm>
              <a:off x="369583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h8664"/>
            <p:cNvSpPr/>
            <p:nvPr/>
          </p:nvSpPr>
          <p:spPr>
            <a:xfrm>
              <a:off x="370527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h8665"/>
            <p:cNvSpPr/>
            <p:nvPr/>
          </p:nvSpPr>
          <p:spPr>
            <a:xfrm>
              <a:off x="371471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h8666"/>
            <p:cNvSpPr/>
            <p:nvPr/>
          </p:nvSpPr>
          <p:spPr>
            <a:xfrm>
              <a:off x="372415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h8667"/>
            <p:cNvSpPr/>
            <p:nvPr/>
          </p:nvSpPr>
          <p:spPr>
            <a:xfrm>
              <a:off x="373359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h8668"/>
            <p:cNvSpPr/>
            <p:nvPr/>
          </p:nvSpPr>
          <p:spPr>
            <a:xfrm>
              <a:off x="374303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h8669"/>
            <p:cNvSpPr/>
            <p:nvPr/>
          </p:nvSpPr>
          <p:spPr>
            <a:xfrm>
              <a:off x="375247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h8670"/>
            <p:cNvSpPr/>
            <p:nvPr/>
          </p:nvSpPr>
          <p:spPr>
            <a:xfrm>
              <a:off x="376191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h8671"/>
            <p:cNvSpPr/>
            <p:nvPr/>
          </p:nvSpPr>
          <p:spPr>
            <a:xfrm>
              <a:off x="3780796" y="85005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528" y="896830"/>
                  </a:lnTo>
                  <a:lnTo>
                    <a:pt x="907931" y="897407"/>
                  </a:lnTo>
                  <a:lnTo>
                    <a:pt x="908125" y="897702"/>
                  </a:lnTo>
                  <a:lnTo>
                    <a:pt x="908322" y="898000"/>
                  </a:lnTo>
                  <a:lnTo>
                    <a:pt x="908518" y="898298"/>
                  </a:lnTo>
                  <a:lnTo>
                    <a:pt x="908715" y="898596"/>
                  </a:lnTo>
                  <a:lnTo>
                    <a:pt x="908912" y="898895"/>
                  </a:lnTo>
                  <a:lnTo>
                    <a:pt x="909109" y="899193"/>
                  </a:lnTo>
                  <a:lnTo>
                    <a:pt x="909305" y="899491"/>
                  </a:lnTo>
                  <a:lnTo>
                    <a:pt x="909502" y="899789"/>
                  </a:lnTo>
                  <a:lnTo>
                    <a:pt x="909699" y="900088"/>
                  </a:lnTo>
                  <a:lnTo>
                    <a:pt x="909895" y="900386"/>
                  </a:lnTo>
                  <a:lnTo>
                    <a:pt x="910092" y="900684"/>
                  </a:lnTo>
                  <a:lnTo>
                    <a:pt x="910289" y="900982"/>
                  </a:lnTo>
                  <a:lnTo>
                    <a:pt x="910486" y="901281"/>
                  </a:lnTo>
                  <a:lnTo>
                    <a:pt x="910682" y="901579"/>
                  </a:lnTo>
                  <a:lnTo>
                    <a:pt x="910879" y="901877"/>
                  </a:lnTo>
                  <a:lnTo>
                    <a:pt x="911075" y="902175"/>
                  </a:lnTo>
                  <a:lnTo>
                    <a:pt x="911272" y="902474"/>
                  </a:lnTo>
                  <a:lnTo>
                    <a:pt x="911469" y="902772"/>
                  </a:lnTo>
                  <a:lnTo>
                    <a:pt x="911665" y="903070"/>
                  </a:lnTo>
                  <a:lnTo>
                    <a:pt x="911862" y="903368"/>
                  </a:lnTo>
                  <a:lnTo>
                    <a:pt x="912059" y="903667"/>
                  </a:lnTo>
                  <a:lnTo>
                    <a:pt x="912255" y="903965"/>
                  </a:lnTo>
                  <a:lnTo>
                    <a:pt x="912452" y="904263"/>
                  </a:lnTo>
                  <a:lnTo>
                    <a:pt x="912648" y="904561"/>
                  </a:lnTo>
                  <a:lnTo>
                    <a:pt x="912845" y="904860"/>
                  </a:lnTo>
                  <a:lnTo>
                    <a:pt x="913041" y="905158"/>
                  </a:lnTo>
                  <a:lnTo>
                    <a:pt x="913238" y="905456"/>
                  </a:lnTo>
                  <a:lnTo>
                    <a:pt x="913434" y="905755"/>
                  </a:lnTo>
                  <a:lnTo>
                    <a:pt x="913631" y="906053"/>
                  </a:lnTo>
                  <a:lnTo>
                    <a:pt x="913827" y="906351"/>
                  </a:lnTo>
                  <a:lnTo>
                    <a:pt x="914024" y="906649"/>
                  </a:lnTo>
                  <a:lnTo>
                    <a:pt x="914220" y="906948"/>
                  </a:lnTo>
                  <a:lnTo>
                    <a:pt x="914400" y="90722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h8672"/>
            <p:cNvSpPr/>
            <p:nvPr/>
          </p:nvSpPr>
          <p:spPr>
            <a:xfrm>
              <a:off x="3780796" y="850058"/>
              <a:ext cx="919125" cy="914400"/>
            </a:xfrm>
            <a:custGeom>
              <a:avLst/>
              <a:pathLst>
                <a:path w="919125" h="914400">
                  <a:moveTo>
                    <a:pt x="914400" y="914400"/>
                  </a:moveTo>
                  <a:lnTo>
                    <a:pt x="914417" y="907246"/>
                  </a:lnTo>
                  <a:lnTo>
                    <a:pt x="914613" y="907544"/>
                  </a:lnTo>
                  <a:lnTo>
                    <a:pt x="914810" y="907843"/>
                  </a:lnTo>
                  <a:lnTo>
                    <a:pt x="915006" y="908141"/>
                  </a:lnTo>
                  <a:lnTo>
                    <a:pt x="915203" y="908439"/>
                  </a:lnTo>
                  <a:lnTo>
                    <a:pt x="915399" y="908738"/>
                  </a:lnTo>
                  <a:lnTo>
                    <a:pt x="915595" y="909036"/>
                  </a:lnTo>
                  <a:lnTo>
                    <a:pt x="915792" y="909334"/>
                  </a:lnTo>
                  <a:lnTo>
                    <a:pt x="915988" y="909633"/>
                  </a:lnTo>
                  <a:lnTo>
                    <a:pt x="916185" y="909931"/>
                  </a:lnTo>
                  <a:lnTo>
                    <a:pt x="916381" y="910229"/>
                  </a:lnTo>
                  <a:lnTo>
                    <a:pt x="916577" y="910528"/>
                  </a:lnTo>
                  <a:lnTo>
                    <a:pt x="916774" y="910826"/>
                  </a:lnTo>
                  <a:lnTo>
                    <a:pt x="916970" y="911124"/>
                  </a:lnTo>
                  <a:lnTo>
                    <a:pt x="917166" y="911423"/>
                  </a:lnTo>
                  <a:lnTo>
                    <a:pt x="917363" y="911721"/>
                  </a:lnTo>
                  <a:lnTo>
                    <a:pt x="917559" y="912019"/>
                  </a:lnTo>
                  <a:lnTo>
                    <a:pt x="917755" y="912318"/>
                  </a:lnTo>
                  <a:lnTo>
                    <a:pt x="917952" y="912616"/>
                  </a:lnTo>
                  <a:lnTo>
                    <a:pt x="918148" y="912914"/>
                  </a:lnTo>
                  <a:lnTo>
                    <a:pt x="918344" y="913213"/>
                  </a:lnTo>
                  <a:lnTo>
                    <a:pt x="918540" y="913511"/>
                  </a:lnTo>
                  <a:lnTo>
                    <a:pt x="918737" y="913809"/>
                  </a:lnTo>
                  <a:lnTo>
                    <a:pt x="918933" y="914108"/>
                  </a:lnTo>
                  <a:lnTo>
                    <a:pt x="919125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h8673"/>
            <p:cNvSpPr/>
            <p:nvPr/>
          </p:nvSpPr>
          <p:spPr>
            <a:xfrm>
              <a:off x="3308784" y="81491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65" y="931969"/>
                  </a:lnTo>
                  <a:lnTo>
                    <a:pt x="908583" y="929435"/>
                  </a:lnTo>
                  <a:lnTo>
                    <a:pt x="907303" y="918888"/>
                  </a:lnTo>
                  <a:lnTo>
                    <a:pt x="906887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h8674"/>
            <p:cNvSpPr/>
            <p:nvPr/>
          </p:nvSpPr>
          <p:spPr>
            <a:xfrm>
              <a:off x="330878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h8675"/>
            <p:cNvSpPr/>
            <p:nvPr/>
          </p:nvSpPr>
          <p:spPr>
            <a:xfrm>
              <a:off x="331822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h8676"/>
            <p:cNvSpPr/>
            <p:nvPr/>
          </p:nvSpPr>
          <p:spPr>
            <a:xfrm>
              <a:off x="332766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h8677"/>
            <p:cNvSpPr/>
            <p:nvPr/>
          </p:nvSpPr>
          <p:spPr>
            <a:xfrm>
              <a:off x="333710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h8678"/>
            <p:cNvSpPr/>
            <p:nvPr/>
          </p:nvSpPr>
          <p:spPr>
            <a:xfrm>
              <a:off x="334654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h8679"/>
            <p:cNvSpPr/>
            <p:nvPr/>
          </p:nvSpPr>
          <p:spPr>
            <a:xfrm>
              <a:off x="335598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h8680"/>
            <p:cNvSpPr/>
            <p:nvPr/>
          </p:nvSpPr>
          <p:spPr>
            <a:xfrm>
              <a:off x="336542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h8681"/>
            <p:cNvSpPr/>
            <p:nvPr/>
          </p:nvSpPr>
          <p:spPr>
            <a:xfrm>
              <a:off x="337486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h8682"/>
            <p:cNvSpPr/>
            <p:nvPr/>
          </p:nvSpPr>
          <p:spPr>
            <a:xfrm>
              <a:off x="338430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h8683"/>
            <p:cNvSpPr/>
            <p:nvPr/>
          </p:nvSpPr>
          <p:spPr>
            <a:xfrm>
              <a:off x="339374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h8684"/>
            <p:cNvSpPr/>
            <p:nvPr/>
          </p:nvSpPr>
          <p:spPr>
            <a:xfrm>
              <a:off x="340318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h8685"/>
            <p:cNvSpPr/>
            <p:nvPr/>
          </p:nvSpPr>
          <p:spPr>
            <a:xfrm>
              <a:off x="341262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h8686"/>
            <p:cNvSpPr/>
            <p:nvPr/>
          </p:nvSpPr>
          <p:spPr>
            <a:xfrm>
              <a:off x="342206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h8687"/>
            <p:cNvSpPr/>
            <p:nvPr/>
          </p:nvSpPr>
          <p:spPr>
            <a:xfrm>
              <a:off x="343150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h8688"/>
            <p:cNvSpPr/>
            <p:nvPr/>
          </p:nvSpPr>
          <p:spPr>
            <a:xfrm>
              <a:off x="344094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h8689"/>
            <p:cNvSpPr/>
            <p:nvPr/>
          </p:nvSpPr>
          <p:spPr>
            <a:xfrm>
              <a:off x="345038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h8690"/>
            <p:cNvSpPr/>
            <p:nvPr/>
          </p:nvSpPr>
          <p:spPr>
            <a:xfrm>
              <a:off x="345982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h8691"/>
            <p:cNvSpPr/>
            <p:nvPr/>
          </p:nvSpPr>
          <p:spPr>
            <a:xfrm>
              <a:off x="346926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h8692"/>
            <p:cNvSpPr/>
            <p:nvPr/>
          </p:nvSpPr>
          <p:spPr>
            <a:xfrm>
              <a:off x="347870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h8693"/>
            <p:cNvSpPr/>
            <p:nvPr/>
          </p:nvSpPr>
          <p:spPr>
            <a:xfrm>
              <a:off x="348814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h8694"/>
            <p:cNvSpPr/>
            <p:nvPr/>
          </p:nvSpPr>
          <p:spPr>
            <a:xfrm>
              <a:off x="349758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h8695"/>
            <p:cNvSpPr/>
            <p:nvPr/>
          </p:nvSpPr>
          <p:spPr>
            <a:xfrm>
              <a:off x="350702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h8696"/>
            <p:cNvSpPr/>
            <p:nvPr/>
          </p:nvSpPr>
          <p:spPr>
            <a:xfrm>
              <a:off x="351646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h8697"/>
            <p:cNvSpPr/>
            <p:nvPr/>
          </p:nvSpPr>
          <p:spPr>
            <a:xfrm>
              <a:off x="352590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h8698"/>
            <p:cNvSpPr/>
            <p:nvPr/>
          </p:nvSpPr>
          <p:spPr>
            <a:xfrm>
              <a:off x="353534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h8699"/>
            <p:cNvSpPr/>
            <p:nvPr/>
          </p:nvSpPr>
          <p:spPr>
            <a:xfrm>
              <a:off x="354479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h8700"/>
            <p:cNvSpPr/>
            <p:nvPr/>
          </p:nvSpPr>
          <p:spPr>
            <a:xfrm>
              <a:off x="355423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h8701"/>
            <p:cNvSpPr/>
            <p:nvPr/>
          </p:nvSpPr>
          <p:spPr>
            <a:xfrm>
              <a:off x="356367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h8702"/>
            <p:cNvSpPr/>
            <p:nvPr/>
          </p:nvSpPr>
          <p:spPr>
            <a:xfrm>
              <a:off x="357311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h8703"/>
            <p:cNvSpPr/>
            <p:nvPr/>
          </p:nvSpPr>
          <p:spPr>
            <a:xfrm>
              <a:off x="358255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h8704"/>
            <p:cNvSpPr/>
            <p:nvPr/>
          </p:nvSpPr>
          <p:spPr>
            <a:xfrm>
              <a:off x="359199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h8705"/>
            <p:cNvSpPr/>
            <p:nvPr/>
          </p:nvSpPr>
          <p:spPr>
            <a:xfrm>
              <a:off x="360143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h8706"/>
            <p:cNvSpPr/>
            <p:nvPr/>
          </p:nvSpPr>
          <p:spPr>
            <a:xfrm>
              <a:off x="361087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h8707"/>
            <p:cNvSpPr/>
            <p:nvPr/>
          </p:nvSpPr>
          <p:spPr>
            <a:xfrm>
              <a:off x="362031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h8708"/>
            <p:cNvSpPr/>
            <p:nvPr/>
          </p:nvSpPr>
          <p:spPr>
            <a:xfrm>
              <a:off x="362975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h8709"/>
            <p:cNvSpPr/>
            <p:nvPr/>
          </p:nvSpPr>
          <p:spPr>
            <a:xfrm>
              <a:off x="363919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h8710"/>
            <p:cNvSpPr/>
            <p:nvPr/>
          </p:nvSpPr>
          <p:spPr>
            <a:xfrm>
              <a:off x="364863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h8711"/>
            <p:cNvSpPr/>
            <p:nvPr/>
          </p:nvSpPr>
          <p:spPr>
            <a:xfrm>
              <a:off x="365807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h8712"/>
            <p:cNvSpPr/>
            <p:nvPr/>
          </p:nvSpPr>
          <p:spPr>
            <a:xfrm>
              <a:off x="366751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h8713"/>
            <p:cNvSpPr/>
            <p:nvPr/>
          </p:nvSpPr>
          <p:spPr>
            <a:xfrm>
              <a:off x="367695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h8714"/>
            <p:cNvSpPr/>
            <p:nvPr/>
          </p:nvSpPr>
          <p:spPr>
            <a:xfrm>
              <a:off x="368639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h8715"/>
            <p:cNvSpPr/>
            <p:nvPr/>
          </p:nvSpPr>
          <p:spPr>
            <a:xfrm>
              <a:off x="369583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h8716"/>
            <p:cNvSpPr/>
            <p:nvPr/>
          </p:nvSpPr>
          <p:spPr>
            <a:xfrm>
              <a:off x="370527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h8717"/>
            <p:cNvSpPr/>
            <p:nvPr/>
          </p:nvSpPr>
          <p:spPr>
            <a:xfrm>
              <a:off x="371471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h8718"/>
            <p:cNvSpPr/>
            <p:nvPr/>
          </p:nvSpPr>
          <p:spPr>
            <a:xfrm>
              <a:off x="372415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h8719"/>
            <p:cNvSpPr/>
            <p:nvPr/>
          </p:nvSpPr>
          <p:spPr>
            <a:xfrm>
              <a:off x="373359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h8720"/>
            <p:cNvSpPr/>
            <p:nvPr/>
          </p:nvSpPr>
          <p:spPr>
            <a:xfrm>
              <a:off x="374303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h8721"/>
            <p:cNvSpPr/>
            <p:nvPr/>
          </p:nvSpPr>
          <p:spPr>
            <a:xfrm>
              <a:off x="3761915" y="83248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70" y="896830"/>
                  </a:lnTo>
                  <a:lnTo>
                    <a:pt x="914400" y="898702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h8722"/>
            <p:cNvSpPr/>
            <p:nvPr/>
          </p:nvSpPr>
          <p:spPr>
            <a:xfrm>
              <a:off x="3771355" y="83248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8702"/>
                  </a:lnTo>
                  <a:lnTo>
                    <a:pt x="907833" y="902002"/>
                  </a:lnTo>
                  <a:lnTo>
                    <a:pt x="912693" y="908258"/>
                  </a:lnTo>
                  <a:lnTo>
                    <a:pt x="914400" y="91071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h8723"/>
            <p:cNvSpPr/>
            <p:nvPr/>
          </p:nvSpPr>
          <p:spPr>
            <a:xfrm>
              <a:off x="3771355" y="832488"/>
              <a:ext cx="916969" cy="914400"/>
            </a:xfrm>
            <a:custGeom>
              <a:avLst/>
              <a:pathLst>
                <a:path w="916969" h="914400">
                  <a:moveTo>
                    <a:pt x="914400" y="914400"/>
                  </a:moveTo>
                  <a:lnTo>
                    <a:pt x="914400" y="910710"/>
                  </a:lnTo>
                  <a:lnTo>
                    <a:pt x="916969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h8724"/>
            <p:cNvSpPr/>
            <p:nvPr/>
          </p:nvSpPr>
          <p:spPr>
            <a:xfrm>
              <a:off x="3308784" y="797348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6887" y="931969"/>
                  </a:lnTo>
                  <a:lnTo>
                    <a:pt x="906316" y="925802"/>
                  </a:lnTo>
                  <a:lnTo>
                    <a:pt x="905623" y="915066"/>
                  </a:lnTo>
                  <a:lnTo>
                    <a:pt x="905598" y="91439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h8725"/>
            <p:cNvSpPr/>
            <p:nvPr/>
          </p:nvSpPr>
          <p:spPr>
            <a:xfrm>
              <a:off x="330878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h8726"/>
            <p:cNvSpPr/>
            <p:nvPr/>
          </p:nvSpPr>
          <p:spPr>
            <a:xfrm>
              <a:off x="331822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h8727"/>
            <p:cNvSpPr/>
            <p:nvPr/>
          </p:nvSpPr>
          <p:spPr>
            <a:xfrm>
              <a:off x="332766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h8728"/>
            <p:cNvSpPr/>
            <p:nvPr/>
          </p:nvSpPr>
          <p:spPr>
            <a:xfrm>
              <a:off x="333710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h8729"/>
            <p:cNvSpPr/>
            <p:nvPr/>
          </p:nvSpPr>
          <p:spPr>
            <a:xfrm>
              <a:off x="334654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h8730"/>
            <p:cNvSpPr/>
            <p:nvPr/>
          </p:nvSpPr>
          <p:spPr>
            <a:xfrm>
              <a:off x="335598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h8731"/>
            <p:cNvSpPr/>
            <p:nvPr/>
          </p:nvSpPr>
          <p:spPr>
            <a:xfrm>
              <a:off x="336542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h8732"/>
            <p:cNvSpPr/>
            <p:nvPr/>
          </p:nvSpPr>
          <p:spPr>
            <a:xfrm>
              <a:off x="337486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h8733"/>
            <p:cNvSpPr/>
            <p:nvPr/>
          </p:nvSpPr>
          <p:spPr>
            <a:xfrm>
              <a:off x="338430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h8734"/>
            <p:cNvSpPr/>
            <p:nvPr/>
          </p:nvSpPr>
          <p:spPr>
            <a:xfrm>
              <a:off x="339374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h8735"/>
            <p:cNvSpPr/>
            <p:nvPr/>
          </p:nvSpPr>
          <p:spPr>
            <a:xfrm>
              <a:off x="340318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h8736"/>
            <p:cNvSpPr/>
            <p:nvPr/>
          </p:nvSpPr>
          <p:spPr>
            <a:xfrm>
              <a:off x="341262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h8737"/>
            <p:cNvSpPr/>
            <p:nvPr/>
          </p:nvSpPr>
          <p:spPr>
            <a:xfrm>
              <a:off x="342206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h8738"/>
            <p:cNvSpPr/>
            <p:nvPr/>
          </p:nvSpPr>
          <p:spPr>
            <a:xfrm>
              <a:off x="343150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h8739"/>
            <p:cNvSpPr/>
            <p:nvPr/>
          </p:nvSpPr>
          <p:spPr>
            <a:xfrm>
              <a:off x="344094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h8740"/>
            <p:cNvSpPr/>
            <p:nvPr/>
          </p:nvSpPr>
          <p:spPr>
            <a:xfrm>
              <a:off x="345038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h8741"/>
            <p:cNvSpPr/>
            <p:nvPr/>
          </p:nvSpPr>
          <p:spPr>
            <a:xfrm>
              <a:off x="345982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h8742"/>
            <p:cNvSpPr/>
            <p:nvPr/>
          </p:nvSpPr>
          <p:spPr>
            <a:xfrm>
              <a:off x="346926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h8743"/>
            <p:cNvSpPr/>
            <p:nvPr/>
          </p:nvSpPr>
          <p:spPr>
            <a:xfrm>
              <a:off x="347870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h8744"/>
            <p:cNvSpPr/>
            <p:nvPr/>
          </p:nvSpPr>
          <p:spPr>
            <a:xfrm>
              <a:off x="348814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h8745"/>
            <p:cNvSpPr/>
            <p:nvPr/>
          </p:nvSpPr>
          <p:spPr>
            <a:xfrm>
              <a:off x="349758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h8746"/>
            <p:cNvSpPr/>
            <p:nvPr/>
          </p:nvSpPr>
          <p:spPr>
            <a:xfrm>
              <a:off x="350702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h8747"/>
            <p:cNvSpPr/>
            <p:nvPr/>
          </p:nvSpPr>
          <p:spPr>
            <a:xfrm>
              <a:off x="351646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h8748"/>
            <p:cNvSpPr/>
            <p:nvPr/>
          </p:nvSpPr>
          <p:spPr>
            <a:xfrm>
              <a:off x="352590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h8749"/>
            <p:cNvSpPr/>
            <p:nvPr/>
          </p:nvSpPr>
          <p:spPr>
            <a:xfrm>
              <a:off x="353534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h8750"/>
            <p:cNvSpPr/>
            <p:nvPr/>
          </p:nvSpPr>
          <p:spPr>
            <a:xfrm>
              <a:off x="354479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h8751"/>
            <p:cNvSpPr/>
            <p:nvPr/>
          </p:nvSpPr>
          <p:spPr>
            <a:xfrm>
              <a:off x="355423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h8752"/>
            <p:cNvSpPr/>
            <p:nvPr/>
          </p:nvSpPr>
          <p:spPr>
            <a:xfrm>
              <a:off x="356367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h8753"/>
            <p:cNvSpPr/>
            <p:nvPr/>
          </p:nvSpPr>
          <p:spPr>
            <a:xfrm>
              <a:off x="357311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h8754"/>
            <p:cNvSpPr/>
            <p:nvPr/>
          </p:nvSpPr>
          <p:spPr>
            <a:xfrm>
              <a:off x="358255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h8755"/>
            <p:cNvSpPr/>
            <p:nvPr/>
          </p:nvSpPr>
          <p:spPr>
            <a:xfrm>
              <a:off x="359199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h8756"/>
            <p:cNvSpPr/>
            <p:nvPr/>
          </p:nvSpPr>
          <p:spPr>
            <a:xfrm>
              <a:off x="360143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h8757"/>
            <p:cNvSpPr/>
            <p:nvPr/>
          </p:nvSpPr>
          <p:spPr>
            <a:xfrm>
              <a:off x="361087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h8758"/>
            <p:cNvSpPr/>
            <p:nvPr/>
          </p:nvSpPr>
          <p:spPr>
            <a:xfrm>
              <a:off x="362031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h8759"/>
            <p:cNvSpPr/>
            <p:nvPr/>
          </p:nvSpPr>
          <p:spPr>
            <a:xfrm>
              <a:off x="362975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h8760"/>
            <p:cNvSpPr/>
            <p:nvPr/>
          </p:nvSpPr>
          <p:spPr>
            <a:xfrm>
              <a:off x="363919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h8761"/>
            <p:cNvSpPr/>
            <p:nvPr/>
          </p:nvSpPr>
          <p:spPr>
            <a:xfrm>
              <a:off x="364863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h8762"/>
            <p:cNvSpPr/>
            <p:nvPr/>
          </p:nvSpPr>
          <p:spPr>
            <a:xfrm>
              <a:off x="365807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h8763"/>
            <p:cNvSpPr/>
            <p:nvPr/>
          </p:nvSpPr>
          <p:spPr>
            <a:xfrm>
              <a:off x="366751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h8764"/>
            <p:cNvSpPr/>
            <p:nvPr/>
          </p:nvSpPr>
          <p:spPr>
            <a:xfrm>
              <a:off x="367695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h8765"/>
            <p:cNvSpPr/>
            <p:nvPr/>
          </p:nvSpPr>
          <p:spPr>
            <a:xfrm>
              <a:off x="368639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h8766"/>
            <p:cNvSpPr/>
            <p:nvPr/>
          </p:nvSpPr>
          <p:spPr>
            <a:xfrm>
              <a:off x="369583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h8767"/>
            <p:cNvSpPr/>
            <p:nvPr/>
          </p:nvSpPr>
          <p:spPr>
            <a:xfrm>
              <a:off x="370527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h8768"/>
            <p:cNvSpPr/>
            <p:nvPr/>
          </p:nvSpPr>
          <p:spPr>
            <a:xfrm>
              <a:off x="371471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h8769"/>
            <p:cNvSpPr/>
            <p:nvPr/>
          </p:nvSpPr>
          <p:spPr>
            <a:xfrm>
              <a:off x="372415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h8770"/>
            <p:cNvSpPr/>
            <p:nvPr/>
          </p:nvSpPr>
          <p:spPr>
            <a:xfrm>
              <a:off x="373359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h8771"/>
            <p:cNvSpPr/>
            <p:nvPr/>
          </p:nvSpPr>
          <p:spPr>
            <a:xfrm>
              <a:off x="3752475" y="8149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005" y="896830"/>
                  </a:lnTo>
                  <a:lnTo>
                    <a:pt x="909508" y="902447"/>
                  </a:lnTo>
                  <a:lnTo>
                    <a:pt x="911176" y="903746"/>
                  </a:lnTo>
                  <a:lnTo>
                    <a:pt x="914400" y="90663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h8772"/>
            <p:cNvSpPr/>
            <p:nvPr/>
          </p:nvSpPr>
          <p:spPr>
            <a:xfrm>
              <a:off x="3752475" y="814918"/>
              <a:ext cx="922210" cy="914400"/>
            </a:xfrm>
            <a:custGeom>
              <a:avLst/>
              <a:pathLst>
                <a:path w="922210" h="914400">
                  <a:moveTo>
                    <a:pt x="914400" y="914400"/>
                  </a:moveTo>
                  <a:lnTo>
                    <a:pt x="914400" y="906634"/>
                  </a:lnTo>
                  <a:lnTo>
                    <a:pt x="916501" y="908516"/>
                  </a:lnTo>
                  <a:lnTo>
                    <a:pt x="921684" y="913796"/>
                  </a:lnTo>
                  <a:lnTo>
                    <a:pt x="92221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h8773"/>
            <p:cNvSpPr/>
            <p:nvPr/>
          </p:nvSpPr>
          <p:spPr>
            <a:xfrm>
              <a:off x="3308784" y="77977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98" y="931969"/>
                  </a:lnTo>
                  <a:lnTo>
                    <a:pt x="905226" y="921848"/>
                  </a:lnTo>
                  <a:lnTo>
                    <a:pt x="905158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h8774"/>
            <p:cNvSpPr/>
            <p:nvPr/>
          </p:nvSpPr>
          <p:spPr>
            <a:xfrm>
              <a:off x="330878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h8775"/>
            <p:cNvSpPr/>
            <p:nvPr/>
          </p:nvSpPr>
          <p:spPr>
            <a:xfrm>
              <a:off x="331822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h8776"/>
            <p:cNvSpPr/>
            <p:nvPr/>
          </p:nvSpPr>
          <p:spPr>
            <a:xfrm>
              <a:off x="332766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h8777"/>
            <p:cNvSpPr/>
            <p:nvPr/>
          </p:nvSpPr>
          <p:spPr>
            <a:xfrm>
              <a:off x="333710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h8778"/>
            <p:cNvSpPr/>
            <p:nvPr/>
          </p:nvSpPr>
          <p:spPr>
            <a:xfrm>
              <a:off x="334654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h8779"/>
            <p:cNvSpPr/>
            <p:nvPr/>
          </p:nvSpPr>
          <p:spPr>
            <a:xfrm>
              <a:off x="335598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h8780"/>
            <p:cNvSpPr/>
            <p:nvPr/>
          </p:nvSpPr>
          <p:spPr>
            <a:xfrm>
              <a:off x="336542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h8781"/>
            <p:cNvSpPr/>
            <p:nvPr/>
          </p:nvSpPr>
          <p:spPr>
            <a:xfrm>
              <a:off x="337486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h8782"/>
            <p:cNvSpPr/>
            <p:nvPr/>
          </p:nvSpPr>
          <p:spPr>
            <a:xfrm>
              <a:off x="338430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h8783"/>
            <p:cNvSpPr/>
            <p:nvPr/>
          </p:nvSpPr>
          <p:spPr>
            <a:xfrm>
              <a:off x="339374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h8784"/>
            <p:cNvSpPr/>
            <p:nvPr/>
          </p:nvSpPr>
          <p:spPr>
            <a:xfrm>
              <a:off x="340318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h8785"/>
            <p:cNvSpPr/>
            <p:nvPr/>
          </p:nvSpPr>
          <p:spPr>
            <a:xfrm>
              <a:off x="341262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h8786"/>
            <p:cNvSpPr/>
            <p:nvPr/>
          </p:nvSpPr>
          <p:spPr>
            <a:xfrm>
              <a:off x="342206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h8787"/>
            <p:cNvSpPr/>
            <p:nvPr/>
          </p:nvSpPr>
          <p:spPr>
            <a:xfrm>
              <a:off x="343150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h8788"/>
            <p:cNvSpPr/>
            <p:nvPr/>
          </p:nvSpPr>
          <p:spPr>
            <a:xfrm>
              <a:off x="344094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h8789"/>
            <p:cNvSpPr/>
            <p:nvPr/>
          </p:nvSpPr>
          <p:spPr>
            <a:xfrm>
              <a:off x="345038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h8790"/>
            <p:cNvSpPr/>
            <p:nvPr/>
          </p:nvSpPr>
          <p:spPr>
            <a:xfrm>
              <a:off x="345982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h8791"/>
            <p:cNvSpPr/>
            <p:nvPr/>
          </p:nvSpPr>
          <p:spPr>
            <a:xfrm>
              <a:off x="346926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h8792"/>
            <p:cNvSpPr/>
            <p:nvPr/>
          </p:nvSpPr>
          <p:spPr>
            <a:xfrm>
              <a:off x="347870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h8793"/>
            <p:cNvSpPr/>
            <p:nvPr/>
          </p:nvSpPr>
          <p:spPr>
            <a:xfrm>
              <a:off x="348814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h8794"/>
            <p:cNvSpPr/>
            <p:nvPr/>
          </p:nvSpPr>
          <p:spPr>
            <a:xfrm>
              <a:off x="349758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h8795"/>
            <p:cNvSpPr/>
            <p:nvPr/>
          </p:nvSpPr>
          <p:spPr>
            <a:xfrm>
              <a:off x="350702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h8796"/>
            <p:cNvSpPr/>
            <p:nvPr/>
          </p:nvSpPr>
          <p:spPr>
            <a:xfrm>
              <a:off x="351646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h8797"/>
            <p:cNvSpPr/>
            <p:nvPr/>
          </p:nvSpPr>
          <p:spPr>
            <a:xfrm>
              <a:off x="352590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h8798"/>
            <p:cNvSpPr/>
            <p:nvPr/>
          </p:nvSpPr>
          <p:spPr>
            <a:xfrm>
              <a:off x="353534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h8799"/>
            <p:cNvSpPr/>
            <p:nvPr/>
          </p:nvSpPr>
          <p:spPr>
            <a:xfrm>
              <a:off x="354479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h8800"/>
            <p:cNvSpPr/>
            <p:nvPr/>
          </p:nvSpPr>
          <p:spPr>
            <a:xfrm>
              <a:off x="355423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h8801"/>
            <p:cNvSpPr/>
            <p:nvPr/>
          </p:nvSpPr>
          <p:spPr>
            <a:xfrm>
              <a:off x="356367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h8802"/>
            <p:cNvSpPr/>
            <p:nvPr/>
          </p:nvSpPr>
          <p:spPr>
            <a:xfrm>
              <a:off x="357311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h8803"/>
            <p:cNvSpPr/>
            <p:nvPr/>
          </p:nvSpPr>
          <p:spPr>
            <a:xfrm>
              <a:off x="358255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h8804"/>
            <p:cNvSpPr/>
            <p:nvPr/>
          </p:nvSpPr>
          <p:spPr>
            <a:xfrm>
              <a:off x="359199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h8805"/>
            <p:cNvSpPr/>
            <p:nvPr/>
          </p:nvSpPr>
          <p:spPr>
            <a:xfrm>
              <a:off x="360143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h8806"/>
            <p:cNvSpPr/>
            <p:nvPr/>
          </p:nvSpPr>
          <p:spPr>
            <a:xfrm>
              <a:off x="361087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h8807"/>
            <p:cNvSpPr/>
            <p:nvPr/>
          </p:nvSpPr>
          <p:spPr>
            <a:xfrm>
              <a:off x="362031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h8808"/>
            <p:cNvSpPr/>
            <p:nvPr/>
          </p:nvSpPr>
          <p:spPr>
            <a:xfrm>
              <a:off x="362975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h8809"/>
            <p:cNvSpPr/>
            <p:nvPr/>
          </p:nvSpPr>
          <p:spPr>
            <a:xfrm>
              <a:off x="363919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h8810"/>
            <p:cNvSpPr/>
            <p:nvPr/>
          </p:nvSpPr>
          <p:spPr>
            <a:xfrm>
              <a:off x="364863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h8811"/>
            <p:cNvSpPr/>
            <p:nvPr/>
          </p:nvSpPr>
          <p:spPr>
            <a:xfrm>
              <a:off x="365807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h8812"/>
            <p:cNvSpPr/>
            <p:nvPr/>
          </p:nvSpPr>
          <p:spPr>
            <a:xfrm>
              <a:off x="366751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h8813"/>
            <p:cNvSpPr/>
            <p:nvPr/>
          </p:nvSpPr>
          <p:spPr>
            <a:xfrm>
              <a:off x="367695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h8814"/>
            <p:cNvSpPr/>
            <p:nvPr/>
          </p:nvSpPr>
          <p:spPr>
            <a:xfrm>
              <a:off x="368639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h8815"/>
            <p:cNvSpPr/>
            <p:nvPr/>
          </p:nvSpPr>
          <p:spPr>
            <a:xfrm>
              <a:off x="369583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h8816"/>
            <p:cNvSpPr/>
            <p:nvPr/>
          </p:nvSpPr>
          <p:spPr>
            <a:xfrm>
              <a:off x="370527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h8817"/>
            <p:cNvSpPr/>
            <p:nvPr/>
          </p:nvSpPr>
          <p:spPr>
            <a:xfrm>
              <a:off x="371471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h8818"/>
            <p:cNvSpPr/>
            <p:nvPr/>
          </p:nvSpPr>
          <p:spPr>
            <a:xfrm>
              <a:off x="372415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h8819"/>
            <p:cNvSpPr/>
            <p:nvPr/>
          </p:nvSpPr>
          <p:spPr>
            <a:xfrm>
              <a:off x="3743035" y="797348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7239" y="896830"/>
                  </a:lnTo>
                  <a:lnTo>
                    <a:pt x="907952" y="898001"/>
                  </a:lnTo>
                  <a:lnTo>
                    <a:pt x="912155" y="905658"/>
                  </a:lnTo>
                  <a:lnTo>
                    <a:pt x="914400" y="91019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h8820"/>
            <p:cNvSpPr/>
            <p:nvPr/>
          </p:nvSpPr>
          <p:spPr>
            <a:xfrm>
              <a:off x="3743035" y="797348"/>
              <a:ext cx="916446" cy="914399"/>
            </a:xfrm>
            <a:custGeom>
              <a:avLst/>
              <a:pathLst>
                <a:path w="916446" h="914399">
                  <a:moveTo>
                    <a:pt x="914400" y="914399"/>
                  </a:moveTo>
                  <a:lnTo>
                    <a:pt x="914400" y="910195"/>
                  </a:lnTo>
                  <a:lnTo>
                    <a:pt x="916139" y="913710"/>
                  </a:lnTo>
                  <a:lnTo>
                    <a:pt x="916446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h8821"/>
            <p:cNvSpPr/>
            <p:nvPr/>
          </p:nvSpPr>
          <p:spPr>
            <a:xfrm>
              <a:off x="3299343" y="762209"/>
              <a:ext cx="914400" cy="924144"/>
            </a:xfrm>
            <a:custGeom>
              <a:avLst/>
              <a:pathLst>
                <a:path w="914400" h="924144">
                  <a:moveTo>
                    <a:pt x="914400" y="914400"/>
                  </a:moveTo>
                  <a:lnTo>
                    <a:pt x="914400" y="924144"/>
                  </a:lnTo>
                  <a:lnTo>
                    <a:pt x="914350" y="923939"/>
                  </a:lnTo>
                  <a:lnTo>
                    <a:pt x="912346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h8822"/>
            <p:cNvSpPr/>
            <p:nvPr/>
          </p:nvSpPr>
          <p:spPr>
            <a:xfrm>
              <a:off x="329934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599" y="931969"/>
                  </a:lnTo>
                  <a:lnTo>
                    <a:pt x="914568" y="928606"/>
                  </a:lnTo>
                  <a:lnTo>
                    <a:pt x="914633" y="925106"/>
                  </a:lnTo>
                  <a:lnTo>
                    <a:pt x="914400" y="924144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h8823"/>
            <p:cNvSpPr/>
            <p:nvPr/>
          </p:nvSpPr>
          <p:spPr>
            <a:xfrm>
              <a:off x="330878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h8824"/>
            <p:cNvSpPr/>
            <p:nvPr/>
          </p:nvSpPr>
          <p:spPr>
            <a:xfrm>
              <a:off x="331822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h8825"/>
            <p:cNvSpPr/>
            <p:nvPr/>
          </p:nvSpPr>
          <p:spPr>
            <a:xfrm>
              <a:off x="332766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h8826"/>
            <p:cNvSpPr/>
            <p:nvPr/>
          </p:nvSpPr>
          <p:spPr>
            <a:xfrm>
              <a:off x="333710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h8827"/>
            <p:cNvSpPr/>
            <p:nvPr/>
          </p:nvSpPr>
          <p:spPr>
            <a:xfrm>
              <a:off x="334654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h8828"/>
            <p:cNvSpPr/>
            <p:nvPr/>
          </p:nvSpPr>
          <p:spPr>
            <a:xfrm>
              <a:off x="335598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h8829"/>
            <p:cNvSpPr/>
            <p:nvPr/>
          </p:nvSpPr>
          <p:spPr>
            <a:xfrm>
              <a:off x="336542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h8830"/>
            <p:cNvSpPr/>
            <p:nvPr/>
          </p:nvSpPr>
          <p:spPr>
            <a:xfrm>
              <a:off x="337486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h8831"/>
            <p:cNvSpPr/>
            <p:nvPr/>
          </p:nvSpPr>
          <p:spPr>
            <a:xfrm>
              <a:off x="338430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h8832"/>
            <p:cNvSpPr/>
            <p:nvPr/>
          </p:nvSpPr>
          <p:spPr>
            <a:xfrm>
              <a:off x="339374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h8833"/>
            <p:cNvSpPr/>
            <p:nvPr/>
          </p:nvSpPr>
          <p:spPr>
            <a:xfrm>
              <a:off x="340318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h8834"/>
            <p:cNvSpPr/>
            <p:nvPr/>
          </p:nvSpPr>
          <p:spPr>
            <a:xfrm>
              <a:off x="341262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h8835"/>
            <p:cNvSpPr/>
            <p:nvPr/>
          </p:nvSpPr>
          <p:spPr>
            <a:xfrm>
              <a:off x="342206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h8836"/>
            <p:cNvSpPr/>
            <p:nvPr/>
          </p:nvSpPr>
          <p:spPr>
            <a:xfrm>
              <a:off x="343150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h8837"/>
            <p:cNvSpPr/>
            <p:nvPr/>
          </p:nvSpPr>
          <p:spPr>
            <a:xfrm>
              <a:off x="344094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h8838"/>
            <p:cNvSpPr/>
            <p:nvPr/>
          </p:nvSpPr>
          <p:spPr>
            <a:xfrm>
              <a:off x="345038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h8839"/>
            <p:cNvSpPr/>
            <p:nvPr/>
          </p:nvSpPr>
          <p:spPr>
            <a:xfrm>
              <a:off x="345982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h8840"/>
            <p:cNvSpPr/>
            <p:nvPr/>
          </p:nvSpPr>
          <p:spPr>
            <a:xfrm>
              <a:off x="346926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h8841"/>
            <p:cNvSpPr/>
            <p:nvPr/>
          </p:nvSpPr>
          <p:spPr>
            <a:xfrm>
              <a:off x="347870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h8842"/>
            <p:cNvSpPr/>
            <p:nvPr/>
          </p:nvSpPr>
          <p:spPr>
            <a:xfrm>
              <a:off x="348814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h8843"/>
            <p:cNvSpPr/>
            <p:nvPr/>
          </p:nvSpPr>
          <p:spPr>
            <a:xfrm>
              <a:off x="349758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h8844"/>
            <p:cNvSpPr/>
            <p:nvPr/>
          </p:nvSpPr>
          <p:spPr>
            <a:xfrm>
              <a:off x="350702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h8845"/>
            <p:cNvSpPr/>
            <p:nvPr/>
          </p:nvSpPr>
          <p:spPr>
            <a:xfrm>
              <a:off x="351646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h8846"/>
            <p:cNvSpPr/>
            <p:nvPr/>
          </p:nvSpPr>
          <p:spPr>
            <a:xfrm>
              <a:off x="352590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h8847"/>
            <p:cNvSpPr/>
            <p:nvPr/>
          </p:nvSpPr>
          <p:spPr>
            <a:xfrm>
              <a:off x="353534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h8848"/>
            <p:cNvSpPr/>
            <p:nvPr/>
          </p:nvSpPr>
          <p:spPr>
            <a:xfrm>
              <a:off x="354479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h8849"/>
            <p:cNvSpPr/>
            <p:nvPr/>
          </p:nvSpPr>
          <p:spPr>
            <a:xfrm>
              <a:off x="355423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h8850"/>
            <p:cNvSpPr/>
            <p:nvPr/>
          </p:nvSpPr>
          <p:spPr>
            <a:xfrm>
              <a:off x="356367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h8851"/>
            <p:cNvSpPr/>
            <p:nvPr/>
          </p:nvSpPr>
          <p:spPr>
            <a:xfrm>
              <a:off x="357311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h8852"/>
            <p:cNvSpPr/>
            <p:nvPr/>
          </p:nvSpPr>
          <p:spPr>
            <a:xfrm>
              <a:off x="358255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h8853"/>
            <p:cNvSpPr/>
            <p:nvPr/>
          </p:nvSpPr>
          <p:spPr>
            <a:xfrm>
              <a:off x="359199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h8854"/>
            <p:cNvSpPr/>
            <p:nvPr/>
          </p:nvSpPr>
          <p:spPr>
            <a:xfrm>
              <a:off x="360143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h8855"/>
            <p:cNvSpPr/>
            <p:nvPr/>
          </p:nvSpPr>
          <p:spPr>
            <a:xfrm>
              <a:off x="361087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h8856"/>
            <p:cNvSpPr/>
            <p:nvPr/>
          </p:nvSpPr>
          <p:spPr>
            <a:xfrm>
              <a:off x="362031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h8857"/>
            <p:cNvSpPr/>
            <p:nvPr/>
          </p:nvSpPr>
          <p:spPr>
            <a:xfrm>
              <a:off x="362975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h8858"/>
            <p:cNvSpPr/>
            <p:nvPr/>
          </p:nvSpPr>
          <p:spPr>
            <a:xfrm>
              <a:off x="363919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h8859"/>
            <p:cNvSpPr/>
            <p:nvPr/>
          </p:nvSpPr>
          <p:spPr>
            <a:xfrm>
              <a:off x="364863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h8860"/>
            <p:cNvSpPr/>
            <p:nvPr/>
          </p:nvSpPr>
          <p:spPr>
            <a:xfrm>
              <a:off x="365807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h8861"/>
            <p:cNvSpPr/>
            <p:nvPr/>
          </p:nvSpPr>
          <p:spPr>
            <a:xfrm>
              <a:off x="366751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h8862"/>
            <p:cNvSpPr/>
            <p:nvPr/>
          </p:nvSpPr>
          <p:spPr>
            <a:xfrm>
              <a:off x="367695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h8863"/>
            <p:cNvSpPr/>
            <p:nvPr/>
          </p:nvSpPr>
          <p:spPr>
            <a:xfrm>
              <a:off x="368639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h8864"/>
            <p:cNvSpPr/>
            <p:nvPr/>
          </p:nvSpPr>
          <p:spPr>
            <a:xfrm>
              <a:off x="369583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h8865"/>
            <p:cNvSpPr/>
            <p:nvPr/>
          </p:nvSpPr>
          <p:spPr>
            <a:xfrm>
              <a:off x="370527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h8866"/>
            <p:cNvSpPr/>
            <p:nvPr/>
          </p:nvSpPr>
          <p:spPr>
            <a:xfrm>
              <a:off x="3724154" y="7797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274" y="896830"/>
                  </a:lnTo>
                  <a:lnTo>
                    <a:pt x="914400" y="89699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h8867"/>
            <p:cNvSpPr/>
            <p:nvPr/>
          </p:nvSpPr>
          <p:spPr>
            <a:xfrm>
              <a:off x="3733594" y="7797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997"/>
                  </a:lnTo>
                  <a:lnTo>
                    <a:pt x="908375" y="901525"/>
                  </a:lnTo>
                  <a:lnTo>
                    <a:pt x="912982" y="908330"/>
                  </a:lnTo>
                  <a:lnTo>
                    <a:pt x="914400" y="91065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h8868"/>
            <p:cNvSpPr/>
            <p:nvPr/>
          </p:nvSpPr>
          <p:spPr>
            <a:xfrm>
              <a:off x="3733594" y="779779"/>
              <a:ext cx="916679" cy="914400"/>
            </a:xfrm>
            <a:custGeom>
              <a:avLst/>
              <a:pathLst>
                <a:path w="916679" h="914400">
                  <a:moveTo>
                    <a:pt x="914400" y="914400"/>
                  </a:moveTo>
                  <a:lnTo>
                    <a:pt x="914400" y="910657"/>
                  </a:lnTo>
                  <a:lnTo>
                    <a:pt x="91667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h8869"/>
            <p:cNvSpPr/>
            <p:nvPr/>
          </p:nvSpPr>
          <p:spPr>
            <a:xfrm>
              <a:off x="3299343" y="74463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46" y="931969"/>
                  </a:lnTo>
                  <a:lnTo>
                    <a:pt x="912250" y="931510"/>
                  </a:lnTo>
                  <a:lnTo>
                    <a:pt x="910426" y="921325"/>
                  </a:lnTo>
                  <a:lnTo>
                    <a:pt x="909393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h8870"/>
            <p:cNvSpPr/>
            <p:nvPr/>
          </p:nvSpPr>
          <p:spPr>
            <a:xfrm>
              <a:off x="329934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h8871"/>
            <p:cNvSpPr/>
            <p:nvPr/>
          </p:nvSpPr>
          <p:spPr>
            <a:xfrm>
              <a:off x="330878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h8872"/>
            <p:cNvSpPr/>
            <p:nvPr/>
          </p:nvSpPr>
          <p:spPr>
            <a:xfrm>
              <a:off x="331822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h8873"/>
            <p:cNvSpPr/>
            <p:nvPr/>
          </p:nvSpPr>
          <p:spPr>
            <a:xfrm>
              <a:off x="332766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h8874"/>
            <p:cNvSpPr/>
            <p:nvPr/>
          </p:nvSpPr>
          <p:spPr>
            <a:xfrm>
              <a:off x="333710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h8875"/>
            <p:cNvSpPr/>
            <p:nvPr/>
          </p:nvSpPr>
          <p:spPr>
            <a:xfrm>
              <a:off x="334654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h8876"/>
            <p:cNvSpPr/>
            <p:nvPr/>
          </p:nvSpPr>
          <p:spPr>
            <a:xfrm>
              <a:off x="335598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h8877"/>
            <p:cNvSpPr/>
            <p:nvPr/>
          </p:nvSpPr>
          <p:spPr>
            <a:xfrm>
              <a:off x="336542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h8878"/>
            <p:cNvSpPr/>
            <p:nvPr/>
          </p:nvSpPr>
          <p:spPr>
            <a:xfrm>
              <a:off x="337486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h8879"/>
            <p:cNvSpPr/>
            <p:nvPr/>
          </p:nvSpPr>
          <p:spPr>
            <a:xfrm>
              <a:off x="338430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h8880"/>
            <p:cNvSpPr/>
            <p:nvPr/>
          </p:nvSpPr>
          <p:spPr>
            <a:xfrm>
              <a:off x="339374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h8881"/>
            <p:cNvSpPr/>
            <p:nvPr/>
          </p:nvSpPr>
          <p:spPr>
            <a:xfrm>
              <a:off x="340318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h8882"/>
            <p:cNvSpPr/>
            <p:nvPr/>
          </p:nvSpPr>
          <p:spPr>
            <a:xfrm>
              <a:off x="341262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h8883"/>
            <p:cNvSpPr/>
            <p:nvPr/>
          </p:nvSpPr>
          <p:spPr>
            <a:xfrm>
              <a:off x="342206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h8884"/>
            <p:cNvSpPr/>
            <p:nvPr/>
          </p:nvSpPr>
          <p:spPr>
            <a:xfrm>
              <a:off x="343150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h8885"/>
            <p:cNvSpPr/>
            <p:nvPr/>
          </p:nvSpPr>
          <p:spPr>
            <a:xfrm>
              <a:off x="344094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h8886"/>
            <p:cNvSpPr/>
            <p:nvPr/>
          </p:nvSpPr>
          <p:spPr>
            <a:xfrm>
              <a:off x="345038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h8887"/>
            <p:cNvSpPr/>
            <p:nvPr/>
          </p:nvSpPr>
          <p:spPr>
            <a:xfrm>
              <a:off x="345982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h8888"/>
            <p:cNvSpPr/>
            <p:nvPr/>
          </p:nvSpPr>
          <p:spPr>
            <a:xfrm>
              <a:off x="346926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h8889"/>
            <p:cNvSpPr/>
            <p:nvPr/>
          </p:nvSpPr>
          <p:spPr>
            <a:xfrm>
              <a:off x="347870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h8890"/>
            <p:cNvSpPr/>
            <p:nvPr/>
          </p:nvSpPr>
          <p:spPr>
            <a:xfrm>
              <a:off x="348814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h8891"/>
            <p:cNvSpPr/>
            <p:nvPr/>
          </p:nvSpPr>
          <p:spPr>
            <a:xfrm>
              <a:off x="349758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h8892"/>
            <p:cNvSpPr/>
            <p:nvPr/>
          </p:nvSpPr>
          <p:spPr>
            <a:xfrm>
              <a:off x="350702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h8893"/>
            <p:cNvSpPr/>
            <p:nvPr/>
          </p:nvSpPr>
          <p:spPr>
            <a:xfrm>
              <a:off x="351646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h8894"/>
            <p:cNvSpPr/>
            <p:nvPr/>
          </p:nvSpPr>
          <p:spPr>
            <a:xfrm>
              <a:off x="352590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h8895"/>
            <p:cNvSpPr/>
            <p:nvPr/>
          </p:nvSpPr>
          <p:spPr>
            <a:xfrm>
              <a:off x="353534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h8896"/>
            <p:cNvSpPr/>
            <p:nvPr/>
          </p:nvSpPr>
          <p:spPr>
            <a:xfrm>
              <a:off x="354479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h8897"/>
            <p:cNvSpPr/>
            <p:nvPr/>
          </p:nvSpPr>
          <p:spPr>
            <a:xfrm>
              <a:off x="355423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h8898"/>
            <p:cNvSpPr/>
            <p:nvPr/>
          </p:nvSpPr>
          <p:spPr>
            <a:xfrm>
              <a:off x="356367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h8899"/>
            <p:cNvSpPr/>
            <p:nvPr/>
          </p:nvSpPr>
          <p:spPr>
            <a:xfrm>
              <a:off x="357311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h8900"/>
            <p:cNvSpPr/>
            <p:nvPr/>
          </p:nvSpPr>
          <p:spPr>
            <a:xfrm>
              <a:off x="358255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h8901"/>
            <p:cNvSpPr/>
            <p:nvPr/>
          </p:nvSpPr>
          <p:spPr>
            <a:xfrm>
              <a:off x="359199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h8902"/>
            <p:cNvSpPr/>
            <p:nvPr/>
          </p:nvSpPr>
          <p:spPr>
            <a:xfrm>
              <a:off x="360143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h8903"/>
            <p:cNvSpPr/>
            <p:nvPr/>
          </p:nvSpPr>
          <p:spPr>
            <a:xfrm>
              <a:off x="361087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h8904"/>
            <p:cNvSpPr/>
            <p:nvPr/>
          </p:nvSpPr>
          <p:spPr>
            <a:xfrm>
              <a:off x="362031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h8905"/>
            <p:cNvSpPr/>
            <p:nvPr/>
          </p:nvSpPr>
          <p:spPr>
            <a:xfrm>
              <a:off x="362975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h8906"/>
            <p:cNvSpPr/>
            <p:nvPr/>
          </p:nvSpPr>
          <p:spPr>
            <a:xfrm>
              <a:off x="363919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h8907"/>
            <p:cNvSpPr/>
            <p:nvPr/>
          </p:nvSpPr>
          <p:spPr>
            <a:xfrm>
              <a:off x="364863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h8908"/>
            <p:cNvSpPr/>
            <p:nvPr/>
          </p:nvSpPr>
          <p:spPr>
            <a:xfrm>
              <a:off x="365807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h8909"/>
            <p:cNvSpPr/>
            <p:nvPr/>
          </p:nvSpPr>
          <p:spPr>
            <a:xfrm>
              <a:off x="366751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h8910"/>
            <p:cNvSpPr/>
            <p:nvPr/>
          </p:nvSpPr>
          <p:spPr>
            <a:xfrm>
              <a:off x="367695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h8911"/>
            <p:cNvSpPr/>
            <p:nvPr/>
          </p:nvSpPr>
          <p:spPr>
            <a:xfrm>
              <a:off x="368639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h8912"/>
            <p:cNvSpPr/>
            <p:nvPr/>
          </p:nvSpPr>
          <p:spPr>
            <a:xfrm>
              <a:off x="369583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h8913"/>
            <p:cNvSpPr/>
            <p:nvPr/>
          </p:nvSpPr>
          <p:spPr>
            <a:xfrm>
              <a:off x="3714714" y="76220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702" y="896834"/>
                  </a:lnTo>
                  <a:lnTo>
                    <a:pt x="908171" y="897298"/>
                  </a:lnTo>
                  <a:lnTo>
                    <a:pt x="908639" y="897762"/>
                  </a:lnTo>
                  <a:lnTo>
                    <a:pt x="909108" y="898226"/>
                  </a:lnTo>
                  <a:lnTo>
                    <a:pt x="909576" y="898689"/>
                  </a:lnTo>
                  <a:lnTo>
                    <a:pt x="910045" y="899153"/>
                  </a:lnTo>
                  <a:lnTo>
                    <a:pt x="910513" y="899617"/>
                  </a:lnTo>
                  <a:lnTo>
                    <a:pt x="910982" y="900081"/>
                  </a:lnTo>
                  <a:lnTo>
                    <a:pt x="911450" y="900545"/>
                  </a:lnTo>
                  <a:lnTo>
                    <a:pt x="911918" y="901009"/>
                  </a:lnTo>
                  <a:lnTo>
                    <a:pt x="912387" y="901473"/>
                  </a:lnTo>
                  <a:lnTo>
                    <a:pt x="914400" y="90359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h8914"/>
            <p:cNvSpPr/>
            <p:nvPr/>
          </p:nvSpPr>
          <p:spPr>
            <a:xfrm>
              <a:off x="3714714" y="762209"/>
              <a:ext cx="923714" cy="914400"/>
            </a:xfrm>
            <a:custGeom>
              <a:avLst/>
              <a:pathLst>
                <a:path w="923714" h="914400">
                  <a:moveTo>
                    <a:pt x="914400" y="914400"/>
                  </a:moveTo>
                  <a:lnTo>
                    <a:pt x="914400" y="903593"/>
                  </a:lnTo>
                  <a:lnTo>
                    <a:pt x="917505" y="906865"/>
                  </a:lnTo>
                  <a:lnTo>
                    <a:pt x="922465" y="912744"/>
                  </a:lnTo>
                  <a:lnTo>
                    <a:pt x="923714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h8915"/>
            <p:cNvSpPr/>
            <p:nvPr/>
          </p:nvSpPr>
          <p:spPr>
            <a:xfrm>
              <a:off x="3299343" y="72706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9393" y="931969"/>
                  </a:lnTo>
                  <a:lnTo>
                    <a:pt x="908884" y="928551"/>
                  </a:lnTo>
                  <a:lnTo>
                    <a:pt x="907626" y="918074"/>
                  </a:lnTo>
                  <a:lnTo>
                    <a:pt x="907289" y="91439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h8916"/>
            <p:cNvSpPr/>
            <p:nvPr/>
          </p:nvSpPr>
          <p:spPr>
            <a:xfrm>
              <a:off x="329934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h8917"/>
            <p:cNvSpPr/>
            <p:nvPr/>
          </p:nvSpPr>
          <p:spPr>
            <a:xfrm>
              <a:off x="330878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h8918"/>
            <p:cNvSpPr/>
            <p:nvPr/>
          </p:nvSpPr>
          <p:spPr>
            <a:xfrm>
              <a:off x="331822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h8919"/>
            <p:cNvSpPr/>
            <p:nvPr/>
          </p:nvSpPr>
          <p:spPr>
            <a:xfrm>
              <a:off x="332766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h8920"/>
            <p:cNvSpPr/>
            <p:nvPr/>
          </p:nvSpPr>
          <p:spPr>
            <a:xfrm>
              <a:off x="333710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h8921"/>
            <p:cNvSpPr/>
            <p:nvPr/>
          </p:nvSpPr>
          <p:spPr>
            <a:xfrm>
              <a:off x="334654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h8922"/>
            <p:cNvSpPr/>
            <p:nvPr/>
          </p:nvSpPr>
          <p:spPr>
            <a:xfrm>
              <a:off x="335598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h8923"/>
            <p:cNvSpPr/>
            <p:nvPr/>
          </p:nvSpPr>
          <p:spPr>
            <a:xfrm>
              <a:off x="336542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h8924"/>
            <p:cNvSpPr/>
            <p:nvPr/>
          </p:nvSpPr>
          <p:spPr>
            <a:xfrm>
              <a:off x="337486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h8925"/>
            <p:cNvSpPr/>
            <p:nvPr/>
          </p:nvSpPr>
          <p:spPr>
            <a:xfrm>
              <a:off x="338430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h8926"/>
            <p:cNvSpPr/>
            <p:nvPr/>
          </p:nvSpPr>
          <p:spPr>
            <a:xfrm>
              <a:off x="339374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h8927"/>
            <p:cNvSpPr/>
            <p:nvPr/>
          </p:nvSpPr>
          <p:spPr>
            <a:xfrm>
              <a:off x="340318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h8928"/>
            <p:cNvSpPr/>
            <p:nvPr/>
          </p:nvSpPr>
          <p:spPr>
            <a:xfrm>
              <a:off x="341262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h8929"/>
            <p:cNvSpPr/>
            <p:nvPr/>
          </p:nvSpPr>
          <p:spPr>
            <a:xfrm>
              <a:off x="342206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h8930"/>
            <p:cNvSpPr/>
            <p:nvPr/>
          </p:nvSpPr>
          <p:spPr>
            <a:xfrm>
              <a:off x="343150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h8931"/>
            <p:cNvSpPr/>
            <p:nvPr/>
          </p:nvSpPr>
          <p:spPr>
            <a:xfrm>
              <a:off x="344094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h8932"/>
            <p:cNvSpPr/>
            <p:nvPr/>
          </p:nvSpPr>
          <p:spPr>
            <a:xfrm>
              <a:off x="345038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h8933"/>
            <p:cNvSpPr/>
            <p:nvPr/>
          </p:nvSpPr>
          <p:spPr>
            <a:xfrm>
              <a:off x="345982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h8934"/>
            <p:cNvSpPr/>
            <p:nvPr/>
          </p:nvSpPr>
          <p:spPr>
            <a:xfrm>
              <a:off x="346926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h8935"/>
            <p:cNvSpPr/>
            <p:nvPr/>
          </p:nvSpPr>
          <p:spPr>
            <a:xfrm>
              <a:off x="347870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h8936"/>
            <p:cNvSpPr/>
            <p:nvPr/>
          </p:nvSpPr>
          <p:spPr>
            <a:xfrm>
              <a:off x="348814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h8937"/>
            <p:cNvSpPr/>
            <p:nvPr/>
          </p:nvSpPr>
          <p:spPr>
            <a:xfrm>
              <a:off x="349758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h8938"/>
            <p:cNvSpPr/>
            <p:nvPr/>
          </p:nvSpPr>
          <p:spPr>
            <a:xfrm>
              <a:off x="350702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h8939"/>
            <p:cNvSpPr/>
            <p:nvPr/>
          </p:nvSpPr>
          <p:spPr>
            <a:xfrm>
              <a:off x="351646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h8940"/>
            <p:cNvSpPr/>
            <p:nvPr/>
          </p:nvSpPr>
          <p:spPr>
            <a:xfrm>
              <a:off x="352590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h8941"/>
            <p:cNvSpPr/>
            <p:nvPr/>
          </p:nvSpPr>
          <p:spPr>
            <a:xfrm>
              <a:off x="353534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h8942"/>
            <p:cNvSpPr/>
            <p:nvPr/>
          </p:nvSpPr>
          <p:spPr>
            <a:xfrm>
              <a:off x="354479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h8943"/>
            <p:cNvSpPr/>
            <p:nvPr/>
          </p:nvSpPr>
          <p:spPr>
            <a:xfrm>
              <a:off x="355423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h8944"/>
            <p:cNvSpPr/>
            <p:nvPr/>
          </p:nvSpPr>
          <p:spPr>
            <a:xfrm>
              <a:off x="356367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h8945"/>
            <p:cNvSpPr/>
            <p:nvPr/>
          </p:nvSpPr>
          <p:spPr>
            <a:xfrm>
              <a:off x="357311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h8946"/>
            <p:cNvSpPr/>
            <p:nvPr/>
          </p:nvSpPr>
          <p:spPr>
            <a:xfrm>
              <a:off x="358255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h8947"/>
            <p:cNvSpPr/>
            <p:nvPr/>
          </p:nvSpPr>
          <p:spPr>
            <a:xfrm>
              <a:off x="359199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h8948"/>
            <p:cNvSpPr/>
            <p:nvPr/>
          </p:nvSpPr>
          <p:spPr>
            <a:xfrm>
              <a:off x="360143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h8949"/>
            <p:cNvSpPr/>
            <p:nvPr/>
          </p:nvSpPr>
          <p:spPr>
            <a:xfrm>
              <a:off x="361087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h8950"/>
            <p:cNvSpPr/>
            <p:nvPr/>
          </p:nvSpPr>
          <p:spPr>
            <a:xfrm>
              <a:off x="362031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h8951"/>
            <p:cNvSpPr/>
            <p:nvPr/>
          </p:nvSpPr>
          <p:spPr>
            <a:xfrm>
              <a:off x="362975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h8952"/>
            <p:cNvSpPr/>
            <p:nvPr/>
          </p:nvSpPr>
          <p:spPr>
            <a:xfrm>
              <a:off x="363919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h8953"/>
            <p:cNvSpPr/>
            <p:nvPr/>
          </p:nvSpPr>
          <p:spPr>
            <a:xfrm>
              <a:off x="364863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h8954"/>
            <p:cNvSpPr/>
            <p:nvPr/>
          </p:nvSpPr>
          <p:spPr>
            <a:xfrm>
              <a:off x="365807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h8955"/>
            <p:cNvSpPr/>
            <p:nvPr/>
          </p:nvSpPr>
          <p:spPr>
            <a:xfrm>
              <a:off x="366751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h8956"/>
            <p:cNvSpPr/>
            <p:nvPr/>
          </p:nvSpPr>
          <p:spPr>
            <a:xfrm>
              <a:off x="367695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h8957"/>
            <p:cNvSpPr/>
            <p:nvPr/>
          </p:nvSpPr>
          <p:spPr>
            <a:xfrm>
              <a:off x="3695833" y="74463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85" y="896830"/>
                  </a:lnTo>
                  <a:lnTo>
                    <a:pt x="909218" y="897256"/>
                  </a:lnTo>
                  <a:lnTo>
                    <a:pt x="909688" y="897719"/>
                  </a:lnTo>
                  <a:lnTo>
                    <a:pt x="910158" y="898182"/>
                  </a:lnTo>
                  <a:lnTo>
                    <a:pt x="910628" y="898646"/>
                  </a:lnTo>
                  <a:lnTo>
                    <a:pt x="911098" y="899109"/>
                  </a:lnTo>
                  <a:lnTo>
                    <a:pt x="911567" y="899572"/>
                  </a:lnTo>
                  <a:lnTo>
                    <a:pt x="912037" y="900035"/>
                  </a:lnTo>
                  <a:lnTo>
                    <a:pt x="912507" y="900499"/>
                  </a:lnTo>
                  <a:lnTo>
                    <a:pt x="912977" y="900962"/>
                  </a:lnTo>
                  <a:lnTo>
                    <a:pt x="913446" y="901425"/>
                  </a:lnTo>
                  <a:lnTo>
                    <a:pt x="913916" y="901888"/>
                  </a:lnTo>
                  <a:lnTo>
                    <a:pt x="914400" y="90236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h8958"/>
            <p:cNvSpPr/>
            <p:nvPr/>
          </p:nvSpPr>
          <p:spPr>
            <a:xfrm>
              <a:off x="3705274" y="74463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365"/>
                  </a:lnTo>
                  <a:lnTo>
                    <a:pt x="905415" y="902815"/>
                  </a:lnTo>
                  <a:lnTo>
                    <a:pt x="905885" y="903278"/>
                  </a:lnTo>
                  <a:lnTo>
                    <a:pt x="906354" y="903742"/>
                  </a:lnTo>
                  <a:lnTo>
                    <a:pt x="906824" y="904205"/>
                  </a:lnTo>
                  <a:lnTo>
                    <a:pt x="907293" y="904669"/>
                  </a:lnTo>
                  <a:lnTo>
                    <a:pt x="907762" y="905132"/>
                  </a:lnTo>
                  <a:lnTo>
                    <a:pt x="908232" y="905596"/>
                  </a:lnTo>
                  <a:lnTo>
                    <a:pt x="908701" y="906059"/>
                  </a:lnTo>
                  <a:lnTo>
                    <a:pt x="909170" y="906522"/>
                  </a:lnTo>
                  <a:lnTo>
                    <a:pt x="909640" y="906986"/>
                  </a:lnTo>
                  <a:lnTo>
                    <a:pt x="910109" y="907449"/>
                  </a:lnTo>
                  <a:lnTo>
                    <a:pt x="910578" y="907913"/>
                  </a:lnTo>
                  <a:lnTo>
                    <a:pt x="911047" y="908377"/>
                  </a:lnTo>
                  <a:lnTo>
                    <a:pt x="911516" y="908840"/>
                  </a:lnTo>
                  <a:lnTo>
                    <a:pt x="911985" y="909304"/>
                  </a:lnTo>
                  <a:lnTo>
                    <a:pt x="912454" y="909767"/>
                  </a:lnTo>
                  <a:lnTo>
                    <a:pt x="912923" y="910231"/>
                  </a:lnTo>
                  <a:lnTo>
                    <a:pt x="913392" y="910694"/>
                  </a:lnTo>
                  <a:lnTo>
                    <a:pt x="913861" y="911158"/>
                  </a:lnTo>
                  <a:lnTo>
                    <a:pt x="914400" y="91169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h8959"/>
            <p:cNvSpPr/>
            <p:nvPr/>
          </p:nvSpPr>
          <p:spPr>
            <a:xfrm>
              <a:off x="3705274" y="744639"/>
              <a:ext cx="917138" cy="914400"/>
            </a:xfrm>
            <a:custGeom>
              <a:avLst/>
              <a:pathLst>
                <a:path w="917138" h="914400">
                  <a:moveTo>
                    <a:pt x="914400" y="914400"/>
                  </a:moveTo>
                  <a:lnTo>
                    <a:pt x="914400" y="911691"/>
                  </a:lnTo>
                  <a:lnTo>
                    <a:pt x="914799" y="912085"/>
                  </a:lnTo>
                  <a:lnTo>
                    <a:pt x="915268" y="912549"/>
                  </a:lnTo>
                  <a:lnTo>
                    <a:pt x="915736" y="913013"/>
                  </a:lnTo>
                  <a:lnTo>
                    <a:pt x="916205" y="913477"/>
                  </a:lnTo>
                  <a:lnTo>
                    <a:pt x="916674" y="913940"/>
                  </a:lnTo>
                  <a:lnTo>
                    <a:pt x="917138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h8960"/>
            <p:cNvSpPr/>
            <p:nvPr/>
          </p:nvSpPr>
          <p:spPr>
            <a:xfrm>
              <a:off x="3299343" y="70949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289" y="931969"/>
                  </a:lnTo>
                  <a:lnTo>
                    <a:pt x="906656" y="925061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h8961"/>
            <p:cNvSpPr/>
            <p:nvPr/>
          </p:nvSpPr>
          <p:spPr>
            <a:xfrm>
              <a:off x="329934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h8962"/>
            <p:cNvSpPr/>
            <p:nvPr/>
          </p:nvSpPr>
          <p:spPr>
            <a:xfrm>
              <a:off x="330878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h8963"/>
            <p:cNvSpPr/>
            <p:nvPr/>
          </p:nvSpPr>
          <p:spPr>
            <a:xfrm>
              <a:off x="331822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h8964"/>
            <p:cNvSpPr/>
            <p:nvPr/>
          </p:nvSpPr>
          <p:spPr>
            <a:xfrm>
              <a:off x="332766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h8965"/>
            <p:cNvSpPr/>
            <p:nvPr/>
          </p:nvSpPr>
          <p:spPr>
            <a:xfrm>
              <a:off x="333710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h8966"/>
            <p:cNvSpPr/>
            <p:nvPr/>
          </p:nvSpPr>
          <p:spPr>
            <a:xfrm>
              <a:off x="334654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h8967"/>
            <p:cNvSpPr/>
            <p:nvPr/>
          </p:nvSpPr>
          <p:spPr>
            <a:xfrm>
              <a:off x="335598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h8968"/>
            <p:cNvSpPr/>
            <p:nvPr/>
          </p:nvSpPr>
          <p:spPr>
            <a:xfrm>
              <a:off x="336542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h8969"/>
            <p:cNvSpPr/>
            <p:nvPr/>
          </p:nvSpPr>
          <p:spPr>
            <a:xfrm>
              <a:off x="337486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h8970"/>
            <p:cNvSpPr/>
            <p:nvPr/>
          </p:nvSpPr>
          <p:spPr>
            <a:xfrm>
              <a:off x="338430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h8971"/>
            <p:cNvSpPr/>
            <p:nvPr/>
          </p:nvSpPr>
          <p:spPr>
            <a:xfrm>
              <a:off x="339374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h8972"/>
            <p:cNvSpPr/>
            <p:nvPr/>
          </p:nvSpPr>
          <p:spPr>
            <a:xfrm>
              <a:off x="340318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h8973"/>
            <p:cNvSpPr/>
            <p:nvPr/>
          </p:nvSpPr>
          <p:spPr>
            <a:xfrm>
              <a:off x="341262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h8974"/>
            <p:cNvSpPr/>
            <p:nvPr/>
          </p:nvSpPr>
          <p:spPr>
            <a:xfrm>
              <a:off x="342206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h8975"/>
            <p:cNvSpPr/>
            <p:nvPr/>
          </p:nvSpPr>
          <p:spPr>
            <a:xfrm>
              <a:off x="343150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h8976"/>
            <p:cNvSpPr/>
            <p:nvPr/>
          </p:nvSpPr>
          <p:spPr>
            <a:xfrm>
              <a:off x="344094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h8977"/>
            <p:cNvSpPr/>
            <p:nvPr/>
          </p:nvSpPr>
          <p:spPr>
            <a:xfrm>
              <a:off x="345038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h8978"/>
            <p:cNvSpPr/>
            <p:nvPr/>
          </p:nvSpPr>
          <p:spPr>
            <a:xfrm>
              <a:off x="345982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h8979"/>
            <p:cNvSpPr/>
            <p:nvPr/>
          </p:nvSpPr>
          <p:spPr>
            <a:xfrm>
              <a:off x="346926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h8980"/>
            <p:cNvSpPr/>
            <p:nvPr/>
          </p:nvSpPr>
          <p:spPr>
            <a:xfrm>
              <a:off x="347870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h8981"/>
            <p:cNvSpPr/>
            <p:nvPr/>
          </p:nvSpPr>
          <p:spPr>
            <a:xfrm>
              <a:off x="348814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h8982"/>
            <p:cNvSpPr/>
            <p:nvPr/>
          </p:nvSpPr>
          <p:spPr>
            <a:xfrm>
              <a:off x="349758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h8983"/>
            <p:cNvSpPr/>
            <p:nvPr/>
          </p:nvSpPr>
          <p:spPr>
            <a:xfrm>
              <a:off x="350702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h8984"/>
            <p:cNvSpPr/>
            <p:nvPr/>
          </p:nvSpPr>
          <p:spPr>
            <a:xfrm>
              <a:off x="351646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h8985"/>
            <p:cNvSpPr/>
            <p:nvPr/>
          </p:nvSpPr>
          <p:spPr>
            <a:xfrm>
              <a:off x="352590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h8986"/>
            <p:cNvSpPr/>
            <p:nvPr/>
          </p:nvSpPr>
          <p:spPr>
            <a:xfrm>
              <a:off x="353534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h8987"/>
            <p:cNvSpPr/>
            <p:nvPr/>
          </p:nvSpPr>
          <p:spPr>
            <a:xfrm>
              <a:off x="354479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h8988"/>
            <p:cNvSpPr/>
            <p:nvPr/>
          </p:nvSpPr>
          <p:spPr>
            <a:xfrm>
              <a:off x="355423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h8989"/>
            <p:cNvSpPr/>
            <p:nvPr/>
          </p:nvSpPr>
          <p:spPr>
            <a:xfrm>
              <a:off x="356367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h8990"/>
            <p:cNvSpPr/>
            <p:nvPr/>
          </p:nvSpPr>
          <p:spPr>
            <a:xfrm>
              <a:off x="357311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h8991"/>
            <p:cNvSpPr/>
            <p:nvPr/>
          </p:nvSpPr>
          <p:spPr>
            <a:xfrm>
              <a:off x="358255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h8992"/>
            <p:cNvSpPr/>
            <p:nvPr/>
          </p:nvSpPr>
          <p:spPr>
            <a:xfrm>
              <a:off x="3591991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h8993"/>
            <p:cNvSpPr/>
            <p:nvPr/>
          </p:nvSpPr>
          <p:spPr>
            <a:xfrm>
              <a:off x="3601431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h8994"/>
            <p:cNvSpPr/>
            <p:nvPr/>
          </p:nvSpPr>
          <p:spPr>
            <a:xfrm>
              <a:off x="3610871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h8995"/>
            <p:cNvSpPr/>
            <p:nvPr/>
          </p:nvSpPr>
          <p:spPr>
            <a:xfrm>
              <a:off x="3620311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h8996"/>
            <p:cNvSpPr/>
            <p:nvPr/>
          </p:nvSpPr>
          <p:spPr>
            <a:xfrm>
              <a:off x="362975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h8997"/>
            <p:cNvSpPr/>
            <p:nvPr/>
          </p:nvSpPr>
          <p:spPr>
            <a:xfrm>
              <a:off x="363919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h8998"/>
            <p:cNvSpPr/>
            <p:nvPr/>
          </p:nvSpPr>
          <p:spPr>
            <a:xfrm>
              <a:off x="364863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h8999"/>
            <p:cNvSpPr/>
            <p:nvPr/>
          </p:nvSpPr>
          <p:spPr>
            <a:xfrm>
              <a:off x="365807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h9000"/>
            <p:cNvSpPr/>
            <p:nvPr/>
          </p:nvSpPr>
          <p:spPr>
            <a:xfrm>
              <a:off x="3676953" y="72706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122" y="896830"/>
                  </a:lnTo>
                  <a:lnTo>
                    <a:pt x="909106" y="897503"/>
                  </a:lnTo>
                  <a:lnTo>
                    <a:pt x="914400" y="90173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h9001"/>
            <p:cNvSpPr/>
            <p:nvPr/>
          </p:nvSpPr>
          <p:spPr>
            <a:xfrm>
              <a:off x="3686393" y="72706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1737"/>
                  </a:lnTo>
                  <a:lnTo>
                    <a:pt x="905235" y="901957"/>
                  </a:lnTo>
                  <a:lnTo>
                    <a:pt x="910667" y="906959"/>
                  </a:lnTo>
                  <a:lnTo>
                    <a:pt x="911133" y="907418"/>
                  </a:lnTo>
                  <a:lnTo>
                    <a:pt x="911604" y="907880"/>
                  </a:lnTo>
                  <a:lnTo>
                    <a:pt x="912074" y="908343"/>
                  </a:lnTo>
                  <a:lnTo>
                    <a:pt x="912545" y="908806"/>
                  </a:lnTo>
                  <a:lnTo>
                    <a:pt x="913015" y="909269"/>
                  </a:lnTo>
                  <a:lnTo>
                    <a:pt x="913486" y="909732"/>
                  </a:lnTo>
                  <a:lnTo>
                    <a:pt x="913956" y="910195"/>
                  </a:lnTo>
                  <a:lnTo>
                    <a:pt x="914400" y="91063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h9002"/>
            <p:cNvSpPr/>
            <p:nvPr/>
          </p:nvSpPr>
          <p:spPr>
            <a:xfrm>
              <a:off x="3686393" y="727069"/>
              <a:ext cx="918225" cy="914399"/>
            </a:xfrm>
            <a:custGeom>
              <a:avLst/>
              <a:pathLst>
                <a:path w="918225" h="914399">
                  <a:moveTo>
                    <a:pt x="914400" y="914399"/>
                  </a:moveTo>
                  <a:lnTo>
                    <a:pt x="914427" y="910658"/>
                  </a:lnTo>
                  <a:lnTo>
                    <a:pt x="914897" y="911121"/>
                  </a:lnTo>
                  <a:lnTo>
                    <a:pt x="915367" y="911584"/>
                  </a:lnTo>
                  <a:lnTo>
                    <a:pt x="915837" y="912047"/>
                  </a:lnTo>
                  <a:lnTo>
                    <a:pt x="916308" y="912510"/>
                  </a:lnTo>
                  <a:lnTo>
                    <a:pt x="916778" y="912973"/>
                  </a:lnTo>
                  <a:lnTo>
                    <a:pt x="917248" y="913437"/>
                  </a:lnTo>
                  <a:lnTo>
                    <a:pt x="917718" y="913900"/>
                  </a:lnTo>
                  <a:lnTo>
                    <a:pt x="918225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h9003"/>
            <p:cNvSpPr/>
            <p:nvPr/>
          </p:nvSpPr>
          <p:spPr>
            <a:xfrm>
              <a:off x="3299343" y="69193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977" y="931969"/>
                  </a:lnTo>
                  <a:lnTo>
                    <a:pt x="905590" y="921259"/>
                  </a:lnTo>
                  <a:lnTo>
                    <a:pt x="905531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h9004"/>
            <p:cNvSpPr/>
            <p:nvPr/>
          </p:nvSpPr>
          <p:spPr>
            <a:xfrm>
              <a:off x="329934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h9005"/>
            <p:cNvSpPr/>
            <p:nvPr/>
          </p:nvSpPr>
          <p:spPr>
            <a:xfrm>
              <a:off x="330878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h9006"/>
            <p:cNvSpPr/>
            <p:nvPr/>
          </p:nvSpPr>
          <p:spPr>
            <a:xfrm>
              <a:off x="331822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h9007"/>
            <p:cNvSpPr/>
            <p:nvPr/>
          </p:nvSpPr>
          <p:spPr>
            <a:xfrm>
              <a:off x="332766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h9008"/>
            <p:cNvSpPr/>
            <p:nvPr/>
          </p:nvSpPr>
          <p:spPr>
            <a:xfrm>
              <a:off x="333710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h9009"/>
            <p:cNvSpPr/>
            <p:nvPr/>
          </p:nvSpPr>
          <p:spPr>
            <a:xfrm>
              <a:off x="334654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h9010"/>
            <p:cNvSpPr/>
            <p:nvPr/>
          </p:nvSpPr>
          <p:spPr>
            <a:xfrm>
              <a:off x="335598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h9011"/>
            <p:cNvSpPr/>
            <p:nvPr/>
          </p:nvSpPr>
          <p:spPr>
            <a:xfrm>
              <a:off x="336542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h9012"/>
            <p:cNvSpPr/>
            <p:nvPr/>
          </p:nvSpPr>
          <p:spPr>
            <a:xfrm>
              <a:off x="337486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h9013"/>
            <p:cNvSpPr/>
            <p:nvPr/>
          </p:nvSpPr>
          <p:spPr>
            <a:xfrm>
              <a:off x="338430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h9014"/>
            <p:cNvSpPr/>
            <p:nvPr/>
          </p:nvSpPr>
          <p:spPr>
            <a:xfrm>
              <a:off x="339374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h9015"/>
            <p:cNvSpPr/>
            <p:nvPr/>
          </p:nvSpPr>
          <p:spPr>
            <a:xfrm>
              <a:off x="340318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h9016"/>
            <p:cNvSpPr/>
            <p:nvPr/>
          </p:nvSpPr>
          <p:spPr>
            <a:xfrm>
              <a:off x="341262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h9017"/>
            <p:cNvSpPr/>
            <p:nvPr/>
          </p:nvSpPr>
          <p:spPr>
            <a:xfrm>
              <a:off x="342206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h9018"/>
            <p:cNvSpPr/>
            <p:nvPr/>
          </p:nvSpPr>
          <p:spPr>
            <a:xfrm>
              <a:off x="343150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h9019"/>
            <p:cNvSpPr/>
            <p:nvPr/>
          </p:nvSpPr>
          <p:spPr>
            <a:xfrm>
              <a:off x="344094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h9020"/>
            <p:cNvSpPr/>
            <p:nvPr/>
          </p:nvSpPr>
          <p:spPr>
            <a:xfrm>
              <a:off x="345038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h9021"/>
            <p:cNvSpPr/>
            <p:nvPr/>
          </p:nvSpPr>
          <p:spPr>
            <a:xfrm>
              <a:off x="345982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h9022"/>
            <p:cNvSpPr/>
            <p:nvPr/>
          </p:nvSpPr>
          <p:spPr>
            <a:xfrm>
              <a:off x="3469268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h9023"/>
            <p:cNvSpPr/>
            <p:nvPr/>
          </p:nvSpPr>
          <p:spPr>
            <a:xfrm>
              <a:off x="3478708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h9024"/>
            <p:cNvSpPr/>
            <p:nvPr/>
          </p:nvSpPr>
          <p:spPr>
            <a:xfrm>
              <a:off x="3488148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h9025"/>
            <p:cNvSpPr/>
            <p:nvPr/>
          </p:nvSpPr>
          <p:spPr>
            <a:xfrm>
              <a:off x="3497588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h9026"/>
            <p:cNvSpPr/>
            <p:nvPr/>
          </p:nvSpPr>
          <p:spPr>
            <a:xfrm>
              <a:off x="350702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h9027"/>
            <p:cNvSpPr/>
            <p:nvPr/>
          </p:nvSpPr>
          <p:spPr>
            <a:xfrm>
              <a:off x="351646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h9028"/>
            <p:cNvSpPr/>
            <p:nvPr/>
          </p:nvSpPr>
          <p:spPr>
            <a:xfrm>
              <a:off x="352590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h9029"/>
            <p:cNvSpPr/>
            <p:nvPr/>
          </p:nvSpPr>
          <p:spPr>
            <a:xfrm>
              <a:off x="353534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h9030"/>
            <p:cNvSpPr/>
            <p:nvPr/>
          </p:nvSpPr>
          <p:spPr>
            <a:xfrm>
              <a:off x="3544790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h9031"/>
            <p:cNvSpPr/>
            <p:nvPr/>
          </p:nvSpPr>
          <p:spPr>
            <a:xfrm>
              <a:off x="3554230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h9032"/>
            <p:cNvSpPr/>
            <p:nvPr/>
          </p:nvSpPr>
          <p:spPr>
            <a:xfrm>
              <a:off x="3563670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h9033"/>
            <p:cNvSpPr/>
            <p:nvPr/>
          </p:nvSpPr>
          <p:spPr>
            <a:xfrm>
              <a:off x="3573110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h9034"/>
            <p:cNvSpPr/>
            <p:nvPr/>
          </p:nvSpPr>
          <p:spPr>
            <a:xfrm>
              <a:off x="3582550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h9035"/>
            <p:cNvSpPr/>
            <p:nvPr/>
          </p:nvSpPr>
          <p:spPr>
            <a:xfrm>
              <a:off x="3591991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h9036"/>
            <p:cNvSpPr/>
            <p:nvPr/>
          </p:nvSpPr>
          <p:spPr>
            <a:xfrm>
              <a:off x="3601431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h9037"/>
            <p:cNvSpPr/>
            <p:nvPr/>
          </p:nvSpPr>
          <p:spPr>
            <a:xfrm>
              <a:off x="3610871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h9038"/>
            <p:cNvSpPr/>
            <p:nvPr/>
          </p:nvSpPr>
          <p:spPr>
            <a:xfrm>
              <a:off x="3620311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h9039"/>
            <p:cNvSpPr/>
            <p:nvPr/>
          </p:nvSpPr>
          <p:spPr>
            <a:xfrm>
              <a:off x="3639192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95" y="896830"/>
                  </a:lnTo>
                  <a:lnTo>
                    <a:pt x="914400" y="89965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h9040"/>
            <p:cNvSpPr/>
            <p:nvPr/>
          </p:nvSpPr>
          <p:spPr>
            <a:xfrm>
              <a:off x="3648632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657"/>
                  </a:lnTo>
                  <a:lnTo>
                    <a:pt x="905444" y="900278"/>
                  </a:lnTo>
                  <a:lnTo>
                    <a:pt x="914117" y="902967"/>
                  </a:lnTo>
                  <a:lnTo>
                    <a:pt x="914400" y="9030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h9041"/>
            <p:cNvSpPr/>
            <p:nvPr/>
          </p:nvSpPr>
          <p:spPr>
            <a:xfrm>
              <a:off x="3658072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069"/>
                  </a:lnTo>
                  <a:lnTo>
                    <a:pt x="910626" y="905118"/>
                  </a:lnTo>
                  <a:lnTo>
                    <a:pt x="914400" y="90687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h9042"/>
            <p:cNvSpPr/>
            <p:nvPr/>
          </p:nvSpPr>
          <p:spPr>
            <a:xfrm>
              <a:off x="3667513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877"/>
                  </a:lnTo>
                  <a:lnTo>
                    <a:pt x="907066" y="907858"/>
                  </a:lnTo>
                  <a:lnTo>
                    <a:pt x="912858" y="911180"/>
                  </a:lnTo>
                  <a:lnTo>
                    <a:pt x="914400" y="91223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h9043"/>
            <p:cNvSpPr/>
            <p:nvPr/>
          </p:nvSpPr>
          <p:spPr>
            <a:xfrm>
              <a:off x="3667513" y="709499"/>
              <a:ext cx="917562" cy="914400"/>
            </a:xfrm>
            <a:custGeom>
              <a:avLst/>
              <a:pathLst>
                <a:path w="917562" h="914400">
                  <a:moveTo>
                    <a:pt x="914400" y="914400"/>
                  </a:moveTo>
                  <a:lnTo>
                    <a:pt x="914400" y="912235"/>
                  </a:lnTo>
                  <a:lnTo>
                    <a:pt x="917562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h9044"/>
            <p:cNvSpPr/>
            <p:nvPr/>
          </p:nvSpPr>
          <p:spPr>
            <a:xfrm>
              <a:off x="3299343" y="67436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1" y="931969"/>
                  </a:lnTo>
                  <a:lnTo>
                    <a:pt x="905497" y="928095"/>
                  </a:lnTo>
                  <a:lnTo>
                    <a:pt x="905698" y="917366"/>
                  </a:lnTo>
                  <a:lnTo>
                    <a:pt x="905835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h9045"/>
            <p:cNvSpPr/>
            <p:nvPr/>
          </p:nvSpPr>
          <p:spPr>
            <a:xfrm>
              <a:off x="329934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h9046"/>
            <p:cNvSpPr/>
            <p:nvPr/>
          </p:nvSpPr>
          <p:spPr>
            <a:xfrm>
              <a:off x="330878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h9047"/>
            <p:cNvSpPr/>
            <p:nvPr/>
          </p:nvSpPr>
          <p:spPr>
            <a:xfrm>
              <a:off x="331822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h9048"/>
            <p:cNvSpPr/>
            <p:nvPr/>
          </p:nvSpPr>
          <p:spPr>
            <a:xfrm>
              <a:off x="332766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h9049"/>
            <p:cNvSpPr/>
            <p:nvPr/>
          </p:nvSpPr>
          <p:spPr>
            <a:xfrm>
              <a:off x="333710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h9050"/>
            <p:cNvSpPr/>
            <p:nvPr/>
          </p:nvSpPr>
          <p:spPr>
            <a:xfrm>
              <a:off x="334654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h9051"/>
            <p:cNvSpPr/>
            <p:nvPr/>
          </p:nvSpPr>
          <p:spPr>
            <a:xfrm>
              <a:off x="335598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h9052"/>
            <p:cNvSpPr/>
            <p:nvPr/>
          </p:nvSpPr>
          <p:spPr>
            <a:xfrm>
              <a:off x="336542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h9053"/>
            <p:cNvSpPr/>
            <p:nvPr/>
          </p:nvSpPr>
          <p:spPr>
            <a:xfrm>
              <a:off x="337486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h9054"/>
            <p:cNvSpPr/>
            <p:nvPr/>
          </p:nvSpPr>
          <p:spPr>
            <a:xfrm>
              <a:off x="338430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h9055"/>
            <p:cNvSpPr/>
            <p:nvPr/>
          </p:nvSpPr>
          <p:spPr>
            <a:xfrm>
              <a:off x="339374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h9056"/>
            <p:cNvSpPr/>
            <p:nvPr/>
          </p:nvSpPr>
          <p:spPr>
            <a:xfrm>
              <a:off x="340318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h9057"/>
            <p:cNvSpPr/>
            <p:nvPr/>
          </p:nvSpPr>
          <p:spPr>
            <a:xfrm>
              <a:off x="341262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h9058"/>
            <p:cNvSpPr/>
            <p:nvPr/>
          </p:nvSpPr>
          <p:spPr>
            <a:xfrm>
              <a:off x="342206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h9059"/>
            <p:cNvSpPr/>
            <p:nvPr/>
          </p:nvSpPr>
          <p:spPr>
            <a:xfrm>
              <a:off x="3431507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h9060"/>
            <p:cNvSpPr/>
            <p:nvPr/>
          </p:nvSpPr>
          <p:spPr>
            <a:xfrm>
              <a:off x="3440947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h9061"/>
            <p:cNvSpPr/>
            <p:nvPr/>
          </p:nvSpPr>
          <p:spPr>
            <a:xfrm>
              <a:off x="3450387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h9062"/>
            <p:cNvSpPr/>
            <p:nvPr/>
          </p:nvSpPr>
          <p:spPr>
            <a:xfrm>
              <a:off x="3459827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h9063"/>
            <p:cNvSpPr/>
            <p:nvPr/>
          </p:nvSpPr>
          <p:spPr>
            <a:xfrm>
              <a:off x="3469268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h9064"/>
            <p:cNvSpPr/>
            <p:nvPr/>
          </p:nvSpPr>
          <p:spPr>
            <a:xfrm>
              <a:off x="3478708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h9065"/>
            <p:cNvSpPr/>
            <p:nvPr/>
          </p:nvSpPr>
          <p:spPr>
            <a:xfrm>
              <a:off x="3488148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h9066"/>
            <p:cNvSpPr/>
            <p:nvPr/>
          </p:nvSpPr>
          <p:spPr>
            <a:xfrm>
              <a:off x="3497588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h9067"/>
            <p:cNvSpPr/>
            <p:nvPr/>
          </p:nvSpPr>
          <p:spPr>
            <a:xfrm>
              <a:off x="350702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h9068"/>
            <p:cNvSpPr/>
            <p:nvPr/>
          </p:nvSpPr>
          <p:spPr>
            <a:xfrm>
              <a:off x="351646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h9069"/>
            <p:cNvSpPr/>
            <p:nvPr/>
          </p:nvSpPr>
          <p:spPr>
            <a:xfrm>
              <a:off x="352590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h9070"/>
            <p:cNvSpPr/>
            <p:nvPr/>
          </p:nvSpPr>
          <p:spPr>
            <a:xfrm>
              <a:off x="353534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h9071"/>
            <p:cNvSpPr/>
            <p:nvPr/>
          </p:nvSpPr>
          <p:spPr>
            <a:xfrm>
              <a:off x="3544790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h9072"/>
            <p:cNvSpPr/>
            <p:nvPr/>
          </p:nvSpPr>
          <p:spPr>
            <a:xfrm>
              <a:off x="3554230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h9073"/>
            <p:cNvSpPr/>
            <p:nvPr/>
          </p:nvSpPr>
          <p:spPr>
            <a:xfrm>
              <a:off x="3563670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h9074"/>
            <p:cNvSpPr/>
            <p:nvPr/>
          </p:nvSpPr>
          <p:spPr>
            <a:xfrm>
              <a:off x="3573110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h9075"/>
            <p:cNvSpPr/>
            <p:nvPr/>
          </p:nvSpPr>
          <p:spPr>
            <a:xfrm>
              <a:off x="3582550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h9076"/>
            <p:cNvSpPr/>
            <p:nvPr/>
          </p:nvSpPr>
          <p:spPr>
            <a:xfrm>
              <a:off x="3591991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h9077"/>
            <p:cNvSpPr/>
            <p:nvPr/>
          </p:nvSpPr>
          <p:spPr>
            <a:xfrm>
              <a:off x="3601431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h9078"/>
            <p:cNvSpPr/>
            <p:nvPr/>
          </p:nvSpPr>
          <p:spPr>
            <a:xfrm>
              <a:off x="3610871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h9079"/>
            <p:cNvSpPr/>
            <p:nvPr/>
          </p:nvSpPr>
          <p:spPr>
            <a:xfrm>
              <a:off x="3629752" y="69193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4" y="896830"/>
                  </a:lnTo>
                  <a:lnTo>
                    <a:pt x="914400" y="898115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h9080"/>
            <p:cNvSpPr/>
            <p:nvPr/>
          </p:nvSpPr>
          <p:spPr>
            <a:xfrm>
              <a:off x="3629752" y="691930"/>
              <a:ext cx="921635" cy="914400"/>
            </a:xfrm>
            <a:custGeom>
              <a:avLst/>
              <a:pathLst>
                <a:path w="921635" h="914400">
                  <a:moveTo>
                    <a:pt x="914400" y="914400"/>
                  </a:moveTo>
                  <a:lnTo>
                    <a:pt x="914400" y="898115"/>
                  </a:lnTo>
                  <a:lnTo>
                    <a:pt x="915320" y="899948"/>
                  </a:lnTo>
                  <a:lnTo>
                    <a:pt x="919205" y="908568"/>
                  </a:lnTo>
                  <a:lnTo>
                    <a:pt x="921480" y="914201"/>
                  </a:lnTo>
                  <a:lnTo>
                    <a:pt x="92163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h9081"/>
            <p:cNvSpPr/>
            <p:nvPr/>
          </p:nvSpPr>
          <p:spPr>
            <a:xfrm>
              <a:off x="3741834" y="1793312"/>
              <a:ext cx="930016" cy="1227704"/>
            </a:xfrm>
            <a:custGeom>
              <a:avLst/>
              <a:pathLst>
                <a:path w="930016" h="1227704">
                  <a:moveTo>
                    <a:pt x="914400" y="914400"/>
                  </a:moveTo>
                  <a:lnTo>
                    <a:pt x="905217" y="939176"/>
                  </a:lnTo>
                  <a:lnTo>
                    <a:pt x="892569" y="943362"/>
                  </a:lnTo>
                  <a:lnTo>
                    <a:pt x="880437" y="951615"/>
                  </a:lnTo>
                  <a:lnTo>
                    <a:pt x="876104" y="1030010"/>
                  </a:lnTo>
                  <a:lnTo>
                    <a:pt x="898193" y="1059796"/>
                  </a:lnTo>
                  <a:lnTo>
                    <a:pt x="886060" y="1063966"/>
                  </a:lnTo>
                  <a:lnTo>
                    <a:pt x="874961" y="1072888"/>
                  </a:lnTo>
                  <a:lnTo>
                    <a:pt x="867032" y="1086082"/>
                  </a:lnTo>
                  <a:lnTo>
                    <a:pt x="858920" y="1114479"/>
                  </a:lnTo>
                  <a:lnTo>
                    <a:pt x="828442" y="1130573"/>
                  </a:lnTo>
                  <a:lnTo>
                    <a:pt x="816900" y="1142481"/>
                  </a:lnTo>
                  <a:lnTo>
                    <a:pt x="799881" y="1168973"/>
                  </a:lnTo>
                  <a:lnTo>
                    <a:pt x="791013" y="1207424"/>
                  </a:lnTo>
                  <a:lnTo>
                    <a:pt x="773773" y="1223827"/>
                  </a:lnTo>
                  <a:lnTo>
                    <a:pt x="754413" y="1227704"/>
                  </a:lnTo>
                  <a:lnTo>
                    <a:pt x="765771" y="1196202"/>
                  </a:lnTo>
                  <a:lnTo>
                    <a:pt x="780650" y="1170534"/>
                  </a:lnTo>
                  <a:lnTo>
                    <a:pt x="766343" y="1152930"/>
                  </a:lnTo>
                  <a:lnTo>
                    <a:pt x="757732" y="1125374"/>
                  </a:lnTo>
                  <a:lnTo>
                    <a:pt x="746614" y="1104236"/>
                  </a:lnTo>
                  <a:lnTo>
                    <a:pt x="755464" y="1080626"/>
                  </a:lnTo>
                  <a:lnTo>
                    <a:pt x="751113" y="1041935"/>
                  </a:lnTo>
                  <a:lnTo>
                    <a:pt x="752551" y="1004170"/>
                  </a:lnTo>
                  <a:lnTo>
                    <a:pt x="765458" y="985108"/>
                  </a:lnTo>
                  <a:lnTo>
                    <a:pt x="780245" y="969562"/>
                  </a:lnTo>
                  <a:lnTo>
                    <a:pt x="803274" y="933822"/>
                  </a:lnTo>
                  <a:lnTo>
                    <a:pt x="828239" y="907914"/>
                  </a:lnTo>
                  <a:lnTo>
                    <a:pt x="863068" y="896263"/>
                  </a:lnTo>
                  <a:lnTo>
                    <a:pt x="878796" y="907004"/>
                  </a:lnTo>
                  <a:lnTo>
                    <a:pt x="885581" y="883446"/>
                  </a:lnTo>
                  <a:lnTo>
                    <a:pt x="896810" y="878076"/>
                  </a:lnTo>
                  <a:lnTo>
                    <a:pt x="907356" y="883515"/>
                  </a:lnTo>
                  <a:lnTo>
                    <a:pt x="930016" y="9060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h9082"/>
            <p:cNvSpPr/>
            <p:nvPr/>
          </p:nvSpPr>
          <p:spPr>
            <a:xfrm>
              <a:off x="3266688" y="2345679"/>
              <a:ext cx="1035334" cy="914400"/>
            </a:xfrm>
            <a:custGeom>
              <a:avLst/>
              <a:pathLst>
                <a:path w="1035334" h="914400">
                  <a:moveTo>
                    <a:pt x="914400" y="914400"/>
                  </a:moveTo>
                  <a:lnTo>
                    <a:pt x="905807" y="913147"/>
                  </a:lnTo>
                  <a:lnTo>
                    <a:pt x="900073" y="889555"/>
                  </a:lnTo>
                  <a:lnTo>
                    <a:pt x="898727" y="828850"/>
                  </a:lnTo>
                  <a:lnTo>
                    <a:pt x="902157" y="798858"/>
                  </a:lnTo>
                  <a:lnTo>
                    <a:pt x="943329" y="690676"/>
                  </a:lnTo>
                  <a:lnTo>
                    <a:pt x="961711" y="681840"/>
                  </a:lnTo>
                  <a:lnTo>
                    <a:pt x="987561" y="615542"/>
                  </a:lnTo>
                  <a:lnTo>
                    <a:pt x="994531" y="586047"/>
                  </a:lnTo>
                  <a:lnTo>
                    <a:pt x="1005741" y="559486"/>
                  </a:lnTo>
                  <a:lnTo>
                    <a:pt x="1012360" y="535740"/>
                  </a:lnTo>
                  <a:lnTo>
                    <a:pt x="1017910" y="526148"/>
                  </a:lnTo>
                  <a:lnTo>
                    <a:pt x="1029969" y="530644"/>
                  </a:lnTo>
                  <a:lnTo>
                    <a:pt x="1035334" y="535019"/>
                  </a:lnTo>
                  <a:lnTo>
                    <a:pt x="1022630" y="548848"/>
                  </a:lnTo>
                  <a:lnTo>
                    <a:pt x="1024105" y="566847"/>
                  </a:lnTo>
                  <a:lnTo>
                    <a:pt x="1023220" y="574311"/>
                  </a:lnTo>
                  <a:lnTo>
                    <a:pt x="991157" y="652603"/>
                  </a:lnTo>
                  <a:lnTo>
                    <a:pt x="982583" y="703442"/>
                  </a:lnTo>
                  <a:lnTo>
                    <a:pt x="971207" y="715847"/>
                  </a:lnTo>
                  <a:lnTo>
                    <a:pt x="924098" y="89671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h9083"/>
            <p:cNvSpPr/>
            <p:nvPr/>
          </p:nvSpPr>
          <p:spPr>
            <a:xfrm>
              <a:off x="2321447" y="1407686"/>
              <a:ext cx="2334160" cy="2166470"/>
            </a:xfrm>
            <a:custGeom>
              <a:avLst/>
              <a:pathLst>
                <a:path w="2334160" h="2166470">
                  <a:moveTo>
                    <a:pt x="914400" y="914400"/>
                  </a:moveTo>
                  <a:lnTo>
                    <a:pt x="928154" y="920199"/>
                  </a:lnTo>
                  <a:lnTo>
                    <a:pt x="946887" y="908583"/>
                  </a:lnTo>
                  <a:lnTo>
                    <a:pt x="959997" y="876051"/>
                  </a:lnTo>
                  <a:lnTo>
                    <a:pt x="967482" y="827237"/>
                  </a:lnTo>
                  <a:lnTo>
                    <a:pt x="976222" y="780739"/>
                  </a:lnTo>
                  <a:lnTo>
                    <a:pt x="965878" y="730998"/>
                  </a:lnTo>
                  <a:lnTo>
                    <a:pt x="954834" y="687313"/>
                  </a:lnTo>
                  <a:lnTo>
                    <a:pt x="954060" y="674479"/>
                  </a:lnTo>
                  <a:lnTo>
                    <a:pt x="983044" y="637624"/>
                  </a:lnTo>
                  <a:lnTo>
                    <a:pt x="991913" y="607649"/>
                  </a:lnTo>
                  <a:lnTo>
                    <a:pt x="1001519" y="579115"/>
                  </a:lnTo>
                  <a:lnTo>
                    <a:pt x="1012121" y="569404"/>
                  </a:lnTo>
                  <a:lnTo>
                    <a:pt x="1027904" y="567190"/>
                  </a:lnTo>
                  <a:lnTo>
                    <a:pt x="1046286" y="561820"/>
                  </a:lnTo>
                  <a:lnTo>
                    <a:pt x="1069463" y="542723"/>
                  </a:lnTo>
                  <a:lnTo>
                    <a:pt x="1090242" y="517140"/>
                  </a:lnTo>
                  <a:lnTo>
                    <a:pt x="1106117" y="493685"/>
                  </a:lnTo>
                  <a:lnTo>
                    <a:pt x="1111501" y="447273"/>
                  </a:lnTo>
                  <a:lnTo>
                    <a:pt x="1111723" y="423955"/>
                  </a:lnTo>
                  <a:lnTo>
                    <a:pt x="1118711" y="406643"/>
                  </a:lnTo>
                  <a:lnTo>
                    <a:pt x="1125477" y="372825"/>
                  </a:lnTo>
                  <a:lnTo>
                    <a:pt x="1118895" y="339469"/>
                  </a:lnTo>
                  <a:lnTo>
                    <a:pt x="1098410" y="288870"/>
                  </a:lnTo>
                  <a:lnTo>
                    <a:pt x="1073740" y="217716"/>
                  </a:lnTo>
                  <a:lnTo>
                    <a:pt x="1069963" y="179814"/>
                  </a:lnTo>
                  <a:lnTo>
                    <a:pt x="1998100" y="179814"/>
                  </a:lnTo>
                  <a:lnTo>
                    <a:pt x="1998552" y="184790"/>
                  </a:lnTo>
                  <a:lnTo>
                    <a:pt x="1996671" y="196732"/>
                  </a:lnTo>
                  <a:lnTo>
                    <a:pt x="2011016" y="245821"/>
                  </a:lnTo>
                  <a:lnTo>
                    <a:pt x="2007679" y="263031"/>
                  </a:lnTo>
                  <a:lnTo>
                    <a:pt x="2005743" y="284958"/>
                  </a:lnTo>
                  <a:lnTo>
                    <a:pt x="2026301" y="306028"/>
                  </a:lnTo>
                  <a:lnTo>
                    <a:pt x="2044647" y="305685"/>
                  </a:lnTo>
                  <a:lnTo>
                    <a:pt x="2063232" y="305359"/>
                  </a:lnTo>
                  <a:lnTo>
                    <a:pt x="2070331" y="310644"/>
                  </a:lnTo>
                  <a:lnTo>
                    <a:pt x="2077448" y="325554"/>
                  </a:lnTo>
                  <a:lnTo>
                    <a:pt x="2083182" y="343158"/>
                  </a:lnTo>
                  <a:lnTo>
                    <a:pt x="2098486" y="341700"/>
                  </a:lnTo>
                  <a:lnTo>
                    <a:pt x="2122916" y="327373"/>
                  </a:lnTo>
                  <a:lnTo>
                    <a:pt x="2138810" y="323959"/>
                  </a:lnTo>
                  <a:lnTo>
                    <a:pt x="2149301" y="351497"/>
                  </a:lnTo>
                  <a:lnTo>
                    <a:pt x="2177843" y="387872"/>
                  </a:lnTo>
                  <a:lnTo>
                    <a:pt x="2194455" y="404172"/>
                  </a:lnTo>
                  <a:lnTo>
                    <a:pt x="2222684" y="412751"/>
                  </a:lnTo>
                  <a:lnTo>
                    <a:pt x="2252424" y="442109"/>
                  </a:lnTo>
                  <a:lnTo>
                    <a:pt x="2248257" y="477488"/>
                  </a:lnTo>
                  <a:lnTo>
                    <a:pt x="2260666" y="489310"/>
                  </a:lnTo>
                  <a:lnTo>
                    <a:pt x="2295754" y="503277"/>
                  </a:lnTo>
                  <a:lnTo>
                    <a:pt x="2308162" y="522116"/>
                  </a:lnTo>
                  <a:lnTo>
                    <a:pt x="2314118" y="538176"/>
                  </a:lnTo>
                  <a:lnTo>
                    <a:pt x="2323355" y="551491"/>
                  </a:lnTo>
                  <a:lnTo>
                    <a:pt x="2334160" y="591726"/>
                  </a:lnTo>
                  <a:lnTo>
                    <a:pt x="2330399" y="616520"/>
                  </a:lnTo>
                  <a:lnTo>
                    <a:pt x="2316257" y="625047"/>
                  </a:lnTo>
                  <a:lnTo>
                    <a:pt x="2282865" y="651608"/>
                  </a:lnTo>
                  <a:lnTo>
                    <a:pt x="2267986" y="671442"/>
                  </a:lnTo>
                  <a:lnTo>
                    <a:pt x="2256315" y="683796"/>
                  </a:lnTo>
                  <a:lnTo>
                    <a:pt x="2223145" y="710288"/>
                  </a:lnTo>
                  <a:lnTo>
                    <a:pt x="2210994" y="715041"/>
                  </a:lnTo>
                  <a:lnTo>
                    <a:pt x="2199360" y="728819"/>
                  </a:lnTo>
                  <a:lnTo>
                    <a:pt x="2188113" y="734841"/>
                  </a:lnTo>
                  <a:lnTo>
                    <a:pt x="2178046" y="731375"/>
                  </a:lnTo>
                  <a:lnTo>
                    <a:pt x="2140414" y="756323"/>
                  </a:lnTo>
                  <a:lnTo>
                    <a:pt x="2143345" y="766978"/>
                  </a:lnTo>
                  <a:lnTo>
                    <a:pt x="2172201" y="771491"/>
                  </a:lnTo>
                  <a:lnTo>
                    <a:pt x="2186914" y="766137"/>
                  </a:lnTo>
                  <a:lnTo>
                    <a:pt x="2198235" y="753595"/>
                  </a:lnTo>
                  <a:lnTo>
                    <a:pt x="2210607" y="750712"/>
                  </a:lnTo>
                  <a:lnTo>
                    <a:pt x="2221891" y="753080"/>
                  </a:lnTo>
                  <a:lnTo>
                    <a:pt x="2233857" y="743197"/>
                  </a:lnTo>
                  <a:lnTo>
                    <a:pt x="2243242" y="739251"/>
                  </a:lnTo>
                  <a:lnTo>
                    <a:pt x="2252941" y="743986"/>
                  </a:lnTo>
                  <a:lnTo>
                    <a:pt x="2263764" y="767681"/>
                  </a:lnTo>
                  <a:lnTo>
                    <a:pt x="2241306" y="780018"/>
                  </a:lnTo>
                  <a:lnTo>
                    <a:pt x="2225376" y="780584"/>
                  </a:lnTo>
                  <a:lnTo>
                    <a:pt x="2217595" y="819447"/>
                  </a:lnTo>
                  <a:lnTo>
                    <a:pt x="2207952" y="836142"/>
                  </a:lnTo>
                  <a:lnTo>
                    <a:pt x="2201038" y="844172"/>
                  </a:lnTo>
                  <a:lnTo>
                    <a:pt x="2165692" y="860712"/>
                  </a:lnTo>
                  <a:lnTo>
                    <a:pt x="2142368" y="881679"/>
                  </a:lnTo>
                  <a:lnTo>
                    <a:pt x="2114877" y="898563"/>
                  </a:lnTo>
                  <a:lnTo>
                    <a:pt x="2102874" y="894891"/>
                  </a:lnTo>
                  <a:lnTo>
                    <a:pt x="2084786" y="912049"/>
                  </a:lnTo>
                  <a:lnTo>
                    <a:pt x="2044592" y="932364"/>
                  </a:lnTo>
                  <a:lnTo>
                    <a:pt x="2023996" y="959731"/>
                  </a:lnTo>
                  <a:lnTo>
                    <a:pt x="1977772" y="984215"/>
                  </a:lnTo>
                  <a:lnTo>
                    <a:pt x="1954227" y="1004136"/>
                  </a:lnTo>
                  <a:lnTo>
                    <a:pt x="1890266" y="1005182"/>
                  </a:lnTo>
                  <a:lnTo>
                    <a:pt x="1829181" y="1000807"/>
                  </a:lnTo>
                  <a:lnTo>
                    <a:pt x="1810005" y="1010278"/>
                  </a:lnTo>
                  <a:lnTo>
                    <a:pt x="1829605" y="1013212"/>
                  </a:lnTo>
                  <a:lnTo>
                    <a:pt x="1843341" y="1022512"/>
                  </a:lnTo>
                  <a:lnTo>
                    <a:pt x="1859806" y="1018634"/>
                  </a:lnTo>
                  <a:lnTo>
                    <a:pt x="1898508" y="1023284"/>
                  </a:lnTo>
                  <a:lnTo>
                    <a:pt x="1918421" y="1028346"/>
                  </a:lnTo>
                  <a:lnTo>
                    <a:pt x="1943976" y="1060912"/>
                  </a:lnTo>
                  <a:lnTo>
                    <a:pt x="1925187" y="1072493"/>
                  </a:lnTo>
                  <a:lnTo>
                    <a:pt x="1892644" y="1081381"/>
                  </a:lnTo>
                  <a:lnTo>
                    <a:pt x="1904850" y="1127570"/>
                  </a:lnTo>
                  <a:lnTo>
                    <a:pt x="1914917" y="1158712"/>
                  </a:lnTo>
                  <a:lnTo>
                    <a:pt x="1901734" y="1177500"/>
                  </a:lnTo>
                  <a:lnTo>
                    <a:pt x="1900757" y="1262981"/>
                  </a:lnTo>
                  <a:lnTo>
                    <a:pt x="1882264" y="1264611"/>
                  </a:lnTo>
                  <a:lnTo>
                    <a:pt x="1874409" y="1299974"/>
                  </a:lnTo>
                  <a:lnTo>
                    <a:pt x="1880236" y="1318007"/>
                  </a:lnTo>
                  <a:lnTo>
                    <a:pt x="1879775" y="1359890"/>
                  </a:lnTo>
                  <a:lnTo>
                    <a:pt x="1883628" y="1385695"/>
                  </a:lnTo>
                  <a:lnTo>
                    <a:pt x="1892700" y="1409459"/>
                  </a:lnTo>
                  <a:lnTo>
                    <a:pt x="1888662" y="1434235"/>
                  </a:lnTo>
                  <a:lnTo>
                    <a:pt x="1859419" y="1492229"/>
                  </a:lnTo>
                  <a:lnTo>
                    <a:pt x="1860083" y="1519442"/>
                  </a:lnTo>
                  <a:lnTo>
                    <a:pt x="1865338" y="1535605"/>
                  </a:lnTo>
                  <a:lnTo>
                    <a:pt x="1869228" y="1561445"/>
                  </a:lnTo>
                  <a:lnTo>
                    <a:pt x="1855934" y="1611117"/>
                  </a:lnTo>
                  <a:lnTo>
                    <a:pt x="1846549" y="1652622"/>
                  </a:lnTo>
                  <a:lnTo>
                    <a:pt x="1835394" y="1687556"/>
                  </a:lnTo>
                  <a:lnTo>
                    <a:pt x="1810429" y="1729473"/>
                  </a:lnTo>
                  <a:lnTo>
                    <a:pt x="1798002" y="1760803"/>
                  </a:lnTo>
                  <a:lnTo>
                    <a:pt x="1768926" y="1858570"/>
                  </a:lnTo>
                  <a:lnTo>
                    <a:pt x="1754507" y="1877975"/>
                  </a:lnTo>
                  <a:lnTo>
                    <a:pt x="1736825" y="1892886"/>
                  </a:lnTo>
                  <a:lnTo>
                    <a:pt x="1717115" y="1879091"/>
                  </a:lnTo>
                  <a:lnTo>
                    <a:pt x="1699046" y="1871575"/>
                  </a:lnTo>
                  <a:lnTo>
                    <a:pt x="1676975" y="1872485"/>
                  </a:lnTo>
                  <a:lnTo>
                    <a:pt x="1642404" y="1883792"/>
                  </a:lnTo>
                  <a:lnTo>
                    <a:pt x="1590409" y="1876277"/>
                  </a:lnTo>
                  <a:lnTo>
                    <a:pt x="1539594" y="1879897"/>
                  </a:lnTo>
                  <a:lnTo>
                    <a:pt x="1526743" y="1889660"/>
                  </a:lnTo>
                  <a:lnTo>
                    <a:pt x="1534450" y="1925143"/>
                  </a:lnTo>
                  <a:lnTo>
                    <a:pt x="1515717" y="1929792"/>
                  </a:lnTo>
                  <a:lnTo>
                    <a:pt x="1497408" y="1919704"/>
                  </a:lnTo>
                  <a:lnTo>
                    <a:pt x="1481293" y="1931748"/>
                  </a:lnTo>
                  <a:lnTo>
                    <a:pt x="1467834" y="1944960"/>
                  </a:lnTo>
                  <a:lnTo>
                    <a:pt x="1441394" y="1976308"/>
                  </a:lnTo>
                  <a:lnTo>
                    <a:pt x="1432543" y="1995611"/>
                  </a:lnTo>
                  <a:lnTo>
                    <a:pt x="1430257" y="2031968"/>
                  </a:lnTo>
                  <a:lnTo>
                    <a:pt x="1444141" y="2064569"/>
                  </a:lnTo>
                  <a:lnTo>
                    <a:pt x="1456457" y="2102745"/>
                  </a:lnTo>
                  <a:lnTo>
                    <a:pt x="1424744" y="2148814"/>
                  </a:lnTo>
                  <a:lnTo>
                    <a:pt x="1407044" y="2150376"/>
                  </a:lnTo>
                  <a:lnTo>
                    <a:pt x="1355380" y="2137593"/>
                  </a:lnTo>
                  <a:lnTo>
                    <a:pt x="1263817" y="2166470"/>
                  </a:lnTo>
                  <a:lnTo>
                    <a:pt x="1181584" y="2143633"/>
                  </a:lnTo>
                  <a:lnTo>
                    <a:pt x="1191928" y="2118959"/>
                  </a:lnTo>
                  <a:lnTo>
                    <a:pt x="1191577" y="2100823"/>
                  </a:lnTo>
                  <a:lnTo>
                    <a:pt x="1196224" y="2072924"/>
                  </a:lnTo>
                  <a:lnTo>
                    <a:pt x="1198990" y="2044391"/>
                  </a:lnTo>
                  <a:lnTo>
                    <a:pt x="1198215" y="2025294"/>
                  </a:lnTo>
                  <a:lnTo>
                    <a:pt x="1192186" y="2004945"/>
                  </a:lnTo>
                  <a:lnTo>
                    <a:pt x="1171904" y="1978315"/>
                  </a:lnTo>
                  <a:lnTo>
                    <a:pt x="1126215" y="1888442"/>
                  </a:lnTo>
                  <a:lnTo>
                    <a:pt x="1112700" y="1850505"/>
                  </a:lnTo>
                  <a:lnTo>
                    <a:pt x="1103296" y="1834703"/>
                  </a:lnTo>
                  <a:lnTo>
                    <a:pt x="1110063" y="1833845"/>
                  </a:lnTo>
                  <a:lnTo>
                    <a:pt x="1147695" y="1854212"/>
                  </a:lnTo>
                  <a:lnTo>
                    <a:pt x="1156472" y="1851706"/>
                  </a:lnTo>
                  <a:lnTo>
                    <a:pt x="1165691" y="1844054"/>
                  </a:lnTo>
                  <a:lnTo>
                    <a:pt x="1154462" y="1814903"/>
                  </a:lnTo>
                  <a:lnTo>
                    <a:pt x="1144819" y="1801708"/>
                  </a:lnTo>
                  <a:lnTo>
                    <a:pt x="1138273" y="1781976"/>
                  </a:lnTo>
                  <a:lnTo>
                    <a:pt x="1160307" y="1776640"/>
                  </a:lnTo>
                  <a:lnTo>
                    <a:pt x="1176219" y="1777824"/>
                  </a:lnTo>
                  <a:lnTo>
                    <a:pt x="1187945" y="1755622"/>
                  </a:lnTo>
                  <a:lnTo>
                    <a:pt x="1181178" y="1719727"/>
                  </a:lnTo>
                  <a:lnTo>
                    <a:pt x="1164086" y="1708677"/>
                  </a:lnTo>
                  <a:lnTo>
                    <a:pt x="1149815" y="1703873"/>
                  </a:lnTo>
                  <a:lnTo>
                    <a:pt x="1122454" y="1647492"/>
                  </a:lnTo>
                  <a:lnTo>
                    <a:pt x="1093912" y="1618289"/>
                  </a:lnTo>
                  <a:lnTo>
                    <a:pt x="1043004" y="1505647"/>
                  </a:lnTo>
                  <a:lnTo>
                    <a:pt x="1024382" y="1428333"/>
                  </a:lnTo>
                  <a:lnTo>
                    <a:pt x="1007069" y="1435677"/>
                  </a:lnTo>
                  <a:lnTo>
                    <a:pt x="998661" y="1401995"/>
                  </a:lnTo>
                  <a:lnTo>
                    <a:pt x="992632" y="1370099"/>
                  </a:lnTo>
                  <a:lnTo>
                    <a:pt x="991433" y="1346644"/>
                  </a:lnTo>
                  <a:lnTo>
                    <a:pt x="964293" y="1333209"/>
                  </a:lnTo>
                  <a:lnTo>
                    <a:pt x="963186" y="1316772"/>
                  </a:lnTo>
                  <a:lnTo>
                    <a:pt x="958300" y="1243421"/>
                  </a:lnTo>
                  <a:lnTo>
                    <a:pt x="929187" y="1233573"/>
                  </a:lnTo>
                  <a:lnTo>
                    <a:pt x="910362" y="1192410"/>
                  </a:lnTo>
                  <a:lnTo>
                    <a:pt x="907006" y="1114530"/>
                  </a:lnTo>
                  <a:lnTo>
                    <a:pt x="887830" y="1100358"/>
                  </a:lnTo>
                  <a:lnTo>
                    <a:pt x="872398" y="1104287"/>
                  </a:lnTo>
                  <a:lnTo>
                    <a:pt x="873117" y="1084984"/>
                  </a:lnTo>
                  <a:lnTo>
                    <a:pt x="876804" y="1066865"/>
                  </a:lnTo>
                  <a:lnTo>
                    <a:pt x="867788" y="995076"/>
                  </a:lnTo>
                  <a:lnTo>
                    <a:pt x="864783" y="929550"/>
                  </a:lnTo>
                  <a:lnTo>
                    <a:pt x="857463" y="909767"/>
                  </a:lnTo>
                  <a:lnTo>
                    <a:pt x="853315" y="886604"/>
                  </a:lnTo>
                  <a:lnTo>
                    <a:pt x="857039" y="866597"/>
                  </a:lnTo>
                  <a:lnTo>
                    <a:pt x="862497" y="855101"/>
                  </a:lnTo>
                  <a:lnTo>
                    <a:pt x="881285" y="852082"/>
                  </a:lnTo>
                  <a:lnTo>
                    <a:pt x="898838" y="8697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h9084"/>
            <p:cNvSpPr/>
            <p:nvPr/>
          </p:nvSpPr>
          <p:spPr>
            <a:xfrm>
              <a:off x="3769141" y="1776394"/>
              <a:ext cx="950851" cy="914400"/>
            </a:xfrm>
            <a:custGeom>
              <a:avLst/>
              <a:pathLst>
                <a:path w="950851" h="914400">
                  <a:moveTo>
                    <a:pt x="914400" y="914400"/>
                  </a:moveTo>
                  <a:lnTo>
                    <a:pt x="904609" y="912735"/>
                  </a:lnTo>
                  <a:lnTo>
                    <a:pt x="895685" y="896555"/>
                  </a:lnTo>
                  <a:lnTo>
                    <a:pt x="913736" y="871848"/>
                  </a:lnTo>
                  <a:lnTo>
                    <a:pt x="941356" y="873186"/>
                  </a:lnTo>
                  <a:lnTo>
                    <a:pt x="950851" y="878333"/>
                  </a:lnTo>
                  <a:lnTo>
                    <a:pt x="917792" y="8924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h9085"/>
            <p:cNvSpPr/>
            <p:nvPr/>
          </p:nvSpPr>
          <p:spPr>
            <a:xfrm>
              <a:off x="3624421" y="1369012"/>
              <a:ext cx="935861" cy="914400"/>
            </a:xfrm>
            <a:custGeom>
              <a:avLst/>
              <a:pathLst>
                <a:path w="935861" h="914400">
                  <a:moveTo>
                    <a:pt x="914400" y="914400"/>
                  </a:moveTo>
                  <a:lnTo>
                    <a:pt x="910251" y="913336"/>
                  </a:lnTo>
                  <a:lnTo>
                    <a:pt x="915414" y="897018"/>
                  </a:lnTo>
                  <a:lnTo>
                    <a:pt x="919249" y="889967"/>
                  </a:lnTo>
                  <a:lnTo>
                    <a:pt x="931971" y="883378"/>
                  </a:lnTo>
                  <a:lnTo>
                    <a:pt x="935861" y="884527"/>
                  </a:lnTo>
                  <a:lnTo>
                    <a:pt x="922770" y="91105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h9086"/>
            <p:cNvSpPr/>
            <p:nvPr/>
          </p:nvSpPr>
          <p:spPr>
            <a:xfrm>
              <a:off x="3661887" y="1222242"/>
              <a:ext cx="938590" cy="914399"/>
            </a:xfrm>
            <a:custGeom>
              <a:avLst/>
              <a:pathLst>
                <a:path w="938590" h="914399">
                  <a:moveTo>
                    <a:pt x="914400" y="914399"/>
                  </a:moveTo>
                  <a:lnTo>
                    <a:pt x="909643" y="900141"/>
                  </a:lnTo>
                  <a:lnTo>
                    <a:pt x="911542" y="897344"/>
                  </a:lnTo>
                  <a:lnTo>
                    <a:pt x="914787" y="883275"/>
                  </a:lnTo>
                  <a:lnTo>
                    <a:pt x="923950" y="875554"/>
                  </a:lnTo>
                  <a:lnTo>
                    <a:pt x="938590" y="880186"/>
                  </a:lnTo>
                  <a:lnTo>
                    <a:pt x="938498" y="883704"/>
                  </a:lnTo>
                  <a:lnTo>
                    <a:pt x="924504" y="895097"/>
                  </a:lnTo>
                  <a:lnTo>
                    <a:pt x="919138" y="9027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h9087"/>
            <p:cNvSpPr/>
            <p:nvPr/>
          </p:nvSpPr>
          <p:spPr>
            <a:xfrm>
              <a:off x="3917530" y="2980371"/>
              <a:ext cx="928689" cy="915639"/>
            </a:xfrm>
            <a:custGeom>
              <a:avLst/>
              <a:pathLst>
                <a:path w="928689" h="915639">
                  <a:moveTo>
                    <a:pt x="914400" y="914400"/>
                  </a:moveTo>
                  <a:lnTo>
                    <a:pt x="861519" y="909801"/>
                  </a:lnTo>
                  <a:lnTo>
                    <a:pt x="853997" y="905546"/>
                  </a:lnTo>
                  <a:lnTo>
                    <a:pt x="883092" y="875451"/>
                  </a:lnTo>
                  <a:lnTo>
                    <a:pt x="902046" y="844172"/>
                  </a:lnTo>
                  <a:lnTo>
                    <a:pt x="918142" y="803353"/>
                  </a:lnTo>
                  <a:lnTo>
                    <a:pt x="919857" y="775077"/>
                  </a:lnTo>
                  <a:lnTo>
                    <a:pt x="923877" y="743197"/>
                  </a:lnTo>
                  <a:lnTo>
                    <a:pt x="928689" y="740822"/>
                  </a:lnTo>
                  <a:lnTo>
                    <a:pt x="928689" y="91563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h9088"/>
            <p:cNvSpPr/>
            <p:nvPr/>
          </p:nvSpPr>
          <p:spPr>
            <a:xfrm>
              <a:off x="2934122" y="3126437"/>
              <a:ext cx="1912096" cy="920834"/>
            </a:xfrm>
            <a:custGeom>
              <a:avLst/>
              <a:pathLst>
                <a:path w="1912096" h="920834">
                  <a:moveTo>
                    <a:pt x="914400" y="914400"/>
                  </a:moveTo>
                  <a:lnTo>
                    <a:pt x="1022520" y="871676"/>
                  </a:lnTo>
                  <a:lnTo>
                    <a:pt x="1137997" y="831595"/>
                  </a:lnTo>
                  <a:lnTo>
                    <a:pt x="1164953" y="827237"/>
                  </a:lnTo>
                  <a:lnTo>
                    <a:pt x="1192057" y="818795"/>
                  </a:lnTo>
                  <a:lnTo>
                    <a:pt x="1202069" y="803799"/>
                  </a:lnTo>
                  <a:lnTo>
                    <a:pt x="1212062" y="793762"/>
                  </a:lnTo>
                  <a:lnTo>
                    <a:pt x="1227790" y="767321"/>
                  </a:lnTo>
                  <a:lnTo>
                    <a:pt x="1262564" y="726228"/>
                  </a:lnTo>
                  <a:lnTo>
                    <a:pt x="1324054" y="711266"/>
                  </a:lnTo>
                  <a:lnTo>
                    <a:pt x="1347010" y="691775"/>
                  </a:lnTo>
                  <a:lnTo>
                    <a:pt x="1395133" y="664476"/>
                  </a:lnTo>
                  <a:lnTo>
                    <a:pt x="1504839" y="633849"/>
                  </a:lnTo>
                  <a:lnTo>
                    <a:pt x="1550657" y="627123"/>
                  </a:lnTo>
                  <a:lnTo>
                    <a:pt x="1595553" y="626300"/>
                  </a:lnTo>
                  <a:lnTo>
                    <a:pt x="1635527" y="650458"/>
                  </a:lnTo>
                  <a:lnTo>
                    <a:pt x="1677842" y="680279"/>
                  </a:lnTo>
                  <a:lnTo>
                    <a:pt x="1685457" y="698277"/>
                  </a:lnTo>
                  <a:lnTo>
                    <a:pt x="1662557" y="687056"/>
                  </a:lnTo>
                  <a:lnTo>
                    <a:pt x="1629184" y="660272"/>
                  </a:lnTo>
                  <a:lnTo>
                    <a:pt x="1616849" y="659140"/>
                  </a:lnTo>
                  <a:lnTo>
                    <a:pt x="1645336" y="740606"/>
                  </a:lnTo>
                  <a:lnTo>
                    <a:pt x="1660916" y="769414"/>
                  </a:lnTo>
                  <a:lnTo>
                    <a:pt x="1692408" y="790965"/>
                  </a:lnTo>
                  <a:lnTo>
                    <a:pt x="1718811" y="798223"/>
                  </a:lnTo>
                  <a:lnTo>
                    <a:pt x="1800159" y="785165"/>
                  </a:lnTo>
                  <a:lnTo>
                    <a:pt x="1829052" y="768110"/>
                  </a:lnTo>
                  <a:lnTo>
                    <a:pt x="1837404" y="759480"/>
                  </a:lnTo>
                  <a:lnTo>
                    <a:pt x="1844927" y="763735"/>
                  </a:lnTo>
                  <a:lnTo>
                    <a:pt x="1897807" y="768333"/>
                  </a:lnTo>
                  <a:lnTo>
                    <a:pt x="1912096" y="769573"/>
                  </a:lnTo>
                  <a:lnTo>
                    <a:pt x="1912096" y="920834"/>
                  </a:lnTo>
                  <a:lnTo>
                    <a:pt x="902154" y="92083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h9089"/>
            <p:cNvSpPr/>
            <p:nvPr/>
          </p:nvSpPr>
          <p:spPr>
            <a:xfrm>
              <a:off x="2480788" y="711003"/>
              <a:ext cx="966136" cy="1884401"/>
            </a:xfrm>
            <a:custGeom>
              <a:avLst/>
              <a:pathLst>
                <a:path w="966136" h="1884401">
                  <a:moveTo>
                    <a:pt x="914400" y="914400"/>
                  </a:moveTo>
                  <a:lnTo>
                    <a:pt x="939070" y="985554"/>
                  </a:lnTo>
                  <a:lnTo>
                    <a:pt x="959554" y="1036153"/>
                  </a:lnTo>
                  <a:lnTo>
                    <a:pt x="966136" y="1069508"/>
                  </a:lnTo>
                  <a:lnTo>
                    <a:pt x="959370" y="1103326"/>
                  </a:lnTo>
                  <a:lnTo>
                    <a:pt x="952382" y="1120639"/>
                  </a:lnTo>
                  <a:lnTo>
                    <a:pt x="952160" y="1143956"/>
                  </a:lnTo>
                  <a:lnTo>
                    <a:pt x="946777" y="1190369"/>
                  </a:lnTo>
                  <a:lnTo>
                    <a:pt x="930901" y="1213824"/>
                  </a:lnTo>
                  <a:lnTo>
                    <a:pt x="910122" y="1239406"/>
                  </a:lnTo>
                  <a:lnTo>
                    <a:pt x="886945" y="1258503"/>
                  </a:lnTo>
                  <a:lnTo>
                    <a:pt x="868563" y="1263874"/>
                  </a:lnTo>
                  <a:lnTo>
                    <a:pt x="852780" y="1266087"/>
                  </a:lnTo>
                  <a:lnTo>
                    <a:pt x="842178" y="1275798"/>
                  </a:lnTo>
                  <a:lnTo>
                    <a:pt x="832572" y="1304332"/>
                  </a:lnTo>
                  <a:lnTo>
                    <a:pt x="823703" y="1334307"/>
                  </a:lnTo>
                  <a:lnTo>
                    <a:pt x="794719" y="1371162"/>
                  </a:lnTo>
                  <a:lnTo>
                    <a:pt x="795493" y="1383997"/>
                  </a:lnTo>
                  <a:lnTo>
                    <a:pt x="806537" y="1427681"/>
                  </a:lnTo>
                  <a:lnTo>
                    <a:pt x="816881" y="1477422"/>
                  </a:lnTo>
                  <a:lnTo>
                    <a:pt x="808141" y="1523920"/>
                  </a:lnTo>
                  <a:lnTo>
                    <a:pt x="800656" y="1572735"/>
                  </a:lnTo>
                  <a:lnTo>
                    <a:pt x="787546" y="1605266"/>
                  </a:lnTo>
                  <a:lnTo>
                    <a:pt x="768813" y="1616882"/>
                  </a:lnTo>
                  <a:lnTo>
                    <a:pt x="755059" y="1611083"/>
                  </a:lnTo>
                  <a:lnTo>
                    <a:pt x="739497" y="1566455"/>
                  </a:lnTo>
                  <a:lnTo>
                    <a:pt x="739147" y="1556194"/>
                  </a:lnTo>
                  <a:lnTo>
                    <a:pt x="735275" y="1542554"/>
                  </a:lnTo>
                  <a:lnTo>
                    <a:pt x="691134" y="1528965"/>
                  </a:lnTo>
                  <a:lnTo>
                    <a:pt x="683335" y="1529462"/>
                  </a:lnTo>
                  <a:lnTo>
                    <a:pt x="665985" y="1521501"/>
                  </a:lnTo>
                  <a:lnTo>
                    <a:pt x="655807" y="1519253"/>
                  </a:lnTo>
                  <a:lnTo>
                    <a:pt x="634935" y="1514655"/>
                  </a:lnTo>
                  <a:lnTo>
                    <a:pt x="617585" y="1475277"/>
                  </a:lnTo>
                  <a:lnTo>
                    <a:pt x="599147" y="1442523"/>
                  </a:lnTo>
                  <a:lnTo>
                    <a:pt x="596529" y="1428831"/>
                  </a:lnTo>
                  <a:lnTo>
                    <a:pt x="597156" y="1367576"/>
                  </a:lnTo>
                  <a:lnTo>
                    <a:pt x="591514" y="1340330"/>
                  </a:lnTo>
                  <a:lnTo>
                    <a:pt x="589781" y="1310629"/>
                  </a:lnTo>
                  <a:lnTo>
                    <a:pt x="578183" y="1334788"/>
                  </a:lnTo>
                  <a:lnTo>
                    <a:pt x="584913" y="1372981"/>
                  </a:lnTo>
                  <a:lnTo>
                    <a:pt x="570605" y="1389007"/>
                  </a:lnTo>
                  <a:lnTo>
                    <a:pt x="552554" y="1396797"/>
                  </a:lnTo>
                  <a:lnTo>
                    <a:pt x="554251" y="1419171"/>
                  </a:lnTo>
                  <a:lnTo>
                    <a:pt x="561663" y="1423409"/>
                  </a:lnTo>
                  <a:lnTo>
                    <a:pt x="563212" y="1446641"/>
                  </a:lnTo>
                  <a:lnTo>
                    <a:pt x="558823" y="1481025"/>
                  </a:lnTo>
                  <a:lnTo>
                    <a:pt x="523293" y="1557481"/>
                  </a:lnTo>
                  <a:lnTo>
                    <a:pt x="516121" y="1565700"/>
                  </a:lnTo>
                  <a:lnTo>
                    <a:pt x="511253" y="1576029"/>
                  </a:lnTo>
                  <a:lnTo>
                    <a:pt x="493073" y="1569166"/>
                  </a:lnTo>
                  <a:lnTo>
                    <a:pt x="469749" y="1590459"/>
                  </a:lnTo>
                  <a:lnTo>
                    <a:pt x="447661" y="1593873"/>
                  </a:lnTo>
                  <a:lnTo>
                    <a:pt x="439659" y="1569783"/>
                  </a:lnTo>
                  <a:lnTo>
                    <a:pt x="408499" y="1537904"/>
                  </a:lnTo>
                  <a:lnTo>
                    <a:pt x="393785" y="1539688"/>
                  </a:lnTo>
                  <a:lnTo>
                    <a:pt x="406987" y="1555422"/>
                  </a:lnTo>
                  <a:lnTo>
                    <a:pt x="420004" y="1575875"/>
                  </a:lnTo>
                  <a:lnTo>
                    <a:pt x="412610" y="1589412"/>
                  </a:lnTo>
                  <a:lnTo>
                    <a:pt x="405346" y="1598249"/>
                  </a:lnTo>
                  <a:lnTo>
                    <a:pt x="392623" y="1602830"/>
                  </a:lnTo>
                  <a:lnTo>
                    <a:pt x="347100" y="1629596"/>
                  </a:lnTo>
                  <a:lnTo>
                    <a:pt x="363307" y="1647578"/>
                  </a:lnTo>
                  <a:lnTo>
                    <a:pt x="349552" y="1667996"/>
                  </a:lnTo>
                  <a:lnTo>
                    <a:pt x="333640" y="1670998"/>
                  </a:lnTo>
                  <a:lnTo>
                    <a:pt x="325159" y="1680538"/>
                  </a:lnTo>
                  <a:lnTo>
                    <a:pt x="322209" y="1693493"/>
                  </a:lnTo>
                  <a:lnTo>
                    <a:pt x="275063" y="1730399"/>
                  </a:lnTo>
                  <a:lnTo>
                    <a:pt x="198214" y="1825060"/>
                  </a:lnTo>
                  <a:lnTo>
                    <a:pt x="158719" y="1851809"/>
                  </a:lnTo>
                  <a:lnTo>
                    <a:pt x="131136" y="1879623"/>
                  </a:lnTo>
                  <a:lnTo>
                    <a:pt x="106835" y="1878936"/>
                  </a:lnTo>
                  <a:lnTo>
                    <a:pt x="99773" y="1884401"/>
                  </a:lnTo>
                  <a:lnTo>
                    <a:pt x="99773" y="876497"/>
                  </a:lnTo>
                  <a:lnTo>
                    <a:pt x="910622" y="87649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h9090"/>
            <p:cNvSpPr/>
            <p:nvPr/>
          </p:nvSpPr>
          <p:spPr>
            <a:xfrm>
              <a:off x="1836750" y="3132768"/>
              <a:ext cx="1322376" cy="914502"/>
            </a:xfrm>
            <a:custGeom>
              <a:avLst/>
              <a:pathLst>
                <a:path w="1322376" h="914502">
                  <a:moveTo>
                    <a:pt x="914400" y="914400"/>
                  </a:moveTo>
                  <a:lnTo>
                    <a:pt x="914990" y="822862"/>
                  </a:lnTo>
                  <a:lnTo>
                    <a:pt x="904591" y="809238"/>
                  </a:lnTo>
                  <a:lnTo>
                    <a:pt x="891149" y="804503"/>
                  </a:lnTo>
                  <a:lnTo>
                    <a:pt x="882778" y="810765"/>
                  </a:lnTo>
                  <a:lnTo>
                    <a:pt x="865576" y="810851"/>
                  </a:lnTo>
                  <a:lnTo>
                    <a:pt x="861962" y="790124"/>
                  </a:lnTo>
                  <a:lnTo>
                    <a:pt x="866166" y="774768"/>
                  </a:lnTo>
                  <a:lnTo>
                    <a:pt x="900737" y="764267"/>
                  </a:lnTo>
                  <a:lnTo>
                    <a:pt x="923526" y="750197"/>
                  </a:lnTo>
                  <a:lnTo>
                    <a:pt x="924540" y="725336"/>
                  </a:lnTo>
                  <a:lnTo>
                    <a:pt x="910140" y="705793"/>
                  </a:lnTo>
                  <a:lnTo>
                    <a:pt x="892901" y="669950"/>
                  </a:lnTo>
                  <a:lnTo>
                    <a:pt x="872638" y="636251"/>
                  </a:lnTo>
                  <a:lnTo>
                    <a:pt x="870443" y="597080"/>
                  </a:lnTo>
                  <a:lnTo>
                    <a:pt x="905660" y="597852"/>
                  </a:lnTo>
                  <a:lnTo>
                    <a:pt x="914289" y="599327"/>
                  </a:lnTo>
                  <a:lnTo>
                    <a:pt x="967704" y="617686"/>
                  </a:lnTo>
                  <a:lnTo>
                    <a:pt x="980758" y="630572"/>
                  </a:lnTo>
                  <a:lnTo>
                    <a:pt x="997186" y="631172"/>
                  </a:lnTo>
                  <a:lnTo>
                    <a:pt x="1026779" y="619179"/>
                  </a:lnTo>
                  <a:lnTo>
                    <a:pt x="1048886" y="613912"/>
                  </a:lnTo>
                  <a:lnTo>
                    <a:pt x="1057460" y="621307"/>
                  </a:lnTo>
                  <a:lnTo>
                    <a:pt x="1069500" y="624412"/>
                  </a:lnTo>
                  <a:lnTo>
                    <a:pt x="1072284" y="624412"/>
                  </a:lnTo>
                  <a:lnTo>
                    <a:pt x="1073445" y="630864"/>
                  </a:lnTo>
                  <a:lnTo>
                    <a:pt x="1101084" y="640198"/>
                  </a:lnTo>
                  <a:lnTo>
                    <a:pt x="1112700" y="655074"/>
                  </a:lnTo>
                  <a:lnTo>
                    <a:pt x="1125606" y="677688"/>
                  </a:lnTo>
                  <a:lnTo>
                    <a:pt x="1126860" y="710237"/>
                  </a:lnTo>
                  <a:lnTo>
                    <a:pt x="1110340" y="733657"/>
                  </a:lnTo>
                  <a:lnTo>
                    <a:pt x="1096622" y="748482"/>
                  </a:lnTo>
                  <a:lnTo>
                    <a:pt x="1148506" y="742871"/>
                  </a:lnTo>
                  <a:lnTo>
                    <a:pt x="1153669" y="756306"/>
                  </a:lnTo>
                  <a:lnTo>
                    <a:pt x="1161524" y="770804"/>
                  </a:lnTo>
                  <a:lnTo>
                    <a:pt x="1189476" y="760475"/>
                  </a:lnTo>
                  <a:lnTo>
                    <a:pt x="1259540" y="803370"/>
                  </a:lnTo>
                  <a:lnTo>
                    <a:pt x="1301910" y="782489"/>
                  </a:lnTo>
                  <a:lnTo>
                    <a:pt x="1312752" y="781271"/>
                  </a:lnTo>
                  <a:lnTo>
                    <a:pt x="1322376" y="815930"/>
                  </a:lnTo>
                  <a:lnTo>
                    <a:pt x="1311848" y="850846"/>
                  </a:lnTo>
                  <a:lnTo>
                    <a:pt x="1274493" y="888096"/>
                  </a:lnTo>
                  <a:lnTo>
                    <a:pt x="1282772" y="911054"/>
                  </a:lnTo>
                  <a:lnTo>
                    <a:pt x="1290845" y="9145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h9091"/>
            <p:cNvSpPr/>
            <p:nvPr/>
          </p:nvSpPr>
          <p:spPr>
            <a:xfrm>
              <a:off x="2252268" y="3129645"/>
              <a:ext cx="922329" cy="917625"/>
            </a:xfrm>
            <a:custGeom>
              <a:avLst/>
              <a:pathLst>
                <a:path w="922329" h="917625">
                  <a:moveTo>
                    <a:pt x="914400" y="914399"/>
                  </a:moveTo>
                  <a:lnTo>
                    <a:pt x="922329" y="917625"/>
                  </a:lnTo>
                  <a:lnTo>
                    <a:pt x="891087" y="91762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h9092"/>
            <p:cNvSpPr/>
            <p:nvPr/>
          </p:nvSpPr>
          <p:spPr>
            <a:xfrm>
              <a:off x="2364850" y="3092978"/>
              <a:ext cx="1315922" cy="954292"/>
            </a:xfrm>
            <a:custGeom>
              <a:avLst/>
              <a:pathLst>
                <a:path w="1315922" h="954292">
                  <a:moveTo>
                    <a:pt x="914400" y="914399"/>
                  </a:moveTo>
                  <a:lnTo>
                    <a:pt x="932469" y="903178"/>
                  </a:lnTo>
                  <a:lnTo>
                    <a:pt x="991950" y="895148"/>
                  </a:lnTo>
                  <a:lnTo>
                    <a:pt x="1002773" y="874919"/>
                  </a:lnTo>
                  <a:lnTo>
                    <a:pt x="1026871" y="854570"/>
                  </a:lnTo>
                  <a:lnTo>
                    <a:pt x="1042396" y="832350"/>
                  </a:lnTo>
                  <a:lnTo>
                    <a:pt x="1079567" y="790056"/>
                  </a:lnTo>
                  <a:lnTo>
                    <a:pt x="1118028" y="797674"/>
                  </a:lnTo>
                  <a:lnTo>
                    <a:pt x="1140486" y="805772"/>
                  </a:lnTo>
                  <a:lnTo>
                    <a:pt x="1165137" y="809856"/>
                  </a:lnTo>
                  <a:lnTo>
                    <a:pt x="1187576" y="854947"/>
                  </a:lnTo>
                  <a:lnTo>
                    <a:pt x="1244328" y="904791"/>
                  </a:lnTo>
                  <a:lnTo>
                    <a:pt x="1296471" y="900450"/>
                  </a:lnTo>
                  <a:lnTo>
                    <a:pt x="1314983" y="947600"/>
                  </a:lnTo>
                  <a:lnTo>
                    <a:pt x="1315922" y="954292"/>
                  </a:lnTo>
                  <a:lnTo>
                    <a:pt x="879902" y="9542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h9093"/>
            <p:cNvSpPr/>
            <p:nvPr/>
          </p:nvSpPr>
          <p:spPr>
            <a:xfrm>
              <a:off x="2748802" y="3022030"/>
              <a:ext cx="914400" cy="938850"/>
            </a:xfrm>
            <a:custGeom>
              <a:avLst/>
              <a:pathLst>
                <a:path w="914400" h="938850">
                  <a:moveTo>
                    <a:pt x="914400" y="914399"/>
                  </a:moveTo>
                  <a:lnTo>
                    <a:pt x="909329" y="926444"/>
                  </a:lnTo>
                  <a:lnTo>
                    <a:pt x="888107" y="906404"/>
                  </a:lnTo>
                  <a:lnTo>
                    <a:pt x="866793" y="906678"/>
                  </a:lnTo>
                  <a:lnTo>
                    <a:pt x="854052" y="937546"/>
                  </a:lnTo>
                  <a:lnTo>
                    <a:pt x="844575" y="938850"/>
                  </a:lnTo>
                  <a:lnTo>
                    <a:pt x="811663" y="910813"/>
                  </a:lnTo>
                  <a:lnTo>
                    <a:pt x="806390" y="897139"/>
                  </a:lnTo>
                  <a:lnTo>
                    <a:pt x="805302" y="885763"/>
                  </a:lnTo>
                  <a:lnTo>
                    <a:pt x="810004" y="846385"/>
                  </a:lnTo>
                  <a:lnTo>
                    <a:pt x="809137" y="833997"/>
                  </a:lnTo>
                  <a:lnTo>
                    <a:pt x="819481" y="820459"/>
                  </a:lnTo>
                  <a:lnTo>
                    <a:pt x="821085" y="800899"/>
                  </a:lnTo>
                  <a:lnTo>
                    <a:pt x="839375" y="780275"/>
                  </a:lnTo>
                  <a:lnTo>
                    <a:pt x="855601" y="779503"/>
                  </a:lnTo>
                  <a:lnTo>
                    <a:pt x="860763" y="796970"/>
                  </a:lnTo>
                  <a:lnTo>
                    <a:pt x="868526" y="808998"/>
                  </a:lnTo>
                  <a:lnTo>
                    <a:pt x="895869" y="822484"/>
                  </a:lnTo>
                  <a:lnTo>
                    <a:pt x="899944" y="828610"/>
                  </a:lnTo>
                  <a:lnTo>
                    <a:pt x="902415" y="837086"/>
                  </a:lnTo>
                  <a:lnTo>
                    <a:pt x="889693" y="853695"/>
                  </a:lnTo>
                  <a:lnTo>
                    <a:pt x="885378" y="862205"/>
                  </a:lnTo>
                  <a:lnTo>
                    <a:pt x="889416" y="875845"/>
                  </a:lnTo>
                  <a:lnTo>
                    <a:pt x="909679" y="89075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h9094"/>
            <p:cNvSpPr/>
            <p:nvPr/>
          </p:nvSpPr>
          <p:spPr>
            <a:xfrm>
              <a:off x="2774910" y="3120122"/>
              <a:ext cx="959190" cy="927148"/>
            </a:xfrm>
            <a:custGeom>
              <a:avLst/>
              <a:pathLst>
                <a:path w="959190" h="927148">
                  <a:moveTo>
                    <a:pt x="914400" y="914400"/>
                  </a:moveTo>
                  <a:lnTo>
                    <a:pt x="905844" y="906215"/>
                  </a:lnTo>
                  <a:lnTo>
                    <a:pt x="904572" y="894531"/>
                  </a:lnTo>
                  <a:lnTo>
                    <a:pt x="905955" y="882434"/>
                  </a:lnTo>
                  <a:lnTo>
                    <a:pt x="945818" y="915000"/>
                  </a:lnTo>
                  <a:lnTo>
                    <a:pt x="959190" y="927148"/>
                  </a:lnTo>
                  <a:lnTo>
                    <a:pt x="922903" y="9271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h9095"/>
            <p:cNvSpPr/>
            <p:nvPr/>
          </p:nvSpPr>
          <p:spPr>
            <a:xfrm>
              <a:off x="2256988" y="2986685"/>
              <a:ext cx="943384" cy="914400"/>
            </a:xfrm>
            <a:custGeom>
              <a:avLst/>
              <a:pathLst>
                <a:path w="943384" h="914400">
                  <a:moveTo>
                    <a:pt x="914400" y="914400"/>
                  </a:moveTo>
                  <a:lnTo>
                    <a:pt x="903337" y="900347"/>
                  </a:lnTo>
                  <a:lnTo>
                    <a:pt x="892200" y="896778"/>
                  </a:lnTo>
                  <a:lnTo>
                    <a:pt x="898193" y="879449"/>
                  </a:lnTo>
                  <a:lnTo>
                    <a:pt x="906029" y="873152"/>
                  </a:lnTo>
                  <a:lnTo>
                    <a:pt x="934091" y="884442"/>
                  </a:lnTo>
                  <a:lnTo>
                    <a:pt x="942905" y="906541"/>
                  </a:lnTo>
                  <a:lnTo>
                    <a:pt x="943384" y="9137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h9096"/>
            <p:cNvSpPr/>
            <p:nvPr/>
          </p:nvSpPr>
          <p:spPr>
            <a:xfrm>
              <a:off x="1719908" y="2863319"/>
              <a:ext cx="979522" cy="914400"/>
            </a:xfrm>
            <a:custGeom>
              <a:avLst/>
              <a:pathLst>
                <a:path w="979522" h="914400">
                  <a:moveTo>
                    <a:pt x="914400" y="914400"/>
                  </a:moveTo>
                  <a:lnTo>
                    <a:pt x="916483" y="864779"/>
                  </a:lnTo>
                  <a:lnTo>
                    <a:pt x="937152" y="811915"/>
                  </a:lnTo>
                  <a:lnTo>
                    <a:pt x="945892" y="813099"/>
                  </a:lnTo>
                  <a:lnTo>
                    <a:pt x="936949" y="827374"/>
                  </a:lnTo>
                  <a:lnTo>
                    <a:pt x="934368" y="837377"/>
                  </a:lnTo>
                  <a:lnTo>
                    <a:pt x="930736" y="857366"/>
                  </a:lnTo>
                  <a:lnTo>
                    <a:pt x="932377" y="867747"/>
                  </a:lnTo>
                  <a:lnTo>
                    <a:pt x="979522" y="870595"/>
                  </a:lnTo>
                  <a:lnTo>
                    <a:pt x="974046" y="879860"/>
                  </a:lnTo>
                  <a:lnTo>
                    <a:pt x="926237" y="886106"/>
                  </a:lnTo>
                  <a:lnTo>
                    <a:pt x="918751" y="9074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h9097"/>
            <p:cNvSpPr/>
            <p:nvPr/>
          </p:nvSpPr>
          <p:spPr>
            <a:xfrm>
              <a:off x="1769801" y="2891046"/>
              <a:ext cx="921756" cy="914399"/>
            </a:xfrm>
            <a:custGeom>
              <a:avLst/>
              <a:pathLst>
                <a:path w="921756" h="914399">
                  <a:moveTo>
                    <a:pt x="914400" y="914399"/>
                  </a:moveTo>
                  <a:lnTo>
                    <a:pt x="896441" y="913387"/>
                  </a:lnTo>
                  <a:lnTo>
                    <a:pt x="886355" y="905289"/>
                  </a:lnTo>
                  <a:lnTo>
                    <a:pt x="889619" y="896658"/>
                  </a:lnTo>
                  <a:lnTo>
                    <a:pt x="899151" y="890069"/>
                  </a:lnTo>
                  <a:lnTo>
                    <a:pt x="907043" y="889057"/>
                  </a:lnTo>
                  <a:lnTo>
                    <a:pt x="919027" y="893124"/>
                  </a:lnTo>
                  <a:lnTo>
                    <a:pt x="921756" y="9057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h9098"/>
            <p:cNvSpPr/>
            <p:nvPr/>
          </p:nvSpPr>
          <p:spPr>
            <a:xfrm>
              <a:off x="3931819" y="901131"/>
              <a:ext cx="914400" cy="1009042"/>
            </a:xfrm>
            <a:custGeom>
              <a:avLst/>
              <a:pathLst>
                <a:path w="914400" h="1009042">
                  <a:moveTo>
                    <a:pt x="914400" y="914400"/>
                  </a:moveTo>
                  <a:lnTo>
                    <a:pt x="914400" y="1005493"/>
                  </a:lnTo>
                  <a:lnTo>
                    <a:pt x="876602" y="1009042"/>
                  </a:lnTo>
                  <a:lnTo>
                    <a:pt x="866442" y="1002985"/>
                  </a:lnTo>
                  <a:lnTo>
                    <a:pt x="852522" y="955887"/>
                  </a:lnTo>
                  <a:lnTo>
                    <a:pt x="855287" y="943722"/>
                  </a:lnTo>
                  <a:lnTo>
                    <a:pt x="864654" y="938540"/>
                  </a:lnTo>
                  <a:lnTo>
                    <a:pt x="872674" y="937425"/>
                  </a:lnTo>
                  <a:lnTo>
                    <a:pt x="873854" y="962784"/>
                  </a:lnTo>
                  <a:lnTo>
                    <a:pt x="885636" y="960262"/>
                  </a:lnTo>
                  <a:lnTo>
                    <a:pt x="889324" y="943550"/>
                  </a:lnTo>
                  <a:lnTo>
                    <a:pt x="890154" y="931780"/>
                  </a:lnTo>
                  <a:lnTo>
                    <a:pt x="886964" y="925843"/>
                  </a:lnTo>
                  <a:lnTo>
                    <a:pt x="878962" y="921245"/>
                  </a:lnTo>
                  <a:lnTo>
                    <a:pt x="874334" y="913352"/>
                  </a:lnTo>
                  <a:lnTo>
                    <a:pt x="880990" y="900655"/>
                  </a:lnTo>
                  <a:lnTo>
                    <a:pt x="893306" y="895165"/>
                  </a:lnTo>
                  <a:lnTo>
                    <a:pt x="903927" y="912134"/>
                  </a:lnTo>
                  <a:lnTo>
                    <a:pt x="912427" y="9143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h9099"/>
            <p:cNvSpPr/>
            <p:nvPr/>
          </p:nvSpPr>
          <p:spPr>
            <a:xfrm>
              <a:off x="3869038" y="966605"/>
              <a:ext cx="914400" cy="924832"/>
            </a:xfrm>
            <a:custGeom>
              <a:avLst/>
              <a:pathLst>
                <a:path w="914400" h="924832">
                  <a:moveTo>
                    <a:pt x="914400" y="914400"/>
                  </a:moveTo>
                  <a:lnTo>
                    <a:pt x="907172" y="912426"/>
                  </a:lnTo>
                  <a:lnTo>
                    <a:pt x="901622" y="915120"/>
                  </a:lnTo>
                  <a:lnTo>
                    <a:pt x="897861" y="924832"/>
                  </a:lnTo>
                  <a:lnTo>
                    <a:pt x="889674" y="921348"/>
                  </a:lnTo>
                  <a:lnTo>
                    <a:pt x="886374" y="907433"/>
                  </a:lnTo>
                  <a:lnTo>
                    <a:pt x="892477" y="886604"/>
                  </a:lnTo>
                  <a:lnTo>
                    <a:pt x="907098" y="885814"/>
                  </a:lnTo>
                  <a:lnTo>
                    <a:pt x="913422" y="90652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h9100"/>
            <p:cNvSpPr/>
            <p:nvPr/>
          </p:nvSpPr>
          <p:spPr>
            <a:xfrm>
              <a:off x="2529225" y="2540783"/>
              <a:ext cx="921424" cy="1234997"/>
            </a:xfrm>
            <a:custGeom>
              <a:avLst/>
              <a:pathLst>
                <a:path w="921424" h="1234997">
                  <a:moveTo>
                    <a:pt x="914400" y="914399"/>
                  </a:moveTo>
                  <a:lnTo>
                    <a:pt x="909495" y="924643"/>
                  </a:lnTo>
                  <a:lnTo>
                    <a:pt x="902286" y="931386"/>
                  </a:lnTo>
                  <a:lnTo>
                    <a:pt x="883424" y="938541"/>
                  </a:lnTo>
                  <a:lnTo>
                    <a:pt x="867088" y="948527"/>
                  </a:lnTo>
                  <a:lnTo>
                    <a:pt x="852522" y="966079"/>
                  </a:lnTo>
                  <a:lnTo>
                    <a:pt x="847156" y="991164"/>
                  </a:lnTo>
                  <a:lnTo>
                    <a:pt x="858551" y="1009523"/>
                  </a:lnTo>
                  <a:lnTo>
                    <a:pt x="879275" y="1019578"/>
                  </a:lnTo>
                  <a:lnTo>
                    <a:pt x="884548" y="1054529"/>
                  </a:lnTo>
                  <a:lnTo>
                    <a:pt x="867438" y="1071773"/>
                  </a:lnTo>
                  <a:lnTo>
                    <a:pt x="823537" y="1088982"/>
                  </a:lnTo>
                  <a:lnTo>
                    <a:pt x="818928" y="1130522"/>
                  </a:lnTo>
                  <a:lnTo>
                    <a:pt x="820347" y="1163259"/>
                  </a:lnTo>
                  <a:lnTo>
                    <a:pt x="819555" y="1187057"/>
                  </a:lnTo>
                  <a:lnTo>
                    <a:pt x="816070" y="1219983"/>
                  </a:lnTo>
                  <a:lnTo>
                    <a:pt x="780558" y="1234997"/>
                  </a:lnTo>
                  <a:lnTo>
                    <a:pt x="757640" y="1184844"/>
                  </a:lnTo>
                  <a:lnTo>
                    <a:pt x="757437" y="1164769"/>
                  </a:lnTo>
                  <a:lnTo>
                    <a:pt x="750597" y="1141331"/>
                  </a:lnTo>
                  <a:lnTo>
                    <a:pt x="749306" y="1121359"/>
                  </a:lnTo>
                  <a:lnTo>
                    <a:pt x="741193" y="1089411"/>
                  </a:lnTo>
                  <a:lnTo>
                    <a:pt x="707599" y="1080763"/>
                  </a:lnTo>
                  <a:lnTo>
                    <a:pt x="694564" y="1079631"/>
                  </a:lnTo>
                  <a:lnTo>
                    <a:pt x="676328" y="1085568"/>
                  </a:lnTo>
                  <a:lnTo>
                    <a:pt x="671811" y="1083251"/>
                  </a:lnTo>
                  <a:lnTo>
                    <a:pt x="649981" y="1039619"/>
                  </a:lnTo>
                  <a:lnTo>
                    <a:pt x="653576" y="991473"/>
                  </a:lnTo>
                  <a:lnTo>
                    <a:pt x="641923" y="967177"/>
                  </a:lnTo>
                  <a:lnTo>
                    <a:pt x="640319" y="956179"/>
                  </a:lnTo>
                  <a:lnTo>
                    <a:pt x="640596" y="943997"/>
                  </a:lnTo>
                  <a:lnTo>
                    <a:pt x="631026" y="933960"/>
                  </a:lnTo>
                  <a:lnTo>
                    <a:pt x="619410" y="928641"/>
                  </a:lnTo>
                  <a:lnTo>
                    <a:pt x="613768" y="901548"/>
                  </a:lnTo>
                  <a:lnTo>
                    <a:pt x="627118" y="894977"/>
                  </a:lnTo>
                  <a:lnTo>
                    <a:pt x="660121" y="898151"/>
                  </a:lnTo>
                  <a:lnTo>
                    <a:pt x="669765" y="896298"/>
                  </a:lnTo>
                  <a:lnTo>
                    <a:pt x="678596" y="890653"/>
                  </a:lnTo>
                  <a:lnTo>
                    <a:pt x="705295" y="846111"/>
                  </a:lnTo>
                  <a:lnTo>
                    <a:pt x="704520" y="836296"/>
                  </a:lnTo>
                  <a:lnTo>
                    <a:pt x="707378" y="823565"/>
                  </a:lnTo>
                  <a:lnTo>
                    <a:pt x="736270" y="818847"/>
                  </a:lnTo>
                  <a:lnTo>
                    <a:pt x="749140" y="836056"/>
                  </a:lnTo>
                  <a:lnTo>
                    <a:pt x="746559" y="863612"/>
                  </a:lnTo>
                  <a:lnTo>
                    <a:pt x="748200" y="898923"/>
                  </a:lnTo>
                  <a:lnTo>
                    <a:pt x="765697" y="908531"/>
                  </a:lnTo>
                  <a:lnTo>
                    <a:pt x="772519" y="909938"/>
                  </a:lnTo>
                  <a:lnTo>
                    <a:pt x="779802" y="883858"/>
                  </a:lnTo>
                  <a:lnTo>
                    <a:pt x="784910" y="871179"/>
                  </a:lnTo>
                  <a:lnTo>
                    <a:pt x="791842" y="864109"/>
                  </a:lnTo>
                  <a:lnTo>
                    <a:pt x="794202" y="840277"/>
                  </a:lnTo>
                  <a:lnTo>
                    <a:pt x="790091" y="825727"/>
                  </a:lnTo>
                  <a:lnTo>
                    <a:pt x="781333" y="814883"/>
                  </a:lnTo>
                  <a:lnTo>
                    <a:pt x="814042" y="785371"/>
                  </a:lnTo>
                  <a:lnTo>
                    <a:pt x="847894" y="762002"/>
                  </a:lnTo>
                  <a:lnTo>
                    <a:pt x="867585" y="760784"/>
                  </a:lnTo>
                  <a:lnTo>
                    <a:pt x="887406" y="766498"/>
                  </a:lnTo>
                  <a:lnTo>
                    <a:pt x="905826" y="774390"/>
                  </a:lnTo>
                  <a:lnTo>
                    <a:pt x="915819" y="781185"/>
                  </a:lnTo>
                  <a:lnTo>
                    <a:pt x="921424" y="792097"/>
                  </a:lnTo>
                  <a:lnTo>
                    <a:pt x="909071" y="818109"/>
                  </a:lnTo>
                  <a:lnTo>
                    <a:pt x="905641" y="832350"/>
                  </a:lnTo>
                  <a:lnTo>
                    <a:pt x="913939" y="8792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h9101"/>
            <p:cNvSpPr/>
            <p:nvPr/>
          </p:nvSpPr>
          <p:spPr>
            <a:xfrm>
              <a:off x="1991850" y="2734135"/>
              <a:ext cx="1141187" cy="1029805"/>
            </a:xfrm>
            <a:custGeom>
              <a:avLst/>
              <a:pathLst>
                <a:path w="1141187" h="1029805">
                  <a:moveTo>
                    <a:pt x="914400" y="1023045"/>
                  </a:moveTo>
                  <a:lnTo>
                    <a:pt x="902360" y="1019939"/>
                  </a:lnTo>
                  <a:lnTo>
                    <a:pt x="893786" y="1012544"/>
                  </a:lnTo>
                  <a:lnTo>
                    <a:pt x="871679" y="1017812"/>
                  </a:lnTo>
                  <a:lnTo>
                    <a:pt x="842086" y="1029805"/>
                  </a:lnTo>
                  <a:lnTo>
                    <a:pt x="825658" y="1029205"/>
                  </a:lnTo>
                  <a:lnTo>
                    <a:pt x="812603" y="1016319"/>
                  </a:lnTo>
                  <a:lnTo>
                    <a:pt x="759189" y="997960"/>
                  </a:lnTo>
                  <a:lnTo>
                    <a:pt x="750560" y="996484"/>
                  </a:lnTo>
                  <a:lnTo>
                    <a:pt x="715269" y="995678"/>
                  </a:lnTo>
                  <a:lnTo>
                    <a:pt x="713592" y="966681"/>
                  </a:lnTo>
                  <a:lnTo>
                    <a:pt x="709222" y="945731"/>
                  </a:lnTo>
                  <a:lnTo>
                    <a:pt x="696887" y="914555"/>
                  </a:lnTo>
                  <a:lnTo>
                    <a:pt x="715177" y="907040"/>
                  </a:lnTo>
                  <a:lnTo>
                    <a:pt x="711637" y="846283"/>
                  </a:lnTo>
                  <a:lnTo>
                    <a:pt x="704999" y="814781"/>
                  </a:lnTo>
                  <a:lnTo>
                    <a:pt x="653908" y="782421"/>
                  </a:lnTo>
                  <a:lnTo>
                    <a:pt x="613658" y="750971"/>
                  </a:lnTo>
                  <a:lnTo>
                    <a:pt x="622951" y="645071"/>
                  </a:lnTo>
                  <a:lnTo>
                    <a:pt x="626915" y="616538"/>
                  </a:lnTo>
                  <a:lnTo>
                    <a:pt x="611648" y="561186"/>
                  </a:lnTo>
                  <a:lnTo>
                    <a:pt x="613234" y="497478"/>
                  </a:lnTo>
                  <a:lnTo>
                    <a:pt x="619669" y="397087"/>
                  </a:lnTo>
                  <a:lnTo>
                    <a:pt x="632465" y="393158"/>
                  </a:lnTo>
                  <a:lnTo>
                    <a:pt x="641849" y="393638"/>
                  </a:lnTo>
                  <a:lnTo>
                    <a:pt x="678043" y="411654"/>
                  </a:lnTo>
                  <a:lnTo>
                    <a:pt x="693107" y="413456"/>
                  </a:lnTo>
                  <a:lnTo>
                    <a:pt x="703432" y="429550"/>
                  </a:lnTo>
                  <a:lnTo>
                    <a:pt x="715528" y="436173"/>
                  </a:lnTo>
                  <a:lnTo>
                    <a:pt x="724286" y="419084"/>
                  </a:lnTo>
                  <a:lnTo>
                    <a:pt x="727697" y="389863"/>
                  </a:lnTo>
                  <a:lnTo>
                    <a:pt x="756386" y="352047"/>
                  </a:lnTo>
                  <a:lnTo>
                    <a:pt x="776483" y="338081"/>
                  </a:lnTo>
                  <a:lnTo>
                    <a:pt x="790183" y="331389"/>
                  </a:lnTo>
                  <a:lnTo>
                    <a:pt x="804011" y="346642"/>
                  </a:lnTo>
                  <a:lnTo>
                    <a:pt x="814595" y="363783"/>
                  </a:lnTo>
                  <a:lnTo>
                    <a:pt x="817102" y="326276"/>
                  </a:lnTo>
                  <a:lnTo>
                    <a:pt x="825639" y="254830"/>
                  </a:lnTo>
                  <a:lnTo>
                    <a:pt x="798369" y="243609"/>
                  </a:lnTo>
                  <a:lnTo>
                    <a:pt x="776152" y="253286"/>
                  </a:lnTo>
                  <a:lnTo>
                    <a:pt x="754118" y="298566"/>
                  </a:lnTo>
                  <a:lnTo>
                    <a:pt x="734463" y="355479"/>
                  </a:lnTo>
                  <a:lnTo>
                    <a:pt x="702584" y="360712"/>
                  </a:lnTo>
                  <a:lnTo>
                    <a:pt x="677140" y="376823"/>
                  </a:lnTo>
                  <a:lnTo>
                    <a:pt x="654166" y="360111"/>
                  </a:lnTo>
                  <a:lnTo>
                    <a:pt x="639360" y="345390"/>
                  </a:lnTo>
                  <a:lnTo>
                    <a:pt x="638992" y="323839"/>
                  </a:lnTo>
                  <a:lnTo>
                    <a:pt x="642347" y="310834"/>
                  </a:lnTo>
                  <a:lnTo>
                    <a:pt x="669340" y="264421"/>
                  </a:lnTo>
                  <a:lnTo>
                    <a:pt x="705497" y="219845"/>
                  </a:lnTo>
                  <a:lnTo>
                    <a:pt x="741931" y="220274"/>
                  </a:lnTo>
                  <a:lnTo>
                    <a:pt x="768500" y="206033"/>
                  </a:lnTo>
                  <a:lnTo>
                    <a:pt x="784375" y="204334"/>
                  </a:lnTo>
                  <a:lnTo>
                    <a:pt x="833936" y="207457"/>
                  </a:lnTo>
                  <a:lnTo>
                    <a:pt x="859381" y="197694"/>
                  </a:lnTo>
                  <a:lnTo>
                    <a:pt x="882170" y="177259"/>
                  </a:lnTo>
                  <a:lnTo>
                    <a:pt x="931418" y="90834"/>
                  </a:lnTo>
                  <a:lnTo>
                    <a:pt x="959204" y="54802"/>
                  </a:lnTo>
                  <a:lnTo>
                    <a:pt x="1015237" y="42122"/>
                  </a:lnTo>
                  <a:lnTo>
                    <a:pt x="1067011" y="531"/>
                  </a:lnTo>
                  <a:lnTo>
                    <a:pt x="1081484" y="0"/>
                  </a:lnTo>
                  <a:lnTo>
                    <a:pt x="1057128" y="31004"/>
                  </a:lnTo>
                  <a:lnTo>
                    <a:pt x="1053219" y="42997"/>
                  </a:lnTo>
                  <a:lnTo>
                    <a:pt x="1050269" y="61391"/>
                  </a:lnTo>
                  <a:lnTo>
                    <a:pt x="1067730" y="101335"/>
                  </a:lnTo>
                  <a:lnTo>
                    <a:pt x="1064042" y="125647"/>
                  </a:lnTo>
                  <a:lnTo>
                    <a:pt x="1065277" y="173484"/>
                  </a:lnTo>
                  <a:lnTo>
                    <a:pt x="1048812" y="198415"/>
                  </a:lnTo>
                  <a:lnTo>
                    <a:pt x="1030227" y="251450"/>
                  </a:lnTo>
                  <a:lnTo>
                    <a:pt x="1022225" y="259257"/>
                  </a:lnTo>
                  <a:lnTo>
                    <a:pt x="1020510" y="321163"/>
                  </a:lnTo>
                  <a:lnTo>
                    <a:pt x="1022335" y="335936"/>
                  </a:lnTo>
                  <a:lnTo>
                    <a:pt x="1019699" y="392300"/>
                  </a:lnTo>
                  <a:lnTo>
                    <a:pt x="1038745" y="415377"/>
                  </a:lnTo>
                  <a:lnTo>
                    <a:pt x="1058879" y="427439"/>
                  </a:lnTo>
                  <a:lnTo>
                    <a:pt x="1126030" y="427011"/>
                  </a:lnTo>
                  <a:lnTo>
                    <a:pt x="1133000" y="437151"/>
                  </a:lnTo>
                  <a:lnTo>
                    <a:pt x="1141187" y="454583"/>
                  </a:lnTo>
                  <a:lnTo>
                    <a:pt x="1135194" y="484181"/>
                  </a:lnTo>
                  <a:lnTo>
                    <a:pt x="1128022" y="506504"/>
                  </a:lnTo>
                  <a:lnTo>
                    <a:pt x="1108570" y="525309"/>
                  </a:lnTo>
                  <a:lnTo>
                    <a:pt x="1083605" y="539327"/>
                  </a:lnTo>
                  <a:lnTo>
                    <a:pt x="1068080" y="539944"/>
                  </a:lnTo>
                  <a:lnTo>
                    <a:pt x="1046932" y="513298"/>
                  </a:lnTo>
                  <a:lnTo>
                    <a:pt x="1036883" y="521946"/>
                  </a:lnTo>
                  <a:lnTo>
                    <a:pt x="1026502" y="535535"/>
                  </a:lnTo>
                  <a:lnTo>
                    <a:pt x="1009115" y="608456"/>
                  </a:lnTo>
                  <a:lnTo>
                    <a:pt x="1000874" y="657717"/>
                  </a:lnTo>
                  <a:lnTo>
                    <a:pt x="996412" y="661715"/>
                  </a:lnTo>
                  <a:lnTo>
                    <a:pt x="986584" y="654457"/>
                  </a:lnTo>
                  <a:lnTo>
                    <a:pt x="969603" y="653891"/>
                  </a:lnTo>
                  <a:lnTo>
                    <a:pt x="948141" y="665575"/>
                  </a:lnTo>
                  <a:lnTo>
                    <a:pt x="959148" y="676025"/>
                  </a:lnTo>
                  <a:lnTo>
                    <a:pt x="970783" y="694178"/>
                  </a:lnTo>
                  <a:lnTo>
                    <a:pt x="966136" y="703271"/>
                  </a:lnTo>
                  <a:lnTo>
                    <a:pt x="947256" y="713103"/>
                  </a:lnTo>
                  <a:lnTo>
                    <a:pt x="930514" y="732989"/>
                  </a:lnTo>
                  <a:lnTo>
                    <a:pt x="923508" y="748037"/>
                  </a:lnTo>
                  <a:lnTo>
                    <a:pt x="902396" y="765847"/>
                  </a:lnTo>
                  <a:lnTo>
                    <a:pt x="889121" y="788427"/>
                  </a:lnTo>
                  <a:lnTo>
                    <a:pt x="895630" y="816411"/>
                  </a:lnTo>
                  <a:lnTo>
                    <a:pt x="898395" y="840981"/>
                  </a:lnTo>
                  <a:lnTo>
                    <a:pt x="904203" y="868125"/>
                  </a:lnTo>
                  <a:lnTo>
                    <a:pt x="898967" y="889796"/>
                  </a:lnTo>
                  <a:lnTo>
                    <a:pt x="872822" y="920886"/>
                  </a:lnTo>
                  <a:lnTo>
                    <a:pt x="863179" y="947841"/>
                  </a:lnTo>
                  <a:lnTo>
                    <a:pt x="885581" y="947498"/>
                  </a:lnTo>
                  <a:lnTo>
                    <a:pt x="899373" y="953727"/>
                  </a:lnTo>
                  <a:lnTo>
                    <a:pt x="907448" y="961688"/>
                  </a:lnTo>
                  <a:lnTo>
                    <a:pt x="915782" y="972978"/>
                  </a:lnTo>
                  <a:lnTo>
                    <a:pt x="910675" y="986927"/>
                  </a:lnTo>
                  <a:lnTo>
                    <a:pt x="917184" y="10230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h9102"/>
            <p:cNvSpPr/>
            <p:nvPr/>
          </p:nvSpPr>
          <p:spPr>
            <a:xfrm>
              <a:off x="2173445" y="2585531"/>
              <a:ext cx="939401" cy="1093203"/>
            </a:xfrm>
            <a:custGeom>
              <a:avLst/>
              <a:pathLst>
                <a:path w="939401" h="1093203">
                  <a:moveTo>
                    <a:pt x="914400" y="914400"/>
                  </a:moveTo>
                  <a:lnTo>
                    <a:pt x="924079" y="953503"/>
                  </a:lnTo>
                  <a:lnTo>
                    <a:pt x="939401" y="997238"/>
                  </a:lnTo>
                  <a:lnTo>
                    <a:pt x="933003" y="1015546"/>
                  </a:lnTo>
                  <a:lnTo>
                    <a:pt x="937355" y="1039001"/>
                  </a:lnTo>
                  <a:lnTo>
                    <a:pt x="932985" y="1063468"/>
                  </a:lnTo>
                  <a:lnTo>
                    <a:pt x="902507" y="1091916"/>
                  </a:lnTo>
                  <a:lnTo>
                    <a:pt x="868323" y="1093203"/>
                  </a:lnTo>
                  <a:lnTo>
                    <a:pt x="832793" y="1079459"/>
                  </a:lnTo>
                  <a:lnTo>
                    <a:pt x="782605" y="1053002"/>
                  </a:lnTo>
                  <a:lnTo>
                    <a:pt x="778567" y="1038143"/>
                  </a:lnTo>
                  <a:lnTo>
                    <a:pt x="771524" y="1029907"/>
                  </a:lnTo>
                  <a:lnTo>
                    <a:pt x="758101" y="984816"/>
                  </a:lnTo>
                  <a:lnTo>
                    <a:pt x="758414" y="929207"/>
                  </a:lnTo>
                  <a:lnTo>
                    <a:pt x="783637" y="922241"/>
                  </a:lnTo>
                  <a:lnTo>
                    <a:pt x="838749" y="895697"/>
                  </a:lnTo>
                  <a:lnTo>
                    <a:pt x="851489" y="899867"/>
                  </a:lnTo>
                  <a:lnTo>
                    <a:pt x="864783" y="913439"/>
                  </a:lnTo>
                  <a:lnTo>
                    <a:pt x="880086" y="914245"/>
                  </a:lnTo>
                  <a:lnTo>
                    <a:pt x="902304" y="894994"/>
                  </a:lnTo>
                  <a:lnTo>
                    <a:pt x="906526" y="8960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h9103"/>
            <p:cNvSpPr/>
            <p:nvPr/>
          </p:nvSpPr>
          <p:spPr>
            <a:xfrm>
              <a:off x="2334225" y="2841356"/>
              <a:ext cx="957360" cy="984936"/>
            </a:xfrm>
            <a:custGeom>
              <a:avLst/>
              <a:pathLst>
                <a:path w="957360" h="984936">
                  <a:moveTo>
                    <a:pt x="914400" y="914400"/>
                  </a:moveTo>
                  <a:lnTo>
                    <a:pt x="937004" y="913147"/>
                  </a:lnTo>
                  <a:lnTo>
                    <a:pt x="952382" y="922189"/>
                  </a:lnTo>
                  <a:lnTo>
                    <a:pt x="956051" y="936156"/>
                  </a:lnTo>
                  <a:lnTo>
                    <a:pt x="957360" y="967160"/>
                  </a:lnTo>
                  <a:lnTo>
                    <a:pt x="941208" y="976203"/>
                  </a:lnTo>
                  <a:lnTo>
                    <a:pt x="923379" y="973131"/>
                  </a:lnTo>
                  <a:lnTo>
                    <a:pt x="899114" y="984936"/>
                  </a:lnTo>
                  <a:lnTo>
                    <a:pt x="819462" y="934251"/>
                  </a:lnTo>
                  <a:lnTo>
                    <a:pt x="820624" y="891991"/>
                  </a:lnTo>
                  <a:lnTo>
                    <a:pt x="823814" y="875399"/>
                  </a:lnTo>
                  <a:lnTo>
                    <a:pt x="861556" y="871453"/>
                  </a:lnTo>
                  <a:lnTo>
                    <a:pt x="880990" y="8925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h9104"/>
            <p:cNvSpPr/>
            <p:nvPr/>
          </p:nvSpPr>
          <p:spPr>
            <a:xfrm>
              <a:off x="2173999" y="2871057"/>
              <a:ext cx="963740" cy="914400"/>
            </a:xfrm>
            <a:custGeom>
              <a:avLst/>
              <a:pathLst>
                <a:path w="963740" h="914400">
                  <a:moveTo>
                    <a:pt x="914400" y="914400"/>
                  </a:moveTo>
                  <a:lnTo>
                    <a:pt x="903023" y="885934"/>
                  </a:lnTo>
                  <a:lnTo>
                    <a:pt x="901548" y="877029"/>
                  </a:lnTo>
                  <a:lnTo>
                    <a:pt x="914916" y="858808"/>
                  </a:lnTo>
                  <a:lnTo>
                    <a:pt x="923563" y="838167"/>
                  </a:lnTo>
                  <a:lnTo>
                    <a:pt x="945928" y="806476"/>
                  </a:lnTo>
                  <a:lnTo>
                    <a:pt x="958817" y="769346"/>
                  </a:lnTo>
                  <a:lnTo>
                    <a:pt x="963740" y="769929"/>
                  </a:lnTo>
                  <a:lnTo>
                    <a:pt x="958024" y="802993"/>
                  </a:lnTo>
                  <a:lnTo>
                    <a:pt x="928652" y="895217"/>
                  </a:lnTo>
                  <a:lnTo>
                    <a:pt x="922770" y="9124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h9105"/>
            <p:cNvSpPr/>
            <p:nvPr/>
          </p:nvSpPr>
          <p:spPr>
            <a:xfrm>
              <a:off x="2517867" y="2798736"/>
              <a:ext cx="921609" cy="934920"/>
            </a:xfrm>
            <a:custGeom>
              <a:avLst/>
              <a:pathLst>
                <a:path w="921609" h="934920">
                  <a:moveTo>
                    <a:pt x="914400" y="914400"/>
                  </a:moveTo>
                  <a:lnTo>
                    <a:pt x="885415" y="910556"/>
                  </a:lnTo>
                  <a:lnTo>
                    <a:pt x="852743" y="934920"/>
                  </a:lnTo>
                  <a:lnTo>
                    <a:pt x="840353" y="927217"/>
                  </a:lnTo>
                  <a:lnTo>
                    <a:pt x="845036" y="911654"/>
                  </a:lnTo>
                  <a:lnTo>
                    <a:pt x="848447" y="905992"/>
                  </a:lnTo>
                  <a:lnTo>
                    <a:pt x="859436" y="899386"/>
                  </a:lnTo>
                  <a:lnTo>
                    <a:pt x="866774" y="889726"/>
                  </a:lnTo>
                  <a:lnTo>
                    <a:pt x="869651" y="874610"/>
                  </a:lnTo>
                  <a:lnTo>
                    <a:pt x="876454" y="882760"/>
                  </a:lnTo>
                  <a:lnTo>
                    <a:pt x="896681" y="886175"/>
                  </a:lnTo>
                  <a:lnTo>
                    <a:pt x="906563" y="890996"/>
                  </a:lnTo>
                  <a:lnTo>
                    <a:pt x="914824" y="898082"/>
                  </a:lnTo>
                  <a:lnTo>
                    <a:pt x="921609" y="9091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h9106"/>
            <p:cNvSpPr/>
            <p:nvPr/>
          </p:nvSpPr>
          <p:spPr>
            <a:xfrm>
              <a:off x="2529298" y="2586800"/>
              <a:ext cx="932174" cy="914399"/>
            </a:xfrm>
            <a:custGeom>
              <a:avLst/>
              <a:pathLst>
                <a:path w="932174" h="914399">
                  <a:moveTo>
                    <a:pt x="914400" y="914399"/>
                  </a:moveTo>
                  <a:lnTo>
                    <a:pt x="910491" y="913610"/>
                  </a:lnTo>
                  <a:lnTo>
                    <a:pt x="904720" y="893106"/>
                  </a:lnTo>
                  <a:lnTo>
                    <a:pt x="914086" y="880633"/>
                  </a:lnTo>
                  <a:lnTo>
                    <a:pt x="919617" y="870046"/>
                  </a:lnTo>
                  <a:lnTo>
                    <a:pt x="923545" y="870355"/>
                  </a:lnTo>
                  <a:lnTo>
                    <a:pt x="928910" y="881799"/>
                  </a:lnTo>
                  <a:lnTo>
                    <a:pt x="932174" y="89945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h9107"/>
            <p:cNvSpPr/>
            <p:nvPr/>
          </p:nvSpPr>
          <p:spPr>
            <a:xfrm>
              <a:off x="2122557" y="2838697"/>
              <a:ext cx="930938" cy="914400"/>
            </a:xfrm>
            <a:custGeom>
              <a:avLst/>
              <a:pathLst>
                <a:path w="930938" h="914400">
                  <a:moveTo>
                    <a:pt x="914400" y="914400"/>
                  </a:moveTo>
                  <a:lnTo>
                    <a:pt x="899907" y="906747"/>
                  </a:lnTo>
                  <a:lnTo>
                    <a:pt x="876325" y="877922"/>
                  </a:lnTo>
                  <a:lnTo>
                    <a:pt x="873357" y="870269"/>
                  </a:lnTo>
                  <a:lnTo>
                    <a:pt x="885747" y="875159"/>
                  </a:lnTo>
                  <a:lnTo>
                    <a:pt x="901124" y="890224"/>
                  </a:lnTo>
                  <a:lnTo>
                    <a:pt x="913717" y="893432"/>
                  </a:lnTo>
                  <a:lnTo>
                    <a:pt x="930938" y="906181"/>
                  </a:lnTo>
                  <a:lnTo>
                    <a:pt x="927066" y="9107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h9108"/>
            <p:cNvSpPr/>
            <p:nvPr/>
          </p:nvSpPr>
          <p:spPr>
            <a:xfrm>
              <a:off x="2035677" y="2826292"/>
              <a:ext cx="934054" cy="914400"/>
            </a:xfrm>
            <a:custGeom>
              <a:avLst/>
              <a:pathLst>
                <a:path w="934054" h="914400">
                  <a:moveTo>
                    <a:pt x="914400" y="914400"/>
                  </a:moveTo>
                  <a:lnTo>
                    <a:pt x="904351" y="905906"/>
                  </a:lnTo>
                  <a:lnTo>
                    <a:pt x="885913" y="902612"/>
                  </a:lnTo>
                  <a:lnTo>
                    <a:pt x="879294" y="848530"/>
                  </a:lnTo>
                  <a:lnTo>
                    <a:pt x="881193" y="845321"/>
                  </a:lnTo>
                  <a:lnTo>
                    <a:pt x="890467" y="849113"/>
                  </a:lnTo>
                  <a:lnTo>
                    <a:pt x="922273" y="874336"/>
                  </a:lnTo>
                  <a:lnTo>
                    <a:pt x="933391" y="901943"/>
                  </a:lnTo>
                  <a:lnTo>
                    <a:pt x="934054" y="9095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h9109"/>
            <p:cNvSpPr/>
            <p:nvPr/>
          </p:nvSpPr>
          <p:spPr>
            <a:xfrm>
              <a:off x="2155229" y="2512626"/>
              <a:ext cx="927878" cy="914400"/>
            </a:xfrm>
            <a:custGeom>
              <a:avLst/>
              <a:pathLst>
                <a:path w="927878" h="914400">
                  <a:moveTo>
                    <a:pt x="914400" y="914400"/>
                  </a:moveTo>
                  <a:lnTo>
                    <a:pt x="902433" y="907828"/>
                  </a:lnTo>
                  <a:lnTo>
                    <a:pt x="901179" y="885094"/>
                  </a:lnTo>
                  <a:lnTo>
                    <a:pt x="905715" y="864676"/>
                  </a:lnTo>
                  <a:lnTo>
                    <a:pt x="900387" y="846420"/>
                  </a:lnTo>
                  <a:lnTo>
                    <a:pt x="906250" y="834683"/>
                  </a:lnTo>
                  <a:lnTo>
                    <a:pt x="923084" y="862016"/>
                  </a:lnTo>
                  <a:lnTo>
                    <a:pt x="927878" y="874867"/>
                  </a:lnTo>
                  <a:lnTo>
                    <a:pt x="921387" y="890224"/>
                  </a:lnTo>
                  <a:lnTo>
                    <a:pt x="917608" y="90808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h9110"/>
            <p:cNvSpPr/>
            <p:nvPr/>
          </p:nvSpPr>
          <p:spPr>
            <a:xfrm>
              <a:off x="2234733" y="1998178"/>
              <a:ext cx="945191" cy="914400"/>
            </a:xfrm>
            <a:custGeom>
              <a:avLst/>
              <a:pathLst>
                <a:path w="945191" h="914400">
                  <a:moveTo>
                    <a:pt x="914400" y="914400"/>
                  </a:moveTo>
                  <a:lnTo>
                    <a:pt x="888420" y="902749"/>
                  </a:lnTo>
                  <a:lnTo>
                    <a:pt x="899889" y="886466"/>
                  </a:lnTo>
                  <a:lnTo>
                    <a:pt x="928431" y="878968"/>
                  </a:lnTo>
                  <a:lnTo>
                    <a:pt x="945191" y="881439"/>
                  </a:lnTo>
                  <a:lnTo>
                    <a:pt x="926753" y="897602"/>
                  </a:lnTo>
                  <a:lnTo>
                    <a:pt x="922088" y="9061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h9111"/>
            <p:cNvSpPr/>
            <p:nvPr/>
          </p:nvSpPr>
          <p:spPr>
            <a:xfrm>
              <a:off x="2997383" y="2779742"/>
              <a:ext cx="930699" cy="914400"/>
            </a:xfrm>
            <a:custGeom>
              <a:avLst/>
              <a:pathLst>
                <a:path w="930699" h="914400">
                  <a:moveTo>
                    <a:pt x="914400" y="914400"/>
                  </a:moveTo>
                  <a:lnTo>
                    <a:pt x="883202" y="904551"/>
                  </a:lnTo>
                  <a:lnTo>
                    <a:pt x="845183" y="880204"/>
                  </a:lnTo>
                  <a:lnTo>
                    <a:pt x="850752" y="832487"/>
                  </a:lnTo>
                  <a:lnTo>
                    <a:pt x="860505" y="811863"/>
                  </a:lnTo>
                  <a:lnTo>
                    <a:pt x="929851" y="865345"/>
                  </a:lnTo>
                  <a:lnTo>
                    <a:pt x="930699" y="885505"/>
                  </a:lnTo>
                  <a:lnTo>
                    <a:pt x="921369" y="90844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t9112"/>
            <p:cNvSpPr/>
            <p:nvPr/>
          </p:nvSpPr>
          <p:spPr>
            <a:xfrm>
              <a:off x="3110108" y="2274708"/>
              <a:ext cx="117405" cy="117405"/>
            </a:xfrm>
            <a:prstGeom prst="ellipse">
              <a:avLst/>
            </a:prstGeom>
            <a:solidFill>
              <a:srgbClr val="FEE49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t9113"/>
            <p:cNvSpPr/>
            <p:nvPr/>
          </p:nvSpPr>
          <p:spPr>
            <a:xfrm>
              <a:off x="3195572" y="2564527"/>
              <a:ext cx="117405" cy="117405"/>
            </a:xfrm>
            <a:prstGeom prst="ellipse">
              <a:avLst/>
            </a:prstGeom>
            <a:solidFill>
              <a:srgbClr val="1A985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t9114"/>
            <p:cNvSpPr/>
            <p:nvPr/>
          </p:nvSpPr>
          <p:spPr>
            <a:xfrm>
              <a:off x="3381187" y="3216587"/>
              <a:ext cx="117405" cy="117405"/>
            </a:xfrm>
            <a:prstGeom prst="ellipse">
              <a:avLst/>
            </a:prstGeom>
            <a:solidFill>
              <a:srgbClr val="B2DE7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t9115"/>
            <p:cNvSpPr/>
            <p:nvPr/>
          </p:nvSpPr>
          <p:spPr>
            <a:xfrm>
              <a:off x="3447359" y="3371770"/>
              <a:ext cx="117405" cy="117405"/>
            </a:xfrm>
            <a:prstGeom prst="ellipse">
              <a:avLst/>
            </a:prstGeom>
            <a:solidFill>
              <a:srgbClr val="ECF7A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t9116"/>
            <p:cNvSpPr/>
            <p:nvPr/>
          </p:nvSpPr>
          <p:spPr>
            <a:xfrm>
              <a:off x="3462647" y="3498030"/>
              <a:ext cx="117405" cy="117405"/>
            </a:xfrm>
            <a:prstGeom prst="ellipse">
              <a:avLst/>
            </a:prstGeom>
            <a:solidFill>
              <a:srgbClr val="D9EF8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t9117"/>
            <p:cNvSpPr/>
            <p:nvPr/>
          </p:nvSpPr>
          <p:spPr>
            <a:xfrm>
              <a:off x="4098739" y="3055813"/>
              <a:ext cx="117405" cy="117405"/>
            </a:xfrm>
            <a:prstGeom prst="ellipse">
              <a:avLst/>
            </a:prstGeom>
            <a:solidFill>
              <a:srgbClr val="FFFFB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t9118"/>
            <p:cNvSpPr/>
            <p:nvPr/>
          </p:nvSpPr>
          <p:spPr>
            <a:xfrm>
              <a:off x="4170243" y="2690108"/>
              <a:ext cx="117405" cy="117405"/>
            </a:xfrm>
            <a:prstGeom prst="ellipse">
              <a:avLst/>
            </a:prstGeom>
            <a:solidFill>
              <a:srgbClr val="FFFFB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t9119"/>
            <p:cNvSpPr/>
            <p:nvPr/>
          </p:nvSpPr>
          <p:spPr>
            <a:xfrm>
              <a:off x="4613567" y="1938229"/>
              <a:ext cx="117405" cy="117405"/>
            </a:xfrm>
            <a:prstGeom prst="ellipse">
              <a:avLst/>
            </a:prstGeom>
            <a:solidFill>
              <a:srgbClr val="FFFFB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l9120"/>
            <p:cNvSpPr/>
            <p:nvPr/>
          </p:nvSpPr>
          <p:spPr>
            <a:xfrm>
              <a:off x="3511731" y="3329334"/>
              <a:ext cx="40919" cy="88831"/>
            </a:xfrm>
            <a:custGeom>
              <a:avLst/>
              <a:pathLst>
                <a:path w="40919" h="88831">
                  <a:moveTo>
                    <a:pt x="40919" y="0"/>
                  </a:moveTo>
                  <a:lnTo>
                    <a:pt x="0" y="88831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pg9121"/>
            <p:cNvSpPr/>
            <p:nvPr/>
          </p:nvSpPr>
          <p:spPr>
            <a:xfrm>
              <a:off x="2915063" y="2393065"/>
              <a:ext cx="253563" cy="156088"/>
            </a:xfrm>
            <a:custGeom>
              <a:avLst/>
              <a:pathLst>
                <a:path w="253563" h="156088">
                  <a:moveTo>
                    <a:pt x="27431" y="156088"/>
                  </a:moveTo>
                  <a:lnTo>
                    <a:pt x="226131" y="156088"/>
                  </a:lnTo>
                  <a:lnTo>
                    <a:pt x="225026" y="156065"/>
                  </a:lnTo>
                  <a:lnTo>
                    <a:pt x="229437" y="155888"/>
                  </a:lnTo>
                  <a:lnTo>
                    <a:pt x="233763" y="155005"/>
                  </a:lnTo>
                  <a:lnTo>
                    <a:pt x="237891" y="153439"/>
                  </a:lnTo>
                  <a:lnTo>
                    <a:pt x="241714" y="151232"/>
                  </a:lnTo>
                  <a:lnTo>
                    <a:pt x="245133" y="148440"/>
                  </a:lnTo>
                  <a:lnTo>
                    <a:pt x="248061" y="145135"/>
                  </a:lnTo>
                  <a:lnTo>
                    <a:pt x="250420" y="141404"/>
                  </a:lnTo>
                  <a:lnTo>
                    <a:pt x="252151" y="137342"/>
                  </a:lnTo>
                  <a:lnTo>
                    <a:pt x="253207" y="133056"/>
                  </a:lnTo>
                  <a:lnTo>
                    <a:pt x="253563" y="128656"/>
                  </a:lnTo>
                  <a:lnTo>
                    <a:pt x="253563" y="27432"/>
                  </a:lnTo>
                  <a:lnTo>
                    <a:pt x="253207" y="23031"/>
                  </a:lnTo>
                  <a:lnTo>
                    <a:pt x="252151" y="18745"/>
                  </a:lnTo>
                  <a:lnTo>
                    <a:pt x="250420" y="14683"/>
                  </a:lnTo>
                  <a:lnTo>
                    <a:pt x="248061" y="10952"/>
                  </a:lnTo>
                  <a:lnTo>
                    <a:pt x="245133" y="7647"/>
                  </a:lnTo>
                  <a:lnTo>
                    <a:pt x="241714" y="4855"/>
                  </a:lnTo>
                  <a:lnTo>
                    <a:pt x="237891" y="2648"/>
                  </a:lnTo>
                  <a:lnTo>
                    <a:pt x="233763" y="1083"/>
                  </a:lnTo>
                  <a:lnTo>
                    <a:pt x="229437" y="200"/>
                  </a:lnTo>
                  <a:lnTo>
                    <a:pt x="226131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2" name="tx9122"/>
            <p:cNvSpPr/>
            <p:nvPr/>
          </p:nvSpPr>
          <p:spPr>
            <a:xfrm>
              <a:off x="2960783" y="2438785"/>
              <a:ext cx="162123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  <p:sp>
          <p:nvSpPr>
            <p:cNvPr id="9123" name="pg9123"/>
            <p:cNvSpPr/>
            <p:nvPr/>
          </p:nvSpPr>
          <p:spPr>
            <a:xfrm>
              <a:off x="3009326" y="2682681"/>
              <a:ext cx="236829" cy="156088"/>
            </a:xfrm>
            <a:custGeom>
              <a:avLst/>
              <a:pathLst>
                <a:path w="236829" h="156088">
                  <a:moveTo>
                    <a:pt x="27431" y="156088"/>
                  </a:moveTo>
                  <a:lnTo>
                    <a:pt x="209397" y="156088"/>
                  </a:lnTo>
                  <a:lnTo>
                    <a:pt x="208293" y="156065"/>
                  </a:lnTo>
                  <a:lnTo>
                    <a:pt x="212704" y="155888"/>
                  </a:lnTo>
                  <a:lnTo>
                    <a:pt x="217029" y="155005"/>
                  </a:lnTo>
                  <a:lnTo>
                    <a:pt x="221157" y="153439"/>
                  </a:lnTo>
                  <a:lnTo>
                    <a:pt x="224980" y="151232"/>
                  </a:lnTo>
                  <a:lnTo>
                    <a:pt x="228400" y="148440"/>
                  </a:lnTo>
                  <a:lnTo>
                    <a:pt x="231327" y="145135"/>
                  </a:lnTo>
                  <a:lnTo>
                    <a:pt x="233687" y="141404"/>
                  </a:lnTo>
                  <a:lnTo>
                    <a:pt x="235417" y="137342"/>
                  </a:lnTo>
                  <a:lnTo>
                    <a:pt x="236474" y="133056"/>
                  </a:lnTo>
                  <a:lnTo>
                    <a:pt x="236829" y="128656"/>
                  </a:lnTo>
                  <a:lnTo>
                    <a:pt x="236829" y="27432"/>
                  </a:lnTo>
                  <a:lnTo>
                    <a:pt x="236474" y="23031"/>
                  </a:lnTo>
                  <a:lnTo>
                    <a:pt x="235417" y="18745"/>
                  </a:lnTo>
                  <a:lnTo>
                    <a:pt x="233687" y="14683"/>
                  </a:lnTo>
                  <a:lnTo>
                    <a:pt x="231327" y="10952"/>
                  </a:lnTo>
                  <a:lnTo>
                    <a:pt x="228400" y="7647"/>
                  </a:lnTo>
                  <a:lnTo>
                    <a:pt x="224980" y="4855"/>
                  </a:lnTo>
                  <a:lnTo>
                    <a:pt x="221157" y="2648"/>
                  </a:lnTo>
                  <a:lnTo>
                    <a:pt x="217029" y="1083"/>
                  </a:lnTo>
                  <a:lnTo>
                    <a:pt x="212704" y="200"/>
                  </a:lnTo>
                  <a:lnTo>
                    <a:pt x="209397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4" name="tx9124"/>
            <p:cNvSpPr/>
            <p:nvPr/>
          </p:nvSpPr>
          <p:spPr>
            <a:xfrm>
              <a:off x="3055046" y="2728401"/>
              <a:ext cx="145389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VIK</a:t>
              </a:r>
            </a:p>
          </p:txBody>
        </p:sp>
        <p:sp>
          <p:nvSpPr>
            <p:cNvPr id="9125" name="pg9125"/>
            <p:cNvSpPr/>
            <p:nvPr/>
          </p:nvSpPr>
          <p:spPr>
            <a:xfrm>
              <a:off x="3164134" y="3059030"/>
              <a:ext cx="297088" cy="156088"/>
            </a:xfrm>
            <a:custGeom>
              <a:avLst/>
              <a:pathLst>
                <a:path w="297088" h="156088">
                  <a:moveTo>
                    <a:pt x="27431" y="156088"/>
                  </a:moveTo>
                  <a:lnTo>
                    <a:pt x="269656" y="156088"/>
                  </a:lnTo>
                  <a:lnTo>
                    <a:pt x="268551" y="156065"/>
                  </a:lnTo>
                  <a:lnTo>
                    <a:pt x="272963" y="155888"/>
                  </a:lnTo>
                  <a:lnTo>
                    <a:pt x="277288" y="155005"/>
                  </a:lnTo>
                  <a:lnTo>
                    <a:pt x="281416" y="153439"/>
                  </a:lnTo>
                  <a:lnTo>
                    <a:pt x="285239" y="151232"/>
                  </a:lnTo>
                  <a:lnTo>
                    <a:pt x="288659" y="148440"/>
                  </a:lnTo>
                  <a:lnTo>
                    <a:pt x="291586" y="145135"/>
                  </a:lnTo>
                  <a:lnTo>
                    <a:pt x="293946" y="141404"/>
                  </a:lnTo>
                  <a:lnTo>
                    <a:pt x="295676" y="137342"/>
                  </a:lnTo>
                  <a:lnTo>
                    <a:pt x="296733" y="133056"/>
                  </a:lnTo>
                  <a:lnTo>
                    <a:pt x="297088" y="128656"/>
                  </a:lnTo>
                  <a:lnTo>
                    <a:pt x="297088" y="27432"/>
                  </a:lnTo>
                  <a:lnTo>
                    <a:pt x="296733" y="23031"/>
                  </a:lnTo>
                  <a:lnTo>
                    <a:pt x="295676" y="18745"/>
                  </a:lnTo>
                  <a:lnTo>
                    <a:pt x="293946" y="14683"/>
                  </a:lnTo>
                  <a:lnTo>
                    <a:pt x="291586" y="10952"/>
                  </a:lnTo>
                  <a:lnTo>
                    <a:pt x="288659" y="7647"/>
                  </a:lnTo>
                  <a:lnTo>
                    <a:pt x="285239" y="4855"/>
                  </a:lnTo>
                  <a:lnTo>
                    <a:pt x="281416" y="2648"/>
                  </a:lnTo>
                  <a:lnTo>
                    <a:pt x="277288" y="1083"/>
                  </a:lnTo>
                  <a:lnTo>
                    <a:pt x="272963" y="200"/>
                  </a:lnTo>
                  <a:lnTo>
                    <a:pt x="269656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6" name="tx9126"/>
            <p:cNvSpPr/>
            <p:nvPr/>
          </p:nvSpPr>
          <p:spPr>
            <a:xfrm>
              <a:off x="3209854" y="3104750"/>
              <a:ext cx="205648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HOG</a:t>
              </a:r>
            </a:p>
          </p:txBody>
        </p:sp>
        <p:sp>
          <p:nvSpPr>
            <p:cNvPr id="9127" name="pg9127"/>
            <p:cNvSpPr/>
            <p:nvPr/>
          </p:nvSpPr>
          <p:spPr>
            <a:xfrm>
              <a:off x="3552651" y="3214840"/>
              <a:ext cx="276971" cy="156088"/>
            </a:xfrm>
            <a:custGeom>
              <a:avLst/>
              <a:pathLst>
                <a:path w="276971" h="156088">
                  <a:moveTo>
                    <a:pt x="27431" y="156088"/>
                  </a:moveTo>
                  <a:lnTo>
                    <a:pt x="249539" y="156088"/>
                  </a:lnTo>
                  <a:lnTo>
                    <a:pt x="248435" y="156065"/>
                  </a:lnTo>
                  <a:lnTo>
                    <a:pt x="252846" y="155888"/>
                  </a:lnTo>
                  <a:lnTo>
                    <a:pt x="257171" y="155005"/>
                  </a:lnTo>
                  <a:lnTo>
                    <a:pt x="261299" y="153439"/>
                  </a:lnTo>
                  <a:lnTo>
                    <a:pt x="265122" y="151232"/>
                  </a:lnTo>
                  <a:lnTo>
                    <a:pt x="268542" y="148440"/>
                  </a:lnTo>
                  <a:lnTo>
                    <a:pt x="271470" y="145135"/>
                  </a:lnTo>
                  <a:lnTo>
                    <a:pt x="273829" y="141404"/>
                  </a:lnTo>
                  <a:lnTo>
                    <a:pt x="275560" y="137342"/>
                  </a:lnTo>
                  <a:lnTo>
                    <a:pt x="276616" y="133056"/>
                  </a:lnTo>
                  <a:lnTo>
                    <a:pt x="276971" y="128656"/>
                  </a:lnTo>
                  <a:lnTo>
                    <a:pt x="276971" y="27431"/>
                  </a:lnTo>
                  <a:lnTo>
                    <a:pt x="276616" y="23031"/>
                  </a:lnTo>
                  <a:lnTo>
                    <a:pt x="275560" y="18745"/>
                  </a:lnTo>
                  <a:lnTo>
                    <a:pt x="273829" y="14683"/>
                  </a:lnTo>
                  <a:lnTo>
                    <a:pt x="271470" y="10952"/>
                  </a:lnTo>
                  <a:lnTo>
                    <a:pt x="268542" y="7647"/>
                  </a:lnTo>
                  <a:lnTo>
                    <a:pt x="265122" y="4855"/>
                  </a:lnTo>
                  <a:lnTo>
                    <a:pt x="261299" y="2648"/>
                  </a:lnTo>
                  <a:lnTo>
                    <a:pt x="257171" y="1083"/>
                  </a:lnTo>
                  <a:lnTo>
                    <a:pt x="252846" y="200"/>
                  </a:lnTo>
                  <a:lnTo>
                    <a:pt x="24953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8" name="tx9128"/>
            <p:cNvSpPr/>
            <p:nvPr/>
          </p:nvSpPr>
          <p:spPr>
            <a:xfrm>
              <a:off x="3598371" y="3260560"/>
              <a:ext cx="185531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BAR</a:t>
              </a:r>
            </a:p>
          </p:txBody>
        </p:sp>
        <p:sp>
          <p:nvSpPr>
            <p:cNvPr id="9129" name="pg9129"/>
            <p:cNvSpPr/>
            <p:nvPr/>
          </p:nvSpPr>
          <p:spPr>
            <a:xfrm>
              <a:off x="3506923" y="3616060"/>
              <a:ext cx="282000" cy="156088"/>
            </a:xfrm>
            <a:custGeom>
              <a:avLst/>
              <a:pathLst>
                <a:path w="282000" h="156088">
                  <a:moveTo>
                    <a:pt x="27431" y="156088"/>
                  </a:moveTo>
                  <a:lnTo>
                    <a:pt x="254568" y="156088"/>
                  </a:lnTo>
                  <a:lnTo>
                    <a:pt x="253464" y="156065"/>
                  </a:lnTo>
                  <a:lnTo>
                    <a:pt x="257875" y="155888"/>
                  </a:lnTo>
                  <a:lnTo>
                    <a:pt x="262201" y="155005"/>
                  </a:lnTo>
                  <a:lnTo>
                    <a:pt x="266328" y="153439"/>
                  </a:lnTo>
                  <a:lnTo>
                    <a:pt x="270152" y="151232"/>
                  </a:lnTo>
                  <a:lnTo>
                    <a:pt x="273571" y="148440"/>
                  </a:lnTo>
                  <a:lnTo>
                    <a:pt x="276499" y="145135"/>
                  </a:lnTo>
                  <a:lnTo>
                    <a:pt x="278858" y="141404"/>
                  </a:lnTo>
                  <a:lnTo>
                    <a:pt x="280589" y="137342"/>
                  </a:lnTo>
                  <a:lnTo>
                    <a:pt x="281645" y="133056"/>
                  </a:lnTo>
                  <a:lnTo>
                    <a:pt x="282000" y="128656"/>
                  </a:lnTo>
                  <a:lnTo>
                    <a:pt x="282000" y="27431"/>
                  </a:lnTo>
                  <a:lnTo>
                    <a:pt x="281645" y="23031"/>
                  </a:lnTo>
                  <a:lnTo>
                    <a:pt x="280589" y="18745"/>
                  </a:lnTo>
                  <a:lnTo>
                    <a:pt x="278858" y="14683"/>
                  </a:lnTo>
                  <a:lnTo>
                    <a:pt x="276499" y="10952"/>
                  </a:lnTo>
                  <a:lnTo>
                    <a:pt x="273571" y="7647"/>
                  </a:lnTo>
                  <a:lnTo>
                    <a:pt x="270152" y="4855"/>
                  </a:lnTo>
                  <a:lnTo>
                    <a:pt x="266328" y="2648"/>
                  </a:lnTo>
                  <a:lnTo>
                    <a:pt x="262201" y="1083"/>
                  </a:lnTo>
                  <a:lnTo>
                    <a:pt x="257875" y="200"/>
                  </a:lnTo>
                  <a:lnTo>
                    <a:pt x="25456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0" name="tx9130"/>
            <p:cNvSpPr/>
            <p:nvPr/>
          </p:nvSpPr>
          <p:spPr>
            <a:xfrm>
              <a:off x="3552643" y="3661780"/>
              <a:ext cx="190560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KUR</a:t>
              </a:r>
            </a:p>
          </p:txBody>
        </p:sp>
        <p:sp>
          <p:nvSpPr>
            <p:cNvPr id="9131" name="pg9131"/>
            <p:cNvSpPr/>
            <p:nvPr/>
          </p:nvSpPr>
          <p:spPr>
            <a:xfrm>
              <a:off x="3921177" y="3174238"/>
              <a:ext cx="261975" cy="156088"/>
            </a:xfrm>
            <a:custGeom>
              <a:avLst/>
              <a:pathLst>
                <a:path w="261975" h="156088">
                  <a:moveTo>
                    <a:pt x="27431" y="156088"/>
                  </a:moveTo>
                  <a:lnTo>
                    <a:pt x="234543" y="156088"/>
                  </a:lnTo>
                  <a:lnTo>
                    <a:pt x="233439" y="156065"/>
                  </a:lnTo>
                  <a:lnTo>
                    <a:pt x="237850" y="155888"/>
                  </a:lnTo>
                  <a:lnTo>
                    <a:pt x="242175" y="155005"/>
                  </a:lnTo>
                  <a:lnTo>
                    <a:pt x="246303" y="153439"/>
                  </a:lnTo>
                  <a:lnTo>
                    <a:pt x="250126" y="151232"/>
                  </a:lnTo>
                  <a:lnTo>
                    <a:pt x="253546" y="148440"/>
                  </a:lnTo>
                  <a:lnTo>
                    <a:pt x="256473" y="145135"/>
                  </a:lnTo>
                  <a:lnTo>
                    <a:pt x="258833" y="141404"/>
                  </a:lnTo>
                  <a:lnTo>
                    <a:pt x="260563" y="137342"/>
                  </a:lnTo>
                  <a:lnTo>
                    <a:pt x="261620" y="133056"/>
                  </a:lnTo>
                  <a:lnTo>
                    <a:pt x="261975" y="128656"/>
                  </a:lnTo>
                  <a:lnTo>
                    <a:pt x="261975" y="27432"/>
                  </a:lnTo>
                  <a:lnTo>
                    <a:pt x="261620" y="23031"/>
                  </a:lnTo>
                  <a:lnTo>
                    <a:pt x="260563" y="18745"/>
                  </a:lnTo>
                  <a:lnTo>
                    <a:pt x="258833" y="14683"/>
                  </a:lnTo>
                  <a:lnTo>
                    <a:pt x="256473" y="10952"/>
                  </a:lnTo>
                  <a:lnTo>
                    <a:pt x="253546" y="7647"/>
                  </a:lnTo>
                  <a:lnTo>
                    <a:pt x="250126" y="4855"/>
                  </a:lnTo>
                  <a:lnTo>
                    <a:pt x="246303" y="2648"/>
                  </a:lnTo>
                  <a:lnTo>
                    <a:pt x="242175" y="1083"/>
                  </a:lnTo>
                  <a:lnTo>
                    <a:pt x="237850" y="200"/>
                  </a:lnTo>
                  <a:lnTo>
                    <a:pt x="23454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6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2" name="tx9132"/>
            <p:cNvSpPr/>
            <p:nvPr/>
          </p:nvSpPr>
          <p:spPr>
            <a:xfrm>
              <a:off x="3966897" y="3219958"/>
              <a:ext cx="170535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KAL</a:t>
              </a:r>
            </a:p>
          </p:txBody>
        </p:sp>
        <p:sp>
          <p:nvSpPr>
            <p:cNvPr id="9133" name="pg9133"/>
            <p:cNvSpPr/>
            <p:nvPr/>
          </p:nvSpPr>
          <p:spPr>
            <a:xfrm>
              <a:off x="3955991" y="2808538"/>
              <a:ext cx="292059" cy="156088"/>
            </a:xfrm>
            <a:custGeom>
              <a:avLst/>
              <a:pathLst>
                <a:path w="292059" h="156088">
                  <a:moveTo>
                    <a:pt x="27431" y="156088"/>
                  </a:moveTo>
                  <a:lnTo>
                    <a:pt x="264627" y="156088"/>
                  </a:lnTo>
                  <a:lnTo>
                    <a:pt x="263522" y="156065"/>
                  </a:lnTo>
                  <a:lnTo>
                    <a:pt x="267933" y="155888"/>
                  </a:lnTo>
                  <a:lnTo>
                    <a:pt x="272259" y="155005"/>
                  </a:lnTo>
                  <a:lnTo>
                    <a:pt x="276387" y="153439"/>
                  </a:lnTo>
                  <a:lnTo>
                    <a:pt x="280210" y="151232"/>
                  </a:lnTo>
                  <a:lnTo>
                    <a:pt x="283630" y="148440"/>
                  </a:lnTo>
                  <a:lnTo>
                    <a:pt x="286557" y="145135"/>
                  </a:lnTo>
                  <a:lnTo>
                    <a:pt x="288917" y="141404"/>
                  </a:lnTo>
                  <a:lnTo>
                    <a:pt x="290647" y="137342"/>
                  </a:lnTo>
                  <a:lnTo>
                    <a:pt x="291704" y="133056"/>
                  </a:lnTo>
                  <a:lnTo>
                    <a:pt x="292059" y="128656"/>
                  </a:lnTo>
                  <a:lnTo>
                    <a:pt x="292059" y="27431"/>
                  </a:lnTo>
                  <a:lnTo>
                    <a:pt x="291704" y="23031"/>
                  </a:lnTo>
                  <a:lnTo>
                    <a:pt x="290647" y="18745"/>
                  </a:lnTo>
                  <a:lnTo>
                    <a:pt x="288917" y="14683"/>
                  </a:lnTo>
                  <a:lnTo>
                    <a:pt x="286557" y="10952"/>
                  </a:lnTo>
                  <a:lnTo>
                    <a:pt x="283630" y="7647"/>
                  </a:lnTo>
                  <a:lnTo>
                    <a:pt x="280210" y="4855"/>
                  </a:lnTo>
                  <a:lnTo>
                    <a:pt x="276387" y="2648"/>
                  </a:lnTo>
                  <a:lnTo>
                    <a:pt x="272259" y="1083"/>
                  </a:lnTo>
                  <a:lnTo>
                    <a:pt x="267933" y="200"/>
                  </a:lnTo>
                  <a:lnTo>
                    <a:pt x="264627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4" name="tx9134"/>
            <p:cNvSpPr/>
            <p:nvPr/>
          </p:nvSpPr>
          <p:spPr>
            <a:xfrm>
              <a:off x="4001711" y="2854258"/>
              <a:ext cx="200619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</a:t>
              </a:r>
            </a:p>
          </p:txBody>
        </p:sp>
        <p:sp>
          <p:nvSpPr>
            <p:cNvPr id="9135" name="pg9135"/>
            <p:cNvSpPr/>
            <p:nvPr/>
          </p:nvSpPr>
          <p:spPr>
            <a:xfrm>
              <a:off x="4646777" y="1781087"/>
              <a:ext cx="267004" cy="156088"/>
            </a:xfrm>
            <a:custGeom>
              <a:avLst/>
              <a:pathLst>
                <a:path w="267004" h="156088">
                  <a:moveTo>
                    <a:pt x="27432" y="156088"/>
                  </a:moveTo>
                  <a:lnTo>
                    <a:pt x="239572" y="156088"/>
                  </a:lnTo>
                  <a:lnTo>
                    <a:pt x="238468" y="156065"/>
                  </a:lnTo>
                  <a:lnTo>
                    <a:pt x="242879" y="155888"/>
                  </a:lnTo>
                  <a:lnTo>
                    <a:pt x="247204" y="155005"/>
                  </a:lnTo>
                  <a:lnTo>
                    <a:pt x="251332" y="153439"/>
                  </a:lnTo>
                  <a:lnTo>
                    <a:pt x="255155" y="151232"/>
                  </a:lnTo>
                  <a:lnTo>
                    <a:pt x="258575" y="148440"/>
                  </a:lnTo>
                  <a:lnTo>
                    <a:pt x="261503" y="145135"/>
                  </a:lnTo>
                  <a:lnTo>
                    <a:pt x="263862" y="141404"/>
                  </a:lnTo>
                  <a:lnTo>
                    <a:pt x="265593" y="137342"/>
                  </a:lnTo>
                  <a:lnTo>
                    <a:pt x="266649" y="133056"/>
                  </a:lnTo>
                  <a:lnTo>
                    <a:pt x="267004" y="128656"/>
                  </a:lnTo>
                  <a:lnTo>
                    <a:pt x="267004" y="27432"/>
                  </a:lnTo>
                  <a:lnTo>
                    <a:pt x="266649" y="23031"/>
                  </a:lnTo>
                  <a:lnTo>
                    <a:pt x="265593" y="18745"/>
                  </a:lnTo>
                  <a:lnTo>
                    <a:pt x="263862" y="14683"/>
                  </a:lnTo>
                  <a:lnTo>
                    <a:pt x="261503" y="10952"/>
                  </a:lnTo>
                  <a:lnTo>
                    <a:pt x="258575" y="7647"/>
                  </a:lnTo>
                  <a:lnTo>
                    <a:pt x="255155" y="4855"/>
                  </a:lnTo>
                  <a:lnTo>
                    <a:pt x="251332" y="2648"/>
                  </a:lnTo>
                  <a:lnTo>
                    <a:pt x="247204" y="1083"/>
                  </a:lnTo>
                  <a:lnTo>
                    <a:pt x="242879" y="200"/>
                  </a:lnTo>
                  <a:lnTo>
                    <a:pt x="239572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28656"/>
                  </a:lnTo>
                  <a:lnTo>
                    <a:pt x="88" y="126448"/>
                  </a:lnTo>
                  <a:lnTo>
                    <a:pt x="88" y="130863"/>
                  </a:lnTo>
                  <a:lnTo>
                    <a:pt x="797" y="135220"/>
                  </a:lnTo>
                  <a:lnTo>
                    <a:pt x="2195" y="139408"/>
                  </a:lnTo>
                  <a:lnTo>
                    <a:pt x="4246" y="143317"/>
                  </a:lnTo>
                  <a:lnTo>
                    <a:pt x="6898" y="146846"/>
                  </a:lnTo>
                  <a:lnTo>
                    <a:pt x="10082" y="149905"/>
                  </a:lnTo>
                  <a:lnTo>
                    <a:pt x="13715" y="152412"/>
                  </a:lnTo>
                  <a:lnTo>
                    <a:pt x="17704" y="154305"/>
                  </a:lnTo>
                  <a:lnTo>
                    <a:pt x="21944" y="155533"/>
                  </a:lnTo>
                  <a:lnTo>
                    <a:pt x="26327" y="1560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6" name="tx9136"/>
            <p:cNvSpPr/>
            <p:nvPr/>
          </p:nvSpPr>
          <p:spPr>
            <a:xfrm>
              <a:off x="4692497" y="1826807"/>
              <a:ext cx="175564" cy="64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11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BJO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678469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2729630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53280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4" name="tx10104"/>
            <p:cNvSpPr/>
            <p:nvPr/>
          </p:nvSpPr>
          <p:spPr>
            <a:xfrm>
              <a:off x="4504395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5" name="rc10105"/>
            <p:cNvSpPr/>
            <p:nvPr/>
          </p:nvSpPr>
          <p:spPr>
            <a:xfrm>
              <a:off x="2467279" y="1464512"/>
              <a:ext cx="2492223" cy="2705747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6" name="tx10106"/>
            <p:cNvSpPr/>
            <p:nvPr/>
          </p:nvSpPr>
          <p:spPr>
            <a:xfrm>
              <a:off x="2154926" y="400658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279284" y="398810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323999" y="400658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154926" y="365518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279284" y="363671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323999" y="365518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154926" y="330397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279284" y="3285501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323999" y="330397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154926" y="295239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279284" y="293392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323999" y="295239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154926" y="260118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279284" y="258270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323999" y="260118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154926" y="224978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279284" y="223131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323999" y="224978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154926" y="189838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279284" y="187991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323999" y="1898388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154926" y="154699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279284" y="152852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9" name="tx10129"/>
            <p:cNvSpPr/>
            <p:nvPr/>
          </p:nvSpPr>
          <p:spPr>
            <a:xfrm>
              <a:off x="2323999" y="154699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30" name="pl10130"/>
            <p:cNvSpPr/>
            <p:nvPr/>
          </p:nvSpPr>
          <p:spPr>
            <a:xfrm>
              <a:off x="2432484" y="404727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1" name="pl10131"/>
            <p:cNvSpPr/>
            <p:nvPr/>
          </p:nvSpPr>
          <p:spPr>
            <a:xfrm>
              <a:off x="2432484" y="369587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2" name="pl10132"/>
            <p:cNvSpPr/>
            <p:nvPr/>
          </p:nvSpPr>
          <p:spPr>
            <a:xfrm>
              <a:off x="2432484" y="334447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3" name="pl10133"/>
            <p:cNvSpPr/>
            <p:nvPr/>
          </p:nvSpPr>
          <p:spPr>
            <a:xfrm>
              <a:off x="2432484" y="299308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4" name="pl10134"/>
            <p:cNvSpPr/>
            <p:nvPr/>
          </p:nvSpPr>
          <p:spPr>
            <a:xfrm>
              <a:off x="2432484" y="2641688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5" name="pl10135"/>
            <p:cNvSpPr/>
            <p:nvPr/>
          </p:nvSpPr>
          <p:spPr>
            <a:xfrm>
              <a:off x="2432484" y="2290292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6" name="pl10136"/>
            <p:cNvSpPr/>
            <p:nvPr/>
          </p:nvSpPr>
          <p:spPr>
            <a:xfrm>
              <a:off x="2432484" y="193889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7" name="pl10137"/>
            <p:cNvSpPr/>
            <p:nvPr/>
          </p:nvSpPr>
          <p:spPr>
            <a:xfrm>
              <a:off x="2432484" y="158750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8" name="pl10138"/>
            <p:cNvSpPr/>
            <p:nvPr/>
          </p:nvSpPr>
          <p:spPr>
            <a:xfrm>
              <a:off x="2580562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9" name="pl10139"/>
            <p:cNvSpPr/>
            <p:nvPr/>
          </p:nvSpPr>
          <p:spPr>
            <a:xfrm>
              <a:off x="2958171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0" name="pl10140"/>
            <p:cNvSpPr/>
            <p:nvPr/>
          </p:nvSpPr>
          <p:spPr>
            <a:xfrm>
              <a:off x="3335781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1" name="pl10141"/>
            <p:cNvSpPr/>
            <p:nvPr/>
          </p:nvSpPr>
          <p:spPr>
            <a:xfrm>
              <a:off x="3713390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2" name="pl10142"/>
            <p:cNvSpPr/>
            <p:nvPr/>
          </p:nvSpPr>
          <p:spPr>
            <a:xfrm>
              <a:off x="4091000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3" name="pl10143"/>
            <p:cNvSpPr/>
            <p:nvPr/>
          </p:nvSpPr>
          <p:spPr>
            <a:xfrm>
              <a:off x="4468610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4" name="pl10144"/>
            <p:cNvSpPr/>
            <p:nvPr/>
          </p:nvSpPr>
          <p:spPr>
            <a:xfrm>
              <a:off x="4846219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5" name="tx10145"/>
            <p:cNvSpPr/>
            <p:nvPr/>
          </p:nvSpPr>
          <p:spPr>
            <a:xfrm>
              <a:off x="2474308" y="4233255"/>
              <a:ext cx="9326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567577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612291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836373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60732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005446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213983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38341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383055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591592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15951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760665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3969202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093560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138274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346812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71170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515884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724421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48779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4893494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6" name="tx10166"/>
            <p:cNvSpPr/>
            <p:nvPr/>
          </p:nvSpPr>
          <p:spPr>
            <a:xfrm>
              <a:off x="3406426" y="4372931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7" name="tx10167"/>
            <p:cNvSpPr/>
            <p:nvPr/>
          </p:nvSpPr>
          <p:spPr>
            <a:xfrm rot="-5400000">
              <a:off x="1791999" y="2767368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8" name="rc10168"/>
            <p:cNvSpPr/>
            <p:nvPr/>
          </p:nvSpPr>
          <p:spPr>
            <a:xfrm>
              <a:off x="5098680" y="2024185"/>
              <a:ext cx="683066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69" name="tx10169"/>
            <p:cNvSpPr/>
            <p:nvPr/>
          </p:nvSpPr>
          <p:spPr>
            <a:xfrm>
              <a:off x="5168269" y="2108496"/>
              <a:ext cx="53574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Survival </a:t>
              </a:r>
            </a:p>
          </p:txBody>
        </p:sp>
        <p:sp>
          <p:nvSpPr>
            <p:cNvPr id="10170" name="tx10170"/>
            <p:cNvSpPr/>
            <p:nvPr/>
          </p:nvSpPr>
          <p:spPr>
            <a:xfrm>
              <a:off x="5168269" y="2259372"/>
              <a:ext cx="3703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10171" name="pic1017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68269" y="2443718"/>
              <a:ext cx="219455" cy="1097280"/>
            </a:xfrm>
            <a:prstGeom prst="rect">
              <a:avLst/>
            </a:prstGeom>
          </p:spPr>
        </p:pic>
        <p:sp>
          <p:nvSpPr>
            <p:cNvPr id="10172" name="pl10172"/>
            <p:cNvSpPr/>
            <p:nvPr/>
          </p:nvSpPr>
          <p:spPr>
            <a:xfrm>
              <a:off x="5343834" y="353916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3" name="pl10173"/>
            <p:cNvSpPr/>
            <p:nvPr/>
          </p:nvSpPr>
          <p:spPr>
            <a:xfrm>
              <a:off x="5343834" y="326576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4" name="pl10174"/>
            <p:cNvSpPr/>
            <p:nvPr/>
          </p:nvSpPr>
          <p:spPr>
            <a:xfrm>
              <a:off x="5343834" y="299235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5" name="pl10175"/>
            <p:cNvSpPr/>
            <p:nvPr/>
          </p:nvSpPr>
          <p:spPr>
            <a:xfrm>
              <a:off x="5343834" y="271895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6" name="pl10176"/>
            <p:cNvSpPr/>
            <p:nvPr/>
          </p:nvSpPr>
          <p:spPr>
            <a:xfrm>
              <a:off x="5343834" y="244554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7" name="pl10177"/>
            <p:cNvSpPr/>
            <p:nvPr/>
          </p:nvSpPr>
          <p:spPr>
            <a:xfrm>
              <a:off x="5168269" y="353916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8" name="pl10178"/>
            <p:cNvSpPr/>
            <p:nvPr/>
          </p:nvSpPr>
          <p:spPr>
            <a:xfrm>
              <a:off x="5168269" y="326576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9" name="pl10179"/>
            <p:cNvSpPr/>
            <p:nvPr/>
          </p:nvSpPr>
          <p:spPr>
            <a:xfrm>
              <a:off x="5168269" y="299235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0" name="pl10180"/>
            <p:cNvSpPr/>
            <p:nvPr/>
          </p:nvSpPr>
          <p:spPr>
            <a:xfrm>
              <a:off x="5168269" y="271895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1" name="pl10181"/>
            <p:cNvSpPr/>
            <p:nvPr/>
          </p:nvSpPr>
          <p:spPr>
            <a:xfrm>
              <a:off x="5168269" y="244554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2" name="tx10182"/>
            <p:cNvSpPr/>
            <p:nvPr/>
          </p:nvSpPr>
          <p:spPr>
            <a:xfrm>
              <a:off x="5457314" y="3499164"/>
              <a:ext cx="2548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-1.00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5457314" y="3225758"/>
              <a:ext cx="2548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-0.75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5457314" y="2952353"/>
              <a:ext cx="2548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-0.50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5457314" y="2678947"/>
              <a:ext cx="2548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-0.25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5457314" y="2405542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2467279" y="1265444"/>
              <a:ext cx="17321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Current to Future Treatment</a:t>
              </a:r>
            </a:p>
          </p:txBody>
        </p:sp>
        <p:sp>
          <p:nvSpPr>
            <p:cNvPr id="10188" name="tx10188"/>
            <p:cNvSpPr/>
            <p:nvPr/>
          </p:nvSpPr>
          <p:spPr>
            <a:xfrm>
              <a:off x="2467279" y="983989"/>
              <a:ext cx="1863181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(C) Survival Offset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>camillerumberger</cp:lastModifiedBy>
  <cp:revision>3</cp:revision>
  <dcterms:created xsi:type="dcterms:W3CDTF">2017-02-13T16:18:36Z</dcterms:created>
  <dcterms:modified xsi:type="dcterms:W3CDTF">2026-08-25T11:48:12Z</dcterms:modified>
  <cp:category/>
</cp:coreProperties>
</file>