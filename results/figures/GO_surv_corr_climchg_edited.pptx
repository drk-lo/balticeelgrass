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>
      <p:cViewPr varScale="1">
        <p:scale>
          <a:sx n="93" d="100"/>
          <a:sy n="93" d="100"/>
        </p:scale>
        <p:origin x="208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38400" y="914400"/>
            <a:ext cx="5029200" cy="3657600"/>
            <a:chOff x="914400" y="914400"/>
            <a:chExt cx="50292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029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029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802096" y="1389802"/>
              <a:ext cx="3230928" cy="28257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3417560" y="3244212"/>
              <a:ext cx="769268" cy="883052"/>
            </a:xfrm>
            <a:prstGeom prst="rect">
              <a:avLst/>
            </a:prstGeom>
            <a:solidFill>
              <a:srgbClr val="D7E6C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3417560" y="1478108"/>
              <a:ext cx="769268" cy="883052"/>
            </a:xfrm>
            <a:prstGeom prst="rect">
              <a:avLst/>
            </a:prstGeom>
            <a:solidFill>
              <a:srgbClr val="B2CE9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3417560" y="2361160"/>
              <a:ext cx="769268" cy="883052"/>
            </a:xfrm>
            <a:prstGeom prst="rect">
              <a:avLst/>
            </a:prstGeom>
            <a:solidFill>
              <a:srgbClr val="B4CF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4186829" y="3244212"/>
              <a:ext cx="769268" cy="883052"/>
            </a:xfrm>
            <a:prstGeom prst="rect">
              <a:avLst/>
            </a:prstGeom>
            <a:solidFill>
              <a:srgbClr val="F9DC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4186829" y="1478108"/>
              <a:ext cx="769268" cy="883052"/>
            </a:xfrm>
            <a:prstGeom prst="rect">
              <a:avLst/>
            </a:prstGeom>
            <a:solidFill>
              <a:srgbClr val="F6D0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4186829" y="2361160"/>
              <a:ext cx="769268" cy="883052"/>
            </a:xfrm>
            <a:prstGeom prst="rect">
              <a:avLst/>
            </a:prstGeom>
            <a:solidFill>
              <a:srgbClr val="B7D1A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648291" y="3244212"/>
              <a:ext cx="769268" cy="883052"/>
            </a:xfrm>
            <a:prstGeom prst="rect">
              <a:avLst/>
            </a:prstGeom>
            <a:solidFill>
              <a:srgbClr val="DFEB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648291" y="1478108"/>
              <a:ext cx="769268" cy="883052"/>
            </a:xfrm>
            <a:prstGeom prst="rect">
              <a:avLst/>
            </a:prstGeom>
            <a:solidFill>
              <a:srgbClr val="B4D0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48291" y="2361160"/>
              <a:ext cx="769268" cy="883052"/>
            </a:xfrm>
            <a:prstGeom prst="rect">
              <a:avLst/>
            </a:prstGeom>
            <a:solidFill>
              <a:srgbClr val="B1CD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879023" y="3244212"/>
              <a:ext cx="769268" cy="883052"/>
            </a:xfrm>
            <a:prstGeom prst="rect">
              <a:avLst/>
            </a:prstGeom>
            <a:solidFill>
              <a:srgbClr val="DFEB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879023" y="1478108"/>
              <a:ext cx="769268" cy="883052"/>
            </a:xfrm>
            <a:prstGeom prst="rect">
              <a:avLst/>
            </a:prstGeom>
            <a:solidFill>
              <a:srgbClr val="B4D0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879023" y="2361160"/>
              <a:ext cx="769268" cy="883052"/>
            </a:xfrm>
            <a:prstGeom prst="rect">
              <a:avLst/>
            </a:prstGeom>
            <a:solidFill>
              <a:srgbClr val="B1CD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8"/>
            <p:cNvSpPr/>
            <p:nvPr/>
          </p:nvSpPr>
          <p:spPr>
            <a:xfrm>
              <a:off x="3597323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-0.229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597323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-0.442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597323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-0.434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390640" y="3634029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0.174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390640" y="1867924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0.237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366592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-0.416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28054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-0.183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28054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828054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-0.452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058786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-0.183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058786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058786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-0.452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1802096" y="1389802"/>
              <a:ext cx="0" cy="2825766"/>
            </a:xfrm>
            <a:custGeom>
              <a:avLst/>
              <a:gdLst/>
              <a:ahLst/>
              <a:cxnLst/>
              <a:rect l="0" t="0" r="0" b="0"/>
              <a:pathLst>
                <a:path h="2825766">
                  <a:moveTo>
                    <a:pt x="0" y="282576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x31"/>
            <p:cNvSpPr/>
            <p:nvPr/>
          </p:nvSpPr>
          <p:spPr>
            <a:xfrm>
              <a:off x="1342068" y="3645733"/>
              <a:ext cx="39739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12884" y="2762681"/>
              <a:ext cx="72658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(East)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83989" y="1879629"/>
              <a:ext cx="75547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(West)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1767301" y="368573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1767301" y="28026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1767301" y="19196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1802096" y="4215569"/>
              <a:ext cx="3230928" cy="0"/>
            </a:xfrm>
            <a:custGeom>
              <a:avLst/>
              <a:gdLst/>
              <a:ahLst/>
              <a:cxnLst/>
              <a:rect l="0" t="0" r="0" b="0"/>
              <a:pathLst>
                <a:path w="3230928">
                  <a:moveTo>
                    <a:pt x="0" y="0"/>
                  </a:moveTo>
                  <a:lnTo>
                    <a:pt x="32309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2263657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3032926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3802194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4571463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2"/>
            <p:cNvSpPr/>
            <p:nvPr/>
          </p:nvSpPr>
          <p:spPr>
            <a:xfrm>
              <a:off x="1890902" y="4278200"/>
              <a:ext cx="74551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46259" y="4398900"/>
              <a:ext cx="4347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55339" y="4278200"/>
              <a:ext cx="15517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96581" y="4278200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53551" y="4278200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5172202" y="2009485"/>
              <a:ext cx="70180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tx48"/>
            <p:cNvSpPr/>
            <p:nvPr/>
          </p:nvSpPr>
          <p:spPr>
            <a:xfrm>
              <a:off x="5241791" y="2093796"/>
              <a:ext cx="56263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Kendall's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241791" y="2244672"/>
              <a:ext cx="22530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</a:t>
              </a:r>
            </a:p>
          </p:txBody>
        </p:sp>
        <p:pic>
          <p:nvPicPr>
            <p:cNvPr id="50" name="pic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1791" y="2429018"/>
              <a:ext cx="219455" cy="1097280"/>
            </a:xfrm>
            <a:prstGeom prst="rect">
              <a:avLst/>
            </a:prstGeom>
          </p:spPr>
        </p:pic>
        <p:sp>
          <p:nvSpPr>
            <p:cNvPr id="51" name="pl51"/>
            <p:cNvSpPr/>
            <p:nvPr/>
          </p:nvSpPr>
          <p:spPr>
            <a:xfrm>
              <a:off x="5417356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5417356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5417356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5417356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5417356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5241791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5241791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5241791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5241791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5241791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61"/>
            <p:cNvSpPr/>
            <p:nvPr/>
          </p:nvSpPr>
          <p:spPr>
            <a:xfrm>
              <a:off x="5530836" y="2390842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530836" y="2664247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530836" y="2937653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530836" y="3211059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530836" y="3484464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802096" y="983989"/>
              <a:ext cx="278416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Correlation between Survival and 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02096" y="1165040"/>
              <a:ext cx="1244498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38400" y="914400"/>
            <a:ext cx="5029200" cy="3657600"/>
            <a:chOff x="914400" y="914400"/>
            <a:chExt cx="50292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029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029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802096" y="1389802"/>
              <a:ext cx="3230928" cy="28257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3417560" y="3244212"/>
              <a:ext cx="769268" cy="883052"/>
            </a:xfrm>
            <a:prstGeom prst="rect">
              <a:avLst/>
            </a:prstGeom>
            <a:solidFill>
              <a:srgbClr val="FCEC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3417560" y="1478108"/>
              <a:ext cx="769268" cy="883052"/>
            </a:xfrm>
            <a:prstGeom prst="rect">
              <a:avLst/>
            </a:prstGeom>
            <a:solidFill>
              <a:srgbClr val="B3CF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3417560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4186829" y="3244212"/>
              <a:ext cx="769268" cy="883052"/>
            </a:xfrm>
            <a:prstGeom prst="rect">
              <a:avLst/>
            </a:prstGeom>
            <a:solidFill>
              <a:srgbClr val="FC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4186829" y="1478108"/>
              <a:ext cx="769268" cy="883052"/>
            </a:xfrm>
            <a:prstGeom prst="rect">
              <a:avLst/>
            </a:prstGeom>
            <a:solidFill>
              <a:srgbClr val="FBEA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4186829" y="2361160"/>
              <a:ext cx="769268" cy="883052"/>
            </a:xfrm>
            <a:prstGeom prst="rect">
              <a:avLst/>
            </a:prstGeom>
            <a:solidFill>
              <a:srgbClr val="FCEE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648291" y="3244212"/>
              <a:ext cx="769268" cy="883052"/>
            </a:xfrm>
            <a:prstGeom prst="rect">
              <a:avLst/>
            </a:prstGeom>
            <a:solidFill>
              <a:srgbClr val="FBE9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648291" y="1478108"/>
              <a:ext cx="769268" cy="883052"/>
            </a:xfrm>
            <a:prstGeom prst="rect">
              <a:avLst/>
            </a:prstGeom>
            <a:solidFill>
              <a:srgbClr val="ADCB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48291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879023" y="3244212"/>
              <a:ext cx="769268" cy="883052"/>
            </a:xfrm>
            <a:prstGeom prst="rect">
              <a:avLst/>
            </a:prstGeom>
            <a:solidFill>
              <a:srgbClr val="FFFD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879023" y="1478108"/>
              <a:ext cx="769268" cy="883052"/>
            </a:xfrm>
            <a:prstGeom prst="rect">
              <a:avLst/>
            </a:prstGeom>
            <a:solidFill>
              <a:srgbClr val="ADCB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879023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8"/>
            <p:cNvSpPr/>
            <p:nvPr/>
          </p:nvSpPr>
          <p:spPr>
            <a:xfrm>
              <a:off x="3621372" y="3634029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0.095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597323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-0.439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597323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366592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-0.019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390640" y="1867924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0.106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390640" y="2750977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57452" y="3634029"/>
              <a:ext cx="350946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0.112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28054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-0.476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828054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123022" y="3634029"/>
              <a:ext cx="281269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058786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-0.476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058786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1802096" y="1389802"/>
              <a:ext cx="0" cy="2825766"/>
            </a:xfrm>
            <a:custGeom>
              <a:avLst/>
              <a:gdLst/>
              <a:ahLst/>
              <a:cxnLst/>
              <a:rect l="0" t="0" r="0" b="0"/>
              <a:pathLst>
                <a:path h="2825766">
                  <a:moveTo>
                    <a:pt x="0" y="282576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x31"/>
            <p:cNvSpPr/>
            <p:nvPr/>
          </p:nvSpPr>
          <p:spPr>
            <a:xfrm>
              <a:off x="1342068" y="3645733"/>
              <a:ext cx="39739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12884" y="2762681"/>
              <a:ext cx="72658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(East)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83989" y="1879629"/>
              <a:ext cx="75547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(West)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1767301" y="368573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1767301" y="28026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1767301" y="19196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1802096" y="4215569"/>
              <a:ext cx="3230928" cy="0"/>
            </a:xfrm>
            <a:custGeom>
              <a:avLst/>
              <a:gdLst/>
              <a:ahLst/>
              <a:cxnLst/>
              <a:rect l="0" t="0" r="0" b="0"/>
              <a:pathLst>
                <a:path w="3230928">
                  <a:moveTo>
                    <a:pt x="0" y="0"/>
                  </a:moveTo>
                  <a:lnTo>
                    <a:pt x="32309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2263657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3032926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3802194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4571463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2"/>
            <p:cNvSpPr/>
            <p:nvPr/>
          </p:nvSpPr>
          <p:spPr>
            <a:xfrm>
              <a:off x="1890902" y="4278200"/>
              <a:ext cx="74551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46259" y="4398900"/>
              <a:ext cx="4347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55339" y="4278200"/>
              <a:ext cx="15517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96581" y="4278200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53551" y="4278200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5172202" y="2009485"/>
              <a:ext cx="70180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tx48"/>
            <p:cNvSpPr/>
            <p:nvPr/>
          </p:nvSpPr>
          <p:spPr>
            <a:xfrm>
              <a:off x="5241791" y="2093796"/>
              <a:ext cx="56263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Kendall's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241791" y="2244672"/>
              <a:ext cx="22530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</a:t>
              </a:r>
            </a:p>
          </p:txBody>
        </p:sp>
        <p:pic>
          <p:nvPicPr>
            <p:cNvPr id="50" name="pic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1791" y="2429018"/>
              <a:ext cx="219455" cy="1097280"/>
            </a:xfrm>
            <a:prstGeom prst="rect">
              <a:avLst/>
            </a:prstGeom>
          </p:spPr>
        </p:pic>
        <p:sp>
          <p:nvSpPr>
            <p:cNvPr id="51" name="pl51"/>
            <p:cNvSpPr/>
            <p:nvPr/>
          </p:nvSpPr>
          <p:spPr>
            <a:xfrm>
              <a:off x="5417356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5417356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5417356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5417356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5417356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5241791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5241791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5241791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5241791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5241791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61"/>
            <p:cNvSpPr/>
            <p:nvPr/>
          </p:nvSpPr>
          <p:spPr>
            <a:xfrm>
              <a:off x="5530836" y="2390842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530836" y="2664247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530836" y="2937653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530836" y="3211059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530836" y="3484464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802096" y="983989"/>
              <a:ext cx="278416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Correlation between Survival and 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02096" y="1165040"/>
              <a:ext cx="3162269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 (Future Treatments Only)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1C3787A-9344-3A2F-1BBC-CDBFF021BF7B}"/>
              </a:ext>
            </a:extLst>
          </p:cNvPr>
          <p:cNvGrpSpPr/>
          <p:nvPr/>
        </p:nvGrpSpPr>
        <p:grpSpPr>
          <a:xfrm>
            <a:off x="623392" y="1268760"/>
            <a:ext cx="5029200" cy="3657600"/>
            <a:chOff x="914400" y="914400"/>
            <a:chExt cx="5029200" cy="3657600"/>
          </a:xfrm>
        </p:grpSpPr>
        <p:sp>
          <p:nvSpPr>
            <p:cNvPr id="5" name="rc3">
              <a:extLst>
                <a:ext uri="{FF2B5EF4-FFF2-40B4-BE49-F238E27FC236}">
                  <a16:creationId xmlns:a16="http://schemas.microsoft.com/office/drawing/2014/main" id="{49CD8F99-040E-015D-5DE2-FCA056807203}"/>
                </a:ext>
              </a:extLst>
            </p:cNvPr>
            <p:cNvSpPr/>
            <p:nvPr/>
          </p:nvSpPr>
          <p:spPr>
            <a:xfrm>
              <a:off x="914400" y="914400"/>
              <a:ext cx="5029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4">
              <a:extLst>
                <a:ext uri="{FF2B5EF4-FFF2-40B4-BE49-F238E27FC236}">
                  <a16:creationId xmlns:a16="http://schemas.microsoft.com/office/drawing/2014/main" id="{0F816C86-04D8-2CF0-8FC7-E114643CA6EA}"/>
                </a:ext>
              </a:extLst>
            </p:cNvPr>
            <p:cNvSpPr/>
            <p:nvPr/>
          </p:nvSpPr>
          <p:spPr>
            <a:xfrm>
              <a:off x="914400" y="914400"/>
              <a:ext cx="5029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5">
              <a:extLst>
                <a:ext uri="{FF2B5EF4-FFF2-40B4-BE49-F238E27FC236}">
                  <a16:creationId xmlns:a16="http://schemas.microsoft.com/office/drawing/2014/main" id="{F53FF46D-10EA-0D7B-BF17-DC8F7B802C6E}"/>
                </a:ext>
              </a:extLst>
            </p:cNvPr>
            <p:cNvSpPr/>
            <p:nvPr/>
          </p:nvSpPr>
          <p:spPr>
            <a:xfrm>
              <a:off x="1802096" y="1389802"/>
              <a:ext cx="3230928" cy="28257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6">
              <a:extLst>
                <a:ext uri="{FF2B5EF4-FFF2-40B4-BE49-F238E27FC236}">
                  <a16:creationId xmlns:a16="http://schemas.microsoft.com/office/drawing/2014/main" id="{BABFEC0E-2B42-F2FE-4798-200B2E1A1251}"/>
                </a:ext>
              </a:extLst>
            </p:cNvPr>
            <p:cNvSpPr/>
            <p:nvPr/>
          </p:nvSpPr>
          <p:spPr>
            <a:xfrm>
              <a:off x="3417560" y="3244212"/>
              <a:ext cx="769268" cy="883052"/>
            </a:xfrm>
            <a:prstGeom prst="rect">
              <a:avLst/>
            </a:prstGeom>
            <a:solidFill>
              <a:srgbClr val="D7E6C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7">
              <a:extLst>
                <a:ext uri="{FF2B5EF4-FFF2-40B4-BE49-F238E27FC236}">
                  <a16:creationId xmlns:a16="http://schemas.microsoft.com/office/drawing/2014/main" id="{352A08BC-3DFC-A64E-3FFB-CD8CB7016A73}"/>
                </a:ext>
              </a:extLst>
            </p:cNvPr>
            <p:cNvSpPr/>
            <p:nvPr/>
          </p:nvSpPr>
          <p:spPr>
            <a:xfrm>
              <a:off x="3417560" y="1478108"/>
              <a:ext cx="769268" cy="883052"/>
            </a:xfrm>
            <a:prstGeom prst="rect">
              <a:avLst/>
            </a:prstGeom>
            <a:solidFill>
              <a:srgbClr val="B2CE9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8">
              <a:extLst>
                <a:ext uri="{FF2B5EF4-FFF2-40B4-BE49-F238E27FC236}">
                  <a16:creationId xmlns:a16="http://schemas.microsoft.com/office/drawing/2014/main" id="{624402EB-BCCA-1890-B28B-0B6F8C7F3DAC}"/>
                </a:ext>
              </a:extLst>
            </p:cNvPr>
            <p:cNvSpPr/>
            <p:nvPr/>
          </p:nvSpPr>
          <p:spPr>
            <a:xfrm>
              <a:off x="3417560" y="2361160"/>
              <a:ext cx="769268" cy="883052"/>
            </a:xfrm>
            <a:prstGeom prst="rect">
              <a:avLst/>
            </a:prstGeom>
            <a:solidFill>
              <a:srgbClr val="B4CF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9">
              <a:extLst>
                <a:ext uri="{FF2B5EF4-FFF2-40B4-BE49-F238E27FC236}">
                  <a16:creationId xmlns:a16="http://schemas.microsoft.com/office/drawing/2014/main" id="{461BCA85-DE00-053E-E13C-FCCF4E9756E5}"/>
                </a:ext>
              </a:extLst>
            </p:cNvPr>
            <p:cNvSpPr/>
            <p:nvPr/>
          </p:nvSpPr>
          <p:spPr>
            <a:xfrm>
              <a:off x="4186829" y="3244212"/>
              <a:ext cx="769268" cy="883052"/>
            </a:xfrm>
            <a:prstGeom prst="rect">
              <a:avLst/>
            </a:prstGeom>
            <a:solidFill>
              <a:srgbClr val="F9DC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0">
              <a:extLst>
                <a:ext uri="{FF2B5EF4-FFF2-40B4-BE49-F238E27FC236}">
                  <a16:creationId xmlns:a16="http://schemas.microsoft.com/office/drawing/2014/main" id="{7D85045F-94F6-DEBA-ED7B-FE307D8D0885}"/>
                </a:ext>
              </a:extLst>
            </p:cNvPr>
            <p:cNvSpPr/>
            <p:nvPr/>
          </p:nvSpPr>
          <p:spPr>
            <a:xfrm>
              <a:off x="4186829" y="1478108"/>
              <a:ext cx="769268" cy="883052"/>
            </a:xfrm>
            <a:prstGeom prst="rect">
              <a:avLst/>
            </a:prstGeom>
            <a:solidFill>
              <a:srgbClr val="F6D0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1">
              <a:extLst>
                <a:ext uri="{FF2B5EF4-FFF2-40B4-BE49-F238E27FC236}">
                  <a16:creationId xmlns:a16="http://schemas.microsoft.com/office/drawing/2014/main" id="{1CDDBDE8-469C-2882-A564-3C9EDB04495A}"/>
                </a:ext>
              </a:extLst>
            </p:cNvPr>
            <p:cNvSpPr/>
            <p:nvPr/>
          </p:nvSpPr>
          <p:spPr>
            <a:xfrm>
              <a:off x="4186829" y="2361160"/>
              <a:ext cx="769268" cy="883052"/>
            </a:xfrm>
            <a:prstGeom prst="rect">
              <a:avLst/>
            </a:prstGeom>
            <a:solidFill>
              <a:srgbClr val="B7D1A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2">
              <a:extLst>
                <a:ext uri="{FF2B5EF4-FFF2-40B4-BE49-F238E27FC236}">
                  <a16:creationId xmlns:a16="http://schemas.microsoft.com/office/drawing/2014/main" id="{2A466DBD-5D69-9DBF-CA36-006149FF7223}"/>
                </a:ext>
              </a:extLst>
            </p:cNvPr>
            <p:cNvSpPr/>
            <p:nvPr/>
          </p:nvSpPr>
          <p:spPr>
            <a:xfrm>
              <a:off x="2648291" y="3244212"/>
              <a:ext cx="769268" cy="883052"/>
            </a:xfrm>
            <a:prstGeom prst="rect">
              <a:avLst/>
            </a:prstGeom>
            <a:solidFill>
              <a:srgbClr val="DFEB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3">
              <a:extLst>
                <a:ext uri="{FF2B5EF4-FFF2-40B4-BE49-F238E27FC236}">
                  <a16:creationId xmlns:a16="http://schemas.microsoft.com/office/drawing/2014/main" id="{600B5EC5-40D3-021C-D0D0-E1ECB298A0BA}"/>
                </a:ext>
              </a:extLst>
            </p:cNvPr>
            <p:cNvSpPr/>
            <p:nvPr/>
          </p:nvSpPr>
          <p:spPr>
            <a:xfrm>
              <a:off x="2648291" y="1478108"/>
              <a:ext cx="769268" cy="883052"/>
            </a:xfrm>
            <a:prstGeom prst="rect">
              <a:avLst/>
            </a:prstGeom>
            <a:solidFill>
              <a:srgbClr val="B4D0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4">
              <a:extLst>
                <a:ext uri="{FF2B5EF4-FFF2-40B4-BE49-F238E27FC236}">
                  <a16:creationId xmlns:a16="http://schemas.microsoft.com/office/drawing/2014/main" id="{D6F4F0E8-3AD7-AB8F-88D0-D40C3BCBA761}"/>
                </a:ext>
              </a:extLst>
            </p:cNvPr>
            <p:cNvSpPr/>
            <p:nvPr/>
          </p:nvSpPr>
          <p:spPr>
            <a:xfrm>
              <a:off x="2648291" y="2361160"/>
              <a:ext cx="769268" cy="883052"/>
            </a:xfrm>
            <a:prstGeom prst="rect">
              <a:avLst/>
            </a:prstGeom>
            <a:solidFill>
              <a:srgbClr val="B1CD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5">
              <a:extLst>
                <a:ext uri="{FF2B5EF4-FFF2-40B4-BE49-F238E27FC236}">
                  <a16:creationId xmlns:a16="http://schemas.microsoft.com/office/drawing/2014/main" id="{C03F5CF1-0401-12ED-6D7D-AC5DD43356A7}"/>
                </a:ext>
              </a:extLst>
            </p:cNvPr>
            <p:cNvSpPr/>
            <p:nvPr/>
          </p:nvSpPr>
          <p:spPr>
            <a:xfrm>
              <a:off x="1879023" y="3244212"/>
              <a:ext cx="769268" cy="883052"/>
            </a:xfrm>
            <a:prstGeom prst="rect">
              <a:avLst/>
            </a:prstGeom>
            <a:solidFill>
              <a:srgbClr val="DFEB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6">
              <a:extLst>
                <a:ext uri="{FF2B5EF4-FFF2-40B4-BE49-F238E27FC236}">
                  <a16:creationId xmlns:a16="http://schemas.microsoft.com/office/drawing/2014/main" id="{A2229C7B-825B-151A-9C05-7BDE41466481}"/>
                </a:ext>
              </a:extLst>
            </p:cNvPr>
            <p:cNvSpPr/>
            <p:nvPr/>
          </p:nvSpPr>
          <p:spPr>
            <a:xfrm>
              <a:off x="1879023" y="1478108"/>
              <a:ext cx="769268" cy="883052"/>
            </a:xfrm>
            <a:prstGeom prst="rect">
              <a:avLst/>
            </a:prstGeom>
            <a:solidFill>
              <a:srgbClr val="B4D0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7">
              <a:extLst>
                <a:ext uri="{FF2B5EF4-FFF2-40B4-BE49-F238E27FC236}">
                  <a16:creationId xmlns:a16="http://schemas.microsoft.com/office/drawing/2014/main" id="{CCA1F18E-3908-C74A-FE74-18841D95A0F7}"/>
                </a:ext>
              </a:extLst>
            </p:cNvPr>
            <p:cNvSpPr/>
            <p:nvPr/>
          </p:nvSpPr>
          <p:spPr>
            <a:xfrm>
              <a:off x="1879023" y="2361160"/>
              <a:ext cx="769268" cy="883052"/>
            </a:xfrm>
            <a:prstGeom prst="rect">
              <a:avLst/>
            </a:prstGeom>
            <a:solidFill>
              <a:srgbClr val="B1CD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x18">
              <a:extLst>
                <a:ext uri="{FF2B5EF4-FFF2-40B4-BE49-F238E27FC236}">
                  <a16:creationId xmlns:a16="http://schemas.microsoft.com/office/drawing/2014/main" id="{1C997E7B-24DD-4653-5FB8-3B9420DA2A5B}"/>
                </a:ext>
              </a:extLst>
            </p:cNvPr>
            <p:cNvSpPr/>
            <p:nvPr/>
          </p:nvSpPr>
          <p:spPr>
            <a:xfrm>
              <a:off x="3597323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-0.229</a:t>
              </a:r>
            </a:p>
          </p:txBody>
        </p:sp>
        <p:sp>
          <p:nvSpPr>
            <p:cNvPr id="21" name="tx19">
              <a:extLst>
                <a:ext uri="{FF2B5EF4-FFF2-40B4-BE49-F238E27FC236}">
                  <a16:creationId xmlns:a16="http://schemas.microsoft.com/office/drawing/2014/main" id="{0EBF933B-453A-6698-44D9-F63327761841}"/>
                </a:ext>
              </a:extLst>
            </p:cNvPr>
            <p:cNvSpPr/>
            <p:nvPr/>
          </p:nvSpPr>
          <p:spPr>
            <a:xfrm>
              <a:off x="3597323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-0.442</a:t>
              </a:r>
            </a:p>
          </p:txBody>
        </p:sp>
        <p:sp>
          <p:nvSpPr>
            <p:cNvPr id="22" name="tx20">
              <a:extLst>
                <a:ext uri="{FF2B5EF4-FFF2-40B4-BE49-F238E27FC236}">
                  <a16:creationId xmlns:a16="http://schemas.microsoft.com/office/drawing/2014/main" id="{2B3CD8AE-5328-A877-D52A-FFF16447667F}"/>
                </a:ext>
              </a:extLst>
            </p:cNvPr>
            <p:cNvSpPr/>
            <p:nvPr/>
          </p:nvSpPr>
          <p:spPr>
            <a:xfrm>
              <a:off x="3597323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-0.434</a:t>
              </a:r>
            </a:p>
          </p:txBody>
        </p:sp>
        <p:sp>
          <p:nvSpPr>
            <p:cNvPr id="23" name="tx21">
              <a:extLst>
                <a:ext uri="{FF2B5EF4-FFF2-40B4-BE49-F238E27FC236}">
                  <a16:creationId xmlns:a16="http://schemas.microsoft.com/office/drawing/2014/main" id="{ABA6B362-815E-0BB8-1CCD-F0E29952C4CA}"/>
                </a:ext>
              </a:extLst>
            </p:cNvPr>
            <p:cNvSpPr/>
            <p:nvPr/>
          </p:nvSpPr>
          <p:spPr>
            <a:xfrm>
              <a:off x="4390640" y="3634029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0.174</a:t>
              </a:r>
            </a:p>
          </p:txBody>
        </p:sp>
        <p:sp>
          <p:nvSpPr>
            <p:cNvPr id="24" name="tx22">
              <a:extLst>
                <a:ext uri="{FF2B5EF4-FFF2-40B4-BE49-F238E27FC236}">
                  <a16:creationId xmlns:a16="http://schemas.microsoft.com/office/drawing/2014/main" id="{33711D9E-F4FA-D2F8-97CD-7865D73109E9}"/>
                </a:ext>
              </a:extLst>
            </p:cNvPr>
            <p:cNvSpPr/>
            <p:nvPr/>
          </p:nvSpPr>
          <p:spPr>
            <a:xfrm>
              <a:off x="4390640" y="1867924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0.237</a:t>
              </a:r>
            </a:p>
          </p:txBody>
        </p:sp>
        <p:sp>
          <p:nvSpPr>
            <p:cNvPr id="25" name="tx23">
              <a:extLst>
                <a:ext uri="{FF2B5EF4-FFF2-40B4-BE49-F238E27FC236}">
                  <a16:creationId xmlns:a16="http://schemas.microsoft.com/office/drawing/2014/main" id="{D5EC9AFA-5EF9-E81B-542C-BCE34CB10A95}"/>
                </a:ext>
              </a:extLst>
            </p:cNvPr>
            <p:cNvSpPr/>
            <p:nvPr/>
          </p:nvSpPr>
          <p:spPr>
            <a:xfrm>
              <a:off x="4366592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-0.416</a:t>
              </a:r>
            </a:p>
          </p:txBody>
        </p:sp>
        <p:sp>
          <p:nvSpPr>
            <p:cNvPr id="26" name="tx24">
              <a:extLst>
                <a:ext uri="{FF2B5EF4-FFF2-40B4-BE49-F238E27FC236}">
                  <a16:creationId xmlns:a16="http://schemas.microsoft.com/office/drawing/2014/main" id="{4327C0A3-FA2A-6669-3DBC-A37477569939}"/>
                </a:ext>
              </a:extLst>
            </p:cNvPr>
            <p:cNvSpPr/>
            <p:nvPr/>
          </p:nvSpPr>
          <p:spPr>
            <a:xfrm>
              <a:off x="2828054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-0.183</a:t>
              </a:r>
            </a:p>
          </p:txBody>
        </p:sp>
        <p:sp>
          <p:nvSpPr>
            <p:cNvPr id="27" name="tx25">
              <a:extLst>
                <a:ext uri="{FF2B5EF4-FFF2-40B4-BE49-F238E27FC236}">
                  <a16:creationId xmlns:a16="http://schemas.microsoft.com/office/drawing/2014/main" id="{AE2A6E86-319E-30D5-B96D-12CBD6BF5552}"/>
                </a:ext>
              </a:extLst>
            </p:cNvPr>
            <p:cNvSpPr/>
            <p:nvPr/>
          </p:nvSpPr>
          <p:spPr>
            <a:xfrm>
              <a:off x="2828054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-0.432</a:t>
              </a:r>
            </a:p>
          </p:txBody>
        </p:sp>
        <p:sp>
          <p:nvSpPr>
            <p:cNvPr id="28" name="tx26">
              <a:extLst>
                <a:ext uri="{FF2B5EF4-FFF2-40B4-BE49-F238E27FC236}">
                  <a16:creationId xmlns:a16="http://schemas.microsoft.com/office/drawing/2014/main" id="{89DEE5FE-8213-D203-C35F-B6F7C5B29C7F}"/>
                </a:ext>
              </a:extLst>
            </p:cNvPr>
            <p:cNvSpPr/>
            <p:nvPr/>
          </p:nvSpPr>
          <p:spPr>
            <a:xfrm>
              <a:off x="2828054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-0.452</a:t>
              </a:r>
            </a:p>
          </p:txBody>
        </p:sp>
        <p:sp>
          <p:nvSpPr>
            <p:cNvPr id="29" name="tx27">
              <a:extLst>
                <a:ext uri="{FF2B5EF4-FFF2-40B4-BE49-F238E27FC236}">
                  <a16:creationId xmlns:a16="http://schemas.microsoft.com/office/drawing/2014/main" id="{0EC149EA-B2A5-C4F9-39A3-A657A510ACF8}"/>
                </a:ext>
              </a:extLst>
            </p:cNvPr>
            <p:cNvSpPr/>
            <p:nvPr/>
          </p:nvSpPr>
          <p:spPr>
            <a:xfrm>
              <a:off x="2058786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-0.183</a:t>
              </a:r>
            </a:p>
          </p:txBody>
        </p:sp>
        <p:sp>
          <p:nvSpPr>
            <p:cNvPr id="30" name="tx28">
              <a:extLst>
                <a:ext uri="{FF2B5EF4-FFF2-40B4-BE49-F238E27FC236}">
                  <a16:creationId xmlns:a16="http://schemas.microsoft.com/office/drawing/2014/main" id="{C2B24722-62A8-A03C-D740-2D660E43E87F}"/>
                </a:ext>
              </a:extLst>
            </p:cNvPr>
            <p:cNvSpPr/>
            <p:nvPr/>
          </p:nvSpPr>
          <p:spPr>
            <a:xfrm>
              <a:off x="2058786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-0.432</a:t>
              </a:r>
            </a:p>
          </p:txBody>
        </p:sp>
        <p:sp>
          <p:nvSpPr>
            <p:cNvPr id="31" name="tx29">
              <a:extLst>
                <a:ext uri="{FF2B5EF4-FFF2-40B4-BE49-F238E27FC236}">
                  <a16:creationId xmlns:a16="http://schemas.microsoft.com/office/drawing/2014/main" id="{52EAE64F-7A94-717D-7261-BB24EDD9C5DA}"/>
                </a:ext>
              </a:extLst>
            </p:cNvPr>
            <p:cNvSpPr/>
            <p:nvPr/>
          </p:nvSpPr>
          <p:spPr>
            <a:xfrm>
              <a:off x="2058786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-0.452</a:t>
              </a:r>
            </a:p>
          </p:txBody>
        </p:sp>
        <p:sp>
          <p:nvSpPr>
            <p:cNvPr id="32" name="pl30">
              <a:extLst>
                <a:ext uri="{FF2B5EF4-FFF2-40B4-BE49-F238E27FC236}">
                  <a16:creationId xmlns:a16="http://schemas.microsoft.com/office/drawing/2014/main" id="{23C0A71C-AA3E-6DDE-B6DF-5AA76A681500}"/>
                </a:ext>
              </a:extLst>
            </p:cNvPr>
            <p:cNvSpPr/>
            <p:nvPr/>
          </p:nvSpPr>
          <p:spPr>
            <a:xfrm>
              <a:off x="1802096" y="1389802"/>
              <a:ext cx="0" cy="2825766"/>
            </a:xfrm>
            <a:custGeom>
              <a:avLst/>
              <a:gdLst/>
              <a:ahLst/>
              <a:cxnLst/>
              <a:rect l="0" t="0" r="0" b="0"/>
              <a:pathLst>
                <a:path h="2825766">
                  <a:moveTo>
                    <a:pt x="0" y="282576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x31">
              <a:extLst>
                <a:ext uri="{FF2B5EF4-FFF2-40B4-BE49-F238E27FC236}">
                  <a16:creationId xmlns:a16="http://schemas.microsoft.com/office/drawing/2014/main" id="{03F55F86-2B92-8E0D-9887-90833B56DDE6}"/>
                </a:ext>
              </a:extLst>
            </p:cNvPr>
            <p:cNvSpPr/>
            <p:nvPr/>
          </p:nvSpPr>
          <p:spPr>
            <a:xfrm>
              <a:off x="1130424" y="3645733"/>
              <a:ext cx="39739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  <a:r>
                <a:rPr lang="en-US"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(Overall)</a:t>
              </a:r>
              <a:endParaRPr sz="88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34" name="tx32">
              <a:extLst>
                <a:ext uri="{FF2B5EF4-FFF2-40B4-BE49-F238E27FC236}">
                  <a16:creationId xmlns:a16="http://schemas.microsoft.com/office/drawing/2014/main" id="{6C8CC9F0-DD99-E0A2-97A5-240109379AF1}"/>
                </a:ext>
              </a:extLst>
            </p:cNvPr>
            <p:cNvSpPr/>
            <p:nvPr/>
          </p:nvSpPr>
          <p:spPr>
            <a:xfrm>
              <a:off x="1012884" y="2762681"/>
              <a:ext cx="72658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(East)</a:t>
              </a:r>
            </a:p>
          </p:txBody>
        </p:sp>
        <p:sp>
          <p:nvSpPr>
            <p:cNvPr id="35" name="tx33">
              <a:extLst>
                <a:ext uri="{FF2B5EF4-FFF2-40B4-BE49-F238E27FC236}">
                  <a16:creationId xmlns:a16="http://schemas.microsoft.com/office/drawing/2014/main" id="{92DB21E2-C9E4-DCDE-85B9-59ACE5C69D0B}"/>
                </a:ext>
              </a:extLst>
            </p:cNvPr>
            <p:cNvSpPr/>
            <p:nvPr/>
          </p:nvSpPr>
          <p:spPr>
            <a:xfrm>
              <a:off x="983989" y="1879629"/>
              <a:ext cx="75547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(West)</a:t>
              </a:r>
            </a:p>
          </p:txBody>
        </p:sp>
        <p:sp>
          <p:nvSpPr>
            <p:cNvPr id="36" name="pl34">
              <a:extLst>
                <a:ext uri="{FF2B5EF4-FFF2-40B4-BE49-F238E27FC236}">
                  <a16:creationId xmlns:a16="http://schemas.microsoft.com/office/drawing/2014/main" id="{1299C4D6-38E9-AC68-3D35-C352F1A219C4}"/>
                </a:ext>
              </a:extLst>
            </p:cNvPr>
            <p:cNvSpPr/>
            <p:nvPr/>
          </p:nvSpPr>
          <p:spPr>
            <a:xfrm>
              <a:off x="1767301" y="368573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5">
              <a:extLst>
                <a:ext uri="{FF2B5EF4-FFF2-40B4-BE49-F238E27FC236}">
                  <a16:creationId xmlns:a16="http://schemas.microsoft.com/office/drawing/2014/main" id="{F7B8FB1E-34E8-E9A1-002F-3512F9C3B152}"/>
                </a:ext>
              </a:extLst>
            </p:cNvPr>
            <p:cNvSpPr/>
            <p:nvPr/>
          </p:nvSpPr>
          <p:spPr>
            <a:xfrm>
              <a:off x="1767301" y="28026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6">
              <a:extLst>
                <a:ext uri="{FF2B5EF4-FFF2-40B4-BE49-F238E27FC236}">
                  <a16:creationId xmlns:a16="http://schemas.microsoft.com/office/drawing/2014/main" id="{74941422-9C9D-B3B5-791A-430A0B1C1CE6}"/>
                </a:ext>
              </a:extLst>
            </p:cNvPr>
            <p:cNvSpPr/>
            <p:nvPr/>
          </p:nvSpPr>
          <p:spPr>
            <a:xfrm>
              <a:off x="1767301" y="19196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7">
              <a:extLst>
                <a:ext uri="{FF2B5EF4-FFF2-40B4-BE49-F238E27FC236}">
                  <a16:creationId xmlns:a16="http://schemas.microsoft.com/office/drawing/2014/main" id="{32E0489F-DBB7-6184-EDC0-6BDC873AAAC5}"/>
                </a:ext>
              </a:extLst>
            </p:cNvPr>
            <p:cNvSpPr/>
            <p:nvPr/>
          </p:nvSpPr>
          <p:spPr>
            <a:xfrm>
              <a:off x="1802096" y="4215569"/>
              <a:ext cx="3230928" cy="0"/>
            </a:xfrm>
            <a:custGeom>
              <a:avLst/>
              <a:gdLst/>
              <a:ahLst/>
              <a:cxnLst/>
              <a:rect l="0" t="0" r="0" b="0"/>
              <a:pathLst>
                <a:path w="3230928">
                  <a:moveTo>
                    <a:pt x="0" y="0"/>
                  </a:moveTo>
                  <a:lnTo>
                    <a:pt x="32309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8">
              <a:extLst>
                <a:ext uri="{FF2B5EF4-FFF2-40B4-BE49-F238E27FC236}">
                  <a16:creationId xmlns:a16="http://schemas.microsoft.com/office/drawing/2014/main" id="{8943A4CD-CEB2-12AA-8079-9833BB079E6D}"/>
                </a:ext>
              </a:extLst>
            </p:cNvPr>
            <p:cNvSpPr/>
            <p:nvPr/>
          </p:nvSpPr>
          <p:spPr>
            <a:xfrm>
              <a:off x="2263657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39">
              <a:extLst>
                <a:ext uri="{FF2B5EF4-FFF2-40B4-BE49-F238E27FC236}">
                  <a16:creationId xmlns:a16="http://schemas.microsoft.com/office/drawing/2014/main" id="{51F7AABD-2F8B-ACB0-EB38-285872F8AFF7}"/>
                </a:ext>
              </a:extLst>
            </p:cNvPr>
            <p:cNvSpPr/>
            <p:nvPr/>
          </p:nvSpPr>
          <p:spPr>
            <a:xfrm>
              <a:off x="3032926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0">
              <a:extLst>
                <a:ext uri="{FF2B5EF4-FFF2-40B4-BE49-F238E27FC236}">
                  <a16:creationId xmlns:a16="http://schemas.microsoft.com/office/drawing/2014/main" id="{7BACC94E-D4B1-464C-A7F2-F086B4C6A27F}"/>
                </a:ext>
              </a:extLst>
            </p:cNvPr>
            <p:cNvSpPr/>
            <p:nvPr/>
          </p:nvSpPr>
          <p:spPr>
            <a:xfrm>
              <a:off x="3802194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1">
              <a:extLst>
                <a:ext uri="{FF2B5EF4-FFF2-40B4-BE49-F238E27FC236}">
                  <a16:creationId xmlns:a16="http://schemas.microsoft.com/office/drawing/2014/main" id="{16882E80-C33D-8DB5-9F9C-0738DC3900B9}"/>
                </a:ext>
              </a:extLst>
            </p:cNvPr>
            <p:cNvSpPr/>
            <p:nvPr/>
          </p:nvSpPr>
          <p:spPr>
            <a:xfrm>
              <a:off x="4571463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x42">
              <a:extLst>
                <a:ext uri="{FF2B5EF4-FFF2-40B4-BE49-F238E27FC236}">
                  <a16:creationId xmlns:a16="http://schemas.microsoft.com/office/drawing/2014/main" id="{4129DFC0-EC76-42A7-C665-6C7A213D12F8}"/>
                </a:ext>
              </a:extLst>
            </p:cNvPr>
            <p:cNvSpPr/>
            <p:nvPr/>
          </p:nvSpPr>
          <p:spPr>
            <a:xfrm>
              <a:off x="1890902" y="4278200"/>
              <a:ext cx="74551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</a:t>
              </a:r>
            </a:p>
          </p:txBody>
        </p:sp>
        <p:sp>
          <p:nvSpPr>
            <p:cNvPr id="45" name="tx43">
              <a:extLst>
                <a:ext uri="{FF2B5EF4-FFF2-40B4-BE49-F238E27FC236}">
                  <a16:creationId xmlns:a16="http://schemas.microsoft.com/office/drawing/2014/main" id="{75C69975-6CAB-CB33-90EE-866CDF28896A}"/>
                </a:ext>
              </a:extLst>
            </p:cNvPr>
            <p:cNvSpPr/>
            <p:nvPr/>
          </p:nvSpPr>
          <p:spPr>
            <a:xfrm>
              <a:off x="2046259" y="4398900"/>
              <a:ext cx="4347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</a:t>
              </a:r>
            </a:p>
          </p:txBody>
        </p:sp>
        <p:sp>
          <p:nvSpPr>
            <p:cNvPr id="46" name="tx44">
              <a:extLst>
                <a:ext uri="{FF2B5EF4-FFF2-40B4-BE49-F238E27FC236}">
                  <a16:creationId xmlns:a16="http://schemas.microsoft.com/office/drawing/2014/main" id="{BF8431FD-7FBF-1CBB-0C2C-5BD575162D7F}"/>
                </a:ext>
              </a:extLst>
            </p:cNvPr>
            <p:cNvSpPr/>
            <p:nvPr/>
          </p:nvSpPr>
          <p:spPr>
            <a:xfrm>
              <a:off x="2955339" y="4278200"/>
              <a:ext cx="15517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</a:p>
          </p:txBody>
        </p:sp>
        <p:sp>
          <p:nvSpPr>
            <p:cNvPr id="47" name="tx45">
              <a:extLst>
                <a:ext uri="{FF2B5EF4-FFF2-40B4-BE49-F238E27FC236}">
                  <a16:creationId xmlns:a16="http://schemas.microsoft.com/office/drawing/2014/main" id="{68921175-B560-6479-E366-16C1B25EF793}"/>
                </a:ext>
              </a:extLst>
            </p:cNvPr>
            <p:cNvSpPr/>
            <p:nvPr/>
          </p:nvSpPr>
          <p:spPr>
            <a:xfrm>
              <a:off x="3696581" y="4278200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</a:p>
          </p:txBody>
        </p:sp>
        <p:sp>
          <p:nvSpPr>
            <p:cNvPr id="48" name="tx46">
              <a:extLst>
                <a:ext uri="{FF2B5EF4-FFF2-40B4-BE49-F238E27FC236}">
                  <a16:creationId xmlns:a16="http://schemas.microsoft.com/office/drawing/2014/main" id="{620538AD-0BED-3369-3388-7872D6541CA9}"/>
                </a:ext>
              </a:extLst>
            </p:cNvPr>
            <p:cNvSpPr/>
            <p:nvPr/>
          </p:nvSpPr>
          <p:spPr>
            <a:xfrm>
              <a:off x="4453551" y="4278200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</a:p>
          </p:txBody>
        </p:sp>
        <p:sp>
          <p:nvSpPr>
            <p:cNvPr id="49" name="rc47">
              <a:extLst>
                <a:ext uri="{FF2B5EF4-FFF2-40B4-BE49-F238E27FC236}">
                  <a16:creationId xmlns:a16="http://schemas.microsoft.com/office/drawing/2014/main" id="{6EEA83E5-AF2A-DFFB-3F3D-47A6CEA425C4}"/>
                </a:ext>
              </a:extLst>
            </p:cNvPr>
            <p:cNvSpPr/>
            <p:nvPr/>
          </p:nvSpPr>
          <p:spPr>
            <a:xfrm>
              <a:off x="5172202" y="2009485"/>
              <a:ext cx="70180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tx48">
              <a:extLst>
                <a:ext uri="{FF2B5EF4-FFF2-40B4-BE49-F238E27FC236}">
                  <a16:creationId xmlns:a16="http://schemas.microsoft.com/office/drawing/2014/main" id="{A3A245F7-B6ED-821E-E3AC-3D126F6E12E5}"/>
                </a:ext>
              </a:extLst>
            </p:cNvPr>
            <p:cNvSpPr/>
            <p:nvPr/>
          </p:nvSpPr>
          <p:spPr>
            <a:xfrm>
              <a:off x="5241791" y="2093796"/>
              <a:ext cx="56263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Kendall's</a:t>
              </a:r>
            </a:p>
          </p:txBody>
        </p:sp>
        <p:sp>
          <p:nvSpPr>
            <p:cNvPr id="51" name="tx49">
              <a:extLst>
                <a:ext uri="{FF2B5EF4-FFF2-40B4-BE49-F238E27FC236}">
                  <a16:creationId xmlns:a16="http://schemas.microsoft.com/office/drawing/2014/main" id="{6B02D7F9-CF60-BA32-E101-69EC23476B00}"/>
                </a:ext>
              </a:extLst>
            </p:cNvPr>
            <p:cNvSpPr/>
            <p:nvPr/>
          </p:nvSpPr>
          <p:spPr>
            <a:xfrm>
              <a:off x="5241791" y="2244672"/>
              <a:ext cx="22530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</a:t>
              </a:r>
            </a:p>
          </p:txBody>
        </p:sp>
        <p:pic>
          <p:nvPicPr>
            <p:cNvPr id="52" name="pic50">
              <a:extLst>
                <a:ext uri="{FF2B5EF4-FFF2-40B4-BE49-F238E27FC236}">
                  <a16:creationId xmlns:a16="http://schemas.microsoft.com/office/drawing/2014/main" id="{56CF8E04-92A6-451A-86A1-DC7C935657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1791" y="2429018"/>
              <a:ext cx="219455" cy="1097280"/>
            </a:xfrm>
            <a:prstGeom prst="rect">
              <a:avLst/>
            </a:prstGeom>
          </p:spPr>
        </p:pic>
        <p:sp>
          <p:nvSpPr>
            <p:cNvPr id="53" name="pl51">
              <a:extLst>
                <a:ext uri="{FF2B5EF4-FFF2-40B4-BE49-F238E27FC236}">
                  <a16:creationId xmlns:a16="http://schemas.microsoft.com/office/drawing/2014/main" id="{F2DD1345-8B1A-3CD3-D715-EECD52A46EA7}"/>
                </a:ext>
              </a:extLst>
            </p:cNvPr>
            <p:cNvSpPr/>
            <p:nvPr/>
          </p:nvSpPr>
          <p:spPr>
            <a:xfrm>
              <a:off x="5417356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2">
              <a:extLst>
                <a:ext uri="{FF2B5EF4-FFF2-40B4-BE49-F238E27FC236}">
                  <a16:creationId xmlns:a16="http://schemas.microsoft.com/office/drawing/2014/main" id="{1D9F9EA9-FC28-58BD-EB9D-0C11BA29101E}"/>
                </a:ext>
              </a:extLst>
            </p:cNvPr>
            <p:cNvSpPr/>
            <p:nvPr/>
          </p:nvSpPr>
          <p:spPr>
            <a:xfrm>
              <a:off x="5417356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3">
              <a:extLst>
                <a:ext uri="{FF2B5EF4-FFF2-40B4-BE49-F238E27FC236}">
                  <a16:creationId xmlns:a16="http://schemas.microsoft.com/office/drawing/2014/main" id="{F52C4B44-BC31-371C-FE30-9B7D68E06ACE}"/>
                </a:ext>
              </a:extLst>
            </p:cNvPr>
            <p:cNvSpPr/>
            <p:nvPr/>
          </p:nvSpPr>
          <p:spPr>
            <a:xfrm>
              <a:off x="5417356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4">
              <a:extLst>
                <a:ext uri="{FF2B5EF4-FFF2-40B4-BE49-F238E27FC236}">
                  <a16:creationId xmlns:a16="http://schemas.microsoft.com/office/drawing/2014/main" id="{7F6FF825-1B66-8410-27DA-C99A91065F63}"/>
                </a:ext>
              </a:extLst>
            </p:cNvPr>
            <p:cNvSpPr/>
            <p:nvPr/>
          </p:nvSpPr>
          <p:spPr>
            <a:xfrm>
              <a:off x="5417356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5">
              <a:extLst>
                <a:ext uri="{FF2B5EF4-FFF2-40B4-BE49-F238E27FC236}">
                  <a16:creationId xmlns:a16="http://schemas.microsoft.com/office/drawing/2014/main" id="{57A8B820-CA0E-F90A-91E9-FB70C08805C3}"/>
                </a:ext>
              </a:extLst>
            </p:cNvPr>
            <p:cNvSpPr/>
            <p:nvPr/>
          </p:nvSpPr>
          <p:spPr>
            <a:xfrm>
              <a:off x="5417356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6">
              <a:extLst>
                <a:ext uri="{FF2B5EF4-FFF2-40B4-BE49-F238E27FC236}">
                  <a16:creationId xmlns:a16="http://schemas.microsoft.com/office/drawing/2014/main" id="{5472CC99-657A-86C2-89FC-FCDE811DF275}"/>
                </a:ext>
              </a:extLst>
            </p:cNvPr>
            <p:cNvSpPr/>
            <p:nvPr/>
          </p:nvSpPr>
          <p:spPr>
            <a:xfrm>
              <a:off x="5241791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7">
              <a:extLst>
                <a:ext uri="{FF2B5EF4-FFF2-40B4-BE49-F238E27FC236}">
                  <a16:creationId xmlns:a16="http://schemas.microsoft.com/office/drawing/2014/main" id="{AF66928F-004B-8A38-486B-B3DB3124B635}"/>
                </a:ext>
              </a:extLst>
            </p:cNvPr>
            <p:cNvSpPr/>
            <p:nvPr/>
          </p:nvSpPr>
          <p:spPr>
            <a:xfrm>
              <a:off x="5241791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58">
              <a:extLst>
                <a:ext uri="{FF2B5EF4-FFF2-40B4-BE49-F238E27FC236}">
                  <a16:creationId xmlns:a16="http://schemas.microsoft.com/office/drawing/2014/main" id="{9FEE645E-D3F4-2751-BA96-B9E71195FCB3}"/>
                </a:ext>
              </a:extLst>
            </p:cNvPr>
            <p:cNvSpPr/>
            <p:nvPr/>
          </p:nvSpPr>
          <p:spPr>
            <a:xfrm>
              <a:off x="5241791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59">
              <a:extLst>
                <a:ext uri="{FF2B5EF4-FFF2-40B4-BE49-F238E27FC236}">
                  <a16:creationId xmlns:a16="http://schemas.microsoft.com/office/drawing/2014/main" id="{4E26C959-895D-CE1B-FF15-3BC351A75571}"/>
                </a:ext>
              </a:extLst>
            </p:cNvPr>
            <p:cNvSpPr/>
            <p:nvPr/>
          </p:nvSpPr>
          <p:spPr>
            <a:xfrm>
              <a:off x="5241791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0">
              <a:extLst>
                <a:ext uri="{FF2B5EF4-FFF2-40B4-BE49-F238E27FC236}">
                  <a16:creationId xmlns:a16="http://schemas.microsoft.com/office/drawing/2014/main" id="{784BDB04-D503-4A02-ECFE-87BB73E3CF6E}"/>
                </a:ext>
              </a:extLst>
            </p:cNvPr>
            <p:cNvSpPr/>
            <p:nvPr/>
          </p:nvSpPr>
          <p:spPr>
            <a:xfrm>
              <a:off x="5241791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tx61">
              <a:extLst>
                <a:ext uri="{FF2B5EF4-FFF2-40B4-BE49-F238E27FC236}">
                  <a16:creationId xmlns:a16="http://schemas.microsoft.com/office/drawing/2014/main" id="{3D79099F-D9B5-C212-1F14-AA1B4D0B3EE4}"/>
                </a:ext>
              </a:extLst>
            </p:cNvPr>
            <p:cNvSpPr/>
            <p:nvPr/>
          </p:nvSpPr>
          <p:spPr>
            <a:xfrm>
              <a:off x="5530836" y="2390842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64" name="tx62">
              <a:extLst>
                <a:ext uri="{FF2B5EF4-FFF2-40B4-BE49-F238E27FC236}">
                  <a16:creationId xmlns:a16="http://schemas.microsoft.com/office/drawing/2014/main" id="{73484C68-4225-F9CB-52B4-C6420C67C003}"/>
                </a:ext>
              </a:extLst>
            </p:cNvPr>
            <p:cNvSpPr/>
            <p:nvPr/>
          </p:nvSpPr>
          <p:spPr>
            <a:xfrm>
              <a:off x="5530836" y="2664247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5" name="tx63">
              <a:extLst>
                <a:ext uri="{FF2B5EF4-FFF2-40B4-BE49-F238E27FC236}">
                  <a16:creationId xmlns:a16="http://schemas.microsoft.com/office/drawing/2014/main" id="{DB245B0F-9086-F172-7640-9B1D245AC69A}"/>
                </a:ext>
              </a:extLst>
            </p:cNvPr>
            <p:cNvSpPr/>
            <p:nvPr/>
          </p:nvSpPr>
          <p:spPr>
            <a:xfrm>
              <a:off x="5530836" y="2937653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6" name="tx64">
              <a:extLst>
                <a:ext uri="{FF2B5EF4-FFF2-40B4-BE49-F238E27FC236}">
                  <a16:creationId xmlns:a16="http://schemas.microsoft.com/office/drawing/2014/main" id="{DE779E32-D0B5-EB4F-BAA9-A82C0295C7D8}"/>
                </a:ext>
              </a:extLst>
            </p:cNvPr>
            <p:cNvSpPr/>
            <p:nvPr/>
          </p:nvSpPr>
          <p:spPr>
            <a:xfrm>
              <a:off x="5530836" y="3211059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7" name="tx65">
              <a:extLst>
                <a:ext uri="{FF2B5EF4-FFF2-40B4-BE49-F238E27FC236}">
                  <a16:creationId xmlns:a16="http://schemas.microsoft.com/office/drawing/2014/main" id="{DDD06BF6-DEF5-A62E-B94A-F0E54E9E60F0}"/>
                </a:ext>
              </a:extLst>
            </p:cNvPr>
            <p:cNvSpPr/>
            <p:nvPr/>
          </p:nvSpPr>
          <p:spPr>
            <a:xfrm>
              <a:off x="5530836" y="3484464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8" name="tx66">
              <a:extLst>
                <a:ext uri="{FF2B5EF4-FFF2-40B4-BE49-F238E27FC236}">
                  <a16:creationId xmlns:a16="http://schemas.microsoft.com/office/drawing/2014/main" id="{D1BD634D-9AA8-FF89-0967-DED07ABB467C}"/>
                </a:ext>
              </a:extLst>
            </p:cNvPr>
            <p:cNvSpPr/>
            <p:nvPr/>
          </p:nvSpPr>
          <p:spPr>
            <a:xfrm>
              <a:off x="1802096" y="983989"/>
              <a:ext cx="278416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Correlation between Survival and </a:t>
              </a:r>
            </a:p>
          </p:txBody>
        </p:sp>
        <p:sp>
          <p:nvSpPr>
            <p:cNvPr id="69" name="tx67">
              <a:extLst>
                <a:ext uri="{FF2B5EF4-FFF2-40B4-BE49-F238E27FC236}">
                  <a16:creationId xmlns:a16="http://schemas.microsoft.com/office/drawing/2014/main" id="{2ADE0B37-2FDC-F890-EADA-BC89A3749B6E}"/>
                </a:ext>
              </a:extLst>
            </p:cNvPr>
            <p:cNvSpPr/>
            <p:nvPr/>
          </p:nvSpPr>
          <p:spPr>
            <a:xfrm>
              <a:off x="1802096" y="1165040"/>
              <a:ext cx="1244498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1A8FDAF-1F8E-8B29-5E59-C78431E81FC9}"/>
              </a:ext>
            </a:extLst>
          </p:cNvPr>
          <p:cNvGrpSpPr/>
          <p:nvPr/>
        </p:nvGrpSpPr>
        <p:grpSpPr>
          <a:xfrm>
            <a:off x="4954811" y="1268760"/>
            <a:ext cx="5029200" cy="3657600"/>
            <a:chOff x="914400" y="914400"/>
            <a:chExt cx="5029200" cy="3657600"/>
          </a:xfrm>
        </p:grpSpPr>
        <p:sp>
          <p:nvSpPr>
            <p:cNvPr id="71" name="rc3">
              <a:extLst>
                <a:ext uri="{FF2B5EF4-FFF2-40B4-BE49-F238E27FC236}">
                  <a16:creationId xmlns:a16="http://schemas.microsoft.com/office/drawing/2014/main" id="{19F0949D-EA94-B5A7-6AB5-DBD4397D42D0}"/>
                </a:ext>
              </a:extLst>
            </p:cNvPr>
            <p:cNvSpPr/>
            <p:nvPr/>
          </p:nvSpPr>
          <p:spPr>
            <a:xfrm>
              <a:off x="914400" y="914400"/>
              <a:ext cx="5029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4">
              <a:extLst>
                <a:ext uri="{FF2B5EF4-FFF2-40B4-BE49-F238E27FC236}">
                  <a16:creationId xmlns:a16="http://schemas.microsoft.com/office/drawing/2014/main" id="{A759CA76-D6D8-F3FE-4416-5138B7EB8AB1}"/>
                </a:ext>
              </a:extLst>
            </p:cNvPr>
            <p:cNvSpPr/>
            <p:nvPr/>
          </p:nvSpPr>
          <p:spPr>
            <a:xfrm>
              <a:off x="914400" y="914400"/>
              <a:ext cx="5029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5">
              <a:extLst>
                <a:ext uri="{FF2B5EF4-FFF2-40B4-BE49-F238E27FC236}">
                  <a16:creationId xmlns:a16="http://schemas.microsoft.com/office/drawing/2014/main" id="{6FC786D4-1C79-7C39-CCB9-16F67A52E3B8}"/>
                </a:ext>
              </a:extLst>
            </p:cNvPr>
            <p:cNvSpPr/>
            <p:nvPr/>
          </p:nvSpPr>
          <p:spPr>
            <a:xfrm>
              <a:off x="1802096" y="1389802"/>
              <a:ext cx="3230928" cy="28257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4" name="rc6">
              <a:extLst>
                <a:ext uri="{FF2B5EF4-FFF2-40B4-BE49-F238E27FC236}">
                  <a16:creationId xmlns:a16="http://schemas.microsoft.com/office/drawing/2014/main" id="{674E5C0B-F299-F57A-179B-DCBE86EB212F}"/>
                </a:ext>
              </a:extLst>
            </p:cNvPr>
            <p:cNvSpPr/>
            <p:nvPr/>
          </p:nvSpPr>
          <p:spPr>
            <a:xfrm>
              <a:off x="3417560" y="3244212"/>
              <a:ext cx="769268" cy="883052"/>
            </a:xfrm>
            <a:prstGeom prst="rect">
              <a:avLst/>
            </a:prstGeom>
            <a:solidFill>
              <a:srgbClr val="FCEC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">
              <a:extLst>
                <a:ext uri="{FF2B5EF4-FFF2-40B4-BE49-F238E27FC236}">
                  <a16:creationId xmlns:a16="http://schemas.microsoft.com/office/drawing/2014/main" id="{D0BFC727-6B31-6423-2EAA-4E5FD17599D8}"/>
                </a:ext>
              </a:extLst>
            </p:cNvPr>
            <p:cNvSpPr/>
            <p:nvPr/>
          </p:nvSpPr>
          <p:spPr>
            <a:xfrm>
              <a:off x="3417560" y="1478108"/>
              <a:ext cx="769268" cy="883052"/>
            </a:xfrm>
            <a:prstGeom prst="rect">
              <a:avLst/>
            </a:prstGeom>
            <a:solidFill>
              <a:srgbClr val="B3CF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8">
              <a:extLst>
                <a:ext uri="{FF2B5EF4-FFF2-40B4-BE49-F238E27FC236}">
                  <a16:creationId xmlns:a16="http://schemas.microsoft.com/office/drawing/2014/main" id="{56F8928E-BE27-A560-7E3F-2ECA46480BE0}"/>
                </a:ext>
              </a:extLst>
            </p:cNvPr>
            <p:cNvSpPr/>
            <p:nvPr/>
          </p:nvSpPr>
          <p:spPr>
            <a:xfrm>
              <a:off x="3417560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9">
              <a:extLst>
                <a:ext uri="{FF2B5EF4-FFF2-40B4-BE49-F238E27FC236}">
                  <a16:creationId xmlns:a16="http://schemas.microsoft.com/office/drawing/2014/main" id="{DB6C0634-AD43-BA51-B825-CE1D2AB0D5FA}"/>
                </a:ext>
              </a:extLst>
            </p:cNvPr>
            <p:cNvSpPr/>
            <p:nvPr/>
          </p:nvSpPr>
          <p:spPr>
            <a:xfrm>
              <a:off x="4186829" y="3244212"/>
              <a:ext cx="769268" cy="883052"/>
            </a:xfrm>
            <a:prstGeom prst="rect">
              <a:avLst/>
            </a:prstGeom>
            <a:solidFill>
              <a:srgbClr val="FC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10">
              <a:extLst>
                <a:ext uri="{FF2B5EF4-FFF2-40B4-BE49-F238E27FC236}">
                  <a16:creationId xmlns:a16="http://schemas.microsoft.com/office/drawing/2014/main" id="{3F505E49-4B27-1728-EC69-9E0C9B0AB1D3}"/>
                </a:ext>
              </a:extLst>
            </p:cNvPr>
            <p:cNvSpPr/>
            <p:nvPr/>
          </p:nvSpPr>
          <p:spPr>
            <a:xfrm>
              <a:off x="4186829" y="1478108"/>
              <a:ext cx="769268" cy="883052"/>
            </a:xfrm>
            <a:prstGeom prst="rect">
              <a:avLst/>
            </a:prstGeom>
            <a:solidFill>
              <a:srgbClr val="FBEA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11">
              <a:extLst>
                <a:ext uri="{FF2B5EF4-FFF2-40B4-BE49-F238E27FC236}">
                  <a16:creationId xmlns:a16="http://schemas.microsoft.com/office/drawing/2014/main" id="{3C399926-F0C6-C847-DD7D-01F6A9B5064C}"/>
                </a:ext>
              </a:extLst>
            </p:cNvPr>
            <p:cNvSpPr/>
            <p:nvPr/>
          </p:nvSpPr>
          <p:spPr>
            <a:xfrm>
              <a:off x="4186829" y="2361160"/>
              <a:ext cx="769268" cy="883052"/>
            </a:xfrm>
            <a:prstGeom prst="rect">
              <a:avLst/>
            </a:prstGeom>
            <a:solidFill>
              <a:srgbClr val="FCEE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12">
              <a:extLst>
                <a:ext uri="{FF2B5EF4-FFF2-40B4-BE49-F238E27FC236}">
                  <a16:creationId xmlns:a16="http://schemas.microsoft.com/office/drawing/2014/main" id="{4F6C7EA7-C7D1-BF20-6B8C-86C99DD80147}"/>
                </a:ext>
              </a:extLst>
            </p:cNvPr>
            <p:cNvSpPr/>
            <p:nvPr/>
          </p:nvSpPr>
          <p:spPr>
            <a:xfrm>
              <a:off x="2648291" y="3244212"/>
              <a:ext cx="769268" cy="883052"/>
            </a:xfrm>
            <a:prstGeom prst="rect">
              <a:avLst/>
            </a:prstGeom>
            <a:solidFill>
              <a:srgbClr val="FBE9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13">
              <a:extLst>
                <a:ext uri="{FF2B5EF4-FFF2-40B4-BE49-F238E27FC236}">
                  <a16:creationId xmlns:a16="http://schemas.microsoft.com/office/drawing/2014/main" id="{25D1AF79-9307-5792-C259-D62C6EDAF04C}"/>
                </a:ext>
              </a:extLst>
            </p:cNvPr>
            <p:cNvSpPr/>
            <p:nvPr/>
          </p:nvSpPr>
          <p:spPr>
            <a:xfrm>
              <a:off x="2648291" y="1478108"/>
              <a:ext cx="769268" cy="883052"/>
            </a:xfrm>
            <a:prstGeom prst="rect">
              <a:avLst/>
            </a:prstGeom>
            <a:solidFill>
              <a:srgbClr val="ADCB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14">
              <a:extLst>
                <a:ext uri="{FF2B5EF4-FFF2-40B4-BE49-F238E27FC236}">
                  <a16:creationId xmlns:a16="http://schemas.microsoft.com/office/drawing/2014/main" id="{32DDE26A-E16A-F3E4-2D3C-854E2B8CF91E}"/>
                </a:ext>
              </a:extLst>
            </p:cNvPr>
            <p:cNvSpPr/>
            <p:nvPr/>
          </p:nvSpPr>
          <p:spPr>
            <a:xfrm>
              <a:off x="2648291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15">
              <a:extLst>
                <a:ext uri="{FF2B5EF4-FFF2-40B4-BE49-F238E27FC236}">
                  <a16:creationId xmlns:a16="http://schemas.microsoft.com/office/drawing/2014/main" id="{94FCFA02-281C-6396-3B5F-82E1CF408DC1}"/>
                </a:ext>
              </a:extLst>
            </p:cNvPr>
            <p:cNvSpPr/>
            <p:nvPr/>
          </p:nvSpPr>
          <p:spPr>
            <a:xfrm>
              <a:off x="1879023" y="3244212"/>
              <a:ext cx="769268" cy="883052"/>
            </a:xfrm>
            <a:prstGeom prst="rect">
              <a:avLst/>
            </a:prstGeom>
            <a:solidFill>
              <a:srgbClr val="FFFD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16">
              <a:extLst>
                <a:ext uri="{FF2B5EF4-FFF2-40B4-BE49-F238E27FC236}">
                  <a16:creationId xmlns:a16="http://schemas.microsoft.com/office/drawing/2014/main" id="{0EBE6852-A554-EBAA-582B-BA3860D3A1E1}"/>
                </a:ext>
              </a:extLst>
            </p:cNvPr>
            <p:cNvSpPr/>
            <p:nvPr/>
          </p:nvSpPr>
          <p:spPr>
            <a:xfrm>
              <a:off x="1879023" y="1478108"/>
              <a:ext cx="769268" cy="883052"/>
            </a:xfrm>
            <a:prstGeom prst="rect">
              <a:avLst/>
            </a:prstGeom>
            <a:solidFill>
              <a:srgbClr val="ADCB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17">
              <a:extLst>
                <a:ext uri="{FF2B5EF4-FFF2-40B4-BE49-F238E27FC236}">
                  <a16:creationId xmlns:a16="http://schemas.microsoft.com/office/drawing/2014/main" id="{BBFBAC37-948D-4CE0-394F-460517D44808}"/>
                </a:ext>
              </a:extLst>
            </p:cNvPr>
            <p:cNvSpPr/>
            <p:nvPr/>
          </p:nvSpPr>
          <p:spPr>
            <a:xfrm>
              <a:off x="1879023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tx18">
              <a:extLst>
                <a:ext uri="{FF2B5EF4-FFF2-40B4-BE49-F238E27FC236}">
                  <a16:creationId xmlns:a16="http://schemas.microsoft.com/office/drawing/2014/main" id="{0755F529-E59F-31ED-91DC-F0634C8D072B}"/>
                </a:ext>
              </a:extLst>
            </p:cNvPr>
            <p:cNvSpPr/>
            <p:nvPr/>
          </p:nvSpPr>
          <p:spPr>
            <a:xfrm>
              <a:off x="3621372" y="3634029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0.095</a:t>
              </a:r>
            </a:p>
          </p:txBody>
        </p:sp>
        <p:sp>
          <p:nvSpPr>
            <p:cNvPr id="87" name="tx19">
              <a:extLst>
                <a:ext uri="{FF2B5EF4-FFF2-40B4-BE49-F238E27FC236}">
                  <a16:creationId xmlns:a16="http://schemas.microsoft.com/office/drawing/2014/main" id="{62A45221-336C-357F-594F-6D2BE4AA7D3B}"/>
                </a:ext>
              </a:extLst>
            </p:cNvPr>
            <p:cNvSpPr/>
            <p:nvPr/>
          </p:nvSpPr>
          <p:spPr>
            <a:xfrm>
              <a:off x="3597323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-0.439</a:t>
              </a:r>
            </a:p>
          </p:txBody>
        </p:sp>
        <p:sp>
          <p:nvSpPr>
            <p:cNvPr id="88" name="tx20">
              <a:extLst>
                <a:ext uri="{FF2B5EF4-FFF2-40B4-BE49-F238E27FC236}">
                  <a16:creationId xmlns:a16="http://schemas.microsoft.com/office/drawing/2014/main" id="{5CCBADF5-3B3A-325E-3AF1-9A30616DDB5E}"/>
                </a:ext>
              </a:extLst>
            </p:cNvPr>
            <p:cNvSpPr/>
            <p:nvPr/>
          </p:nvSpPr>
          <p:spPr>
            <a:xfrm>
              <a:off x="3597323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89" name="tx21">
              <a:extLst>
                <a:ext uri="{FF2B5EF4-FFF2-40B4-BE49-F238E27FC236}">
                  <a16:creationId xmlns:a16="http://schemas.microsoft.com/office/drawing/2014/main" id="{FC0C7C59-E145-1263-4B9F-6B87D0888CB0}"/>
                </a:ext>
              </a:extLst>
            </p:cNvPr>
            <p:cNvSpPr/>
            <p:nvPr/>
          </p:nvSpPr>
          <p:spPr>
            <a:xfrm>
              <a:off x="4366592" y="3634029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-0.019</a:t>
              </a:r>
            </a:p>
          </p:txBody>
        </p:sp>
        <p:sp>
          <p:nvSpPr>
            <p:cNvPr id="90" name="tx22">
              <a:extLst>
                <a:ext uri="{FF2B5EF4-FFF2-40B4-BE49-F238E27FC236}">
                  <a16:creationId xmlns:a16="http://schemas.microsoft.com/office/drawing/2014/main" id="{F5B8859D-F846-45B5-10A8-D1991D7F8E7A}"/>
                </a:ext>
              </a:extLst>
            </p:cNvPr>
            <p:cNvSpPr/>
            <p:nvPr/>
          </p:nvSpPr>
          <p:spPr>
            <a:xfrm>
              <a:off x="4390640" y="1867924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0.106</a:t>
              </a:r>
            </a:p>
          </p:txBody>
        </p:sp>
        <p:sp>
          <p:nvSpPr>
            <p:cNvPr id="91" name="tx23">
              <a:extLst>
                <a:ext uri="{FF2B5EF4-FFF2-40B4-BE49-F238E27FC236}">
                  <a16:creationId xmlns:a16="http://schemas.microsoft.com/office/drawing/2014/main" id="{D919C739-2996-1696-07FB-D00E17D164E3}"/>
                </a:ext>
              </a:extLst>
            </p:cNvPr>
            <p:cNvSpPr/>
            <p:nvPr/>
          </p:nvSpPr>
          <p:spPr>
            <a:xfrm>
              <a:off x="4390640" y="2750977"/>
              <a:ext cx="361645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0.085</a:t>
              </a:r>
            </a:p>
          </p:txBody>
        </p:sp>
        <p:sp>
          <p:nvSpPr>
            <p:cNvPr id="92" name="tx24">
              <a:extLst>
                <a:ext uri="{FF2B5EF4-FFF2-40B4-BE49-F238E27FC236}">
                  <a16:creationId xmlns:a16="http://schemas.microsoft.com/office/drawing/2014/main" id="{74491A07-1685-8A57-A434-C50C441578F4}"/>
                </a:ext>
              </a:extLst>
            </p:cNvPr>
            <p:cNvSpPr/>
            <p:nvPr/>
          </p:nvSpPr>
          <p:spPr>
            <a:xfrm>
              <a:off x="2857452" y="3634029"/>
              <a:ext cx="350946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0.112</a:t>
              </a:r>
            </a:p>
          </p:txBody>
        </p:sp>
        <p:sp>
          <p:nvSpPr>
            <p:cNvPr id="93" name="tx25">
              <a:extLst>
                <a:ext uri="{FF2B5EF4-FFF2-40B4-BE49-F238E27FC236}">
                  <a16:creationId xmlns:a16="http://schemas.microsoft.com/office/drawing/2014/main" id="{0D262595-8943-7FA5-ACAC-238AEAF65ED1}"/>
                </a:ext>
              </a:extLst>
            </p:cNvPr>
            <p:cNvSpPr/>
            <p:nvPr/>
          </p:nvSpPr>
          <p:spPr>
            <a:xfrm>
              <a:off x="2828054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-0.476</a:t>
              </a:r>
            </a:p>
          </p:txBody>
        </p:sp>
        <p:sp>
          <p:nvSpPr>
            <p:cNvPr id="94" name="tx26">
              <a:extLst>
                <a:ext uri="{FF2B5EF4-FFF2-40B4-BE49-F238E27FC236}">
                  <a16:creationId xmlns:a16="http://schemas.microsoft.com/office/drawing/2014/main" id="{09D9F470-C8B7-9E79-D316-6188039D5A44}"/>
                </a:ext>
              </a:extLst>
            </p:cNvPr>
            <p:cNvSpPr/>
            <p:nvPr/>
          </p:nvSpPr>
          <p:spPr>
            <a:xfrm>
              <a:off x="2828054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95" name="tx27">
              <a:extLst>
                <a:ext uri="{FF2B5EF4-FFF2-40B4-BE49-F238E27FC236}">
                  <a16:creationId xmlns:a16="http://schemas.microsoft.com/office/drawing/2014/main" id="{0347E4C5-421C-30AF-2BE2-1906EA9E1A96}"/>
                </a:ext>
              </a:extLst>
            </p:cNvPr>
            <p:cNvSpPr/>
            <p:nvPr/>
          </p:nvSpPr>
          <p:spPr>
            <a:xfrm>
              <a:off x="2123022" y="3634029"/>
              <a:ext cx="281269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96" name="tx28">
              <a:extLst>
                <a:ext uri="{FF2B5EF4-FFF2-40B4-BE49-F238E27FC236}">
                  <a16:creationId xmlns:a16="http://schemas.microsoft.com/office/drawing/2014/main" id="{F6F9E12D-CA88-9382-6B60-6D45060FDE54}"/>
                </a:ext>
              </a:extLst>
            </p:cNvPr>
            <p:cNvSpPr/>
            <p:nvPr/>
          </p:nvSpPr>
          <p:spPr>
            <a:xfrm>
              <a:off x="2058786" y="1867924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-0.476</a:t>
              </a:r>
            </a:p>
          </p:txBody>
        </p:sp>
        <p:sp>
          <p:nvSpPr>
            <p:cNvPr id="97" name="tx29">
              <a:extLst>
                <a:ext uri="{FF2B5EF4-FFF2-40B4-BE49-F238E27FC236}">
                  <a16:creationId xmlns:a16="http://schemas.microsoft.com/office/drawing/2014/main" id="{7F604810-2D8D-18E9-76FA-411B857A6967}"/>
                </a:ext>
              </a:extLst>
            </p:cNvPr>
            <p:cNvSpPr/>
            <p:nvPr/>
          </p:nvSpPr>
          <p:spPr>
            <a:xfrm>
              <a:off x="2058786" y="2750977"/>
              <a:ext cx="409742" cy="103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98" name="pl30">
              <a:extLst>
                <a:ext uri="{FF2B5EF4-FFF2-40B4-BE49-F238E27FC236}">
                  <a16:creationId xmlns:a16="http://schemas.microsoft.com/office/drawing/2014/main" id="{5B129E5D-9C64-62F4-8681-755F0267ADC5}"/>
                </a:ext>
              </a:extLst>
            </p:cNvPr>
            <p:cNvSpPr/>
            <p:nvPr/>
          </p:nvSpPr>
          <p:spPr>
            <a:xfrm>
              <a:off x="1802096" y="1389802"/>
              <a:ext cx="0" cy="2825766"/>
            </a:xfrm>
            <a:custGeom>
              <a:avLst/>
              <a:gdLst/>
              <a:ahLst/>
              <a:cxnLst/>
              <a:rect l="0" t="0" r="0" b="0"/>
              <a:pathLst>
                <a:path h="2825766">
                  <a:moveTo>
                    <a:pt x="0" y="282576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tx31">
              <a:extLst>
                <a:ext uri="{FF2B5EF4-FFF2-40B4-BE49-F238E27FC236}">
                  <a16:creationId xmlns:a16="http://schemas.microsoft.com/office/drawing/2014/main" id="{1EA3776F-485C-CCAE-C0C5-BB3F05D0DF8B}"/>
                </a:ext>
              </a:extLst>
            </p:cNvPr>
            <p:cNvSpPr/>
            <p:nvPr/>
          </p:nvSpPr>
          <p:spPr>
            <a:xfrm>
              <a:off x="1119485" y="3645733"/>
              <a:ext cx="39739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  <a:r>
                <a:rPr lang="en-US"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(Overall)</a:t>
              </a:r>
              <a:endParaRPr sz="88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0" name="tx32">
              <a:extLst>
                <a:ext uri="{FF2B5EF4-FFF2-40B4-BE49-F238E27FC236}">
                  <a16:creationId xmlns:a16="http://schemas.microsoft.com/office/drawing/2014/main" id="{FB07F860-4943-927F-40DA-7EFD8DDFD94F}"/>
                </a:ext>
              </a:extLst>
            </p:cNvPr>
            <p:cNvSpPr/>
            <p:nvPr/>
          </p:nvSpPr>
          <p:spPr>
            <a:xfrm>
              <a:off x="1012884" y="2762681"/>
              <a:ext cx="72658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(East)</a:t>
              </a:r>
            </a:p>
          </p:txBody>
        </p:sp>
        <p:sp>
          <p:nvSpPr>
            <p:cNvPr id="101" name="tx33">
              <a:extLst>
                <a:ext uri="{FF2B5EF4-FFF2-40B4-BE49-F238E27FC236}">
                  <a16:creationId xmlns:a16="http://schemas.microsoft.com/office/drawing/2014/main" id="{D834DAED-C675-8EF5-2394-AA222386000E}"/>
                </a:ext>
              </a:extLst>
            </p:cNvPr>
            <p:cNvSpPr/>
            <p:nvPr/>
          </p:nvSpPr>
          <p:spPr>
            <a:xfrm>
              <a:off x="983989" y="1879629"/>
              <a:ext cx="75547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(West)</a:t>
              </a:r>
            </a:p>
          </p:txBody>
        </p:sp>
        <p:sp>
          <p:nvSpPr>
            <p:cNvPr id="102" name="pl34">
              <a:extLst>
                <a:ext uri="{FF2B5EF4-FFF2-40B4-BE49-F238E27FC236}">
                  <a16:creationId xmlns:a16="http://schemas.microsoft.com/office/drawing/2014/main" id="{97D072B1-D62F-AD83-1C1F-766EDB9794CD}"/>
                </a:ext>
              </a:extLst>
            </p:cNvPr>
            <p:cNvSpPr/>
            <p:nvPr/>
          </p:nvSpPr>
          <p:spPr>
            <a:xfrm>
              <a:off x="1767301" y="368573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35">
              <a:extLst>
                <a:ext uri="{FF2B5EF4-FFF2-40B4-BE49-F238E27FC236}">
                  <a16:creationId xmlns:a16="http://schemas.microsoft.com/office/drawing/2014/main" id="{844182A6-10A7-F521-0AB5-E3D80385A8BD}"/>
                </a:ext>
              </a:extLst>
            </p:cNvPr>
            <p:cNvSpPr/>
            <p:nvPr/>
          </p:nvSpPr>
          <p:spPr>
            <a:xfrm>
              <a:off x="1767301" y="28026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36">
              <a:extLst>
                <a:ext uri="{FF2B5EF4-FFF2-40B4-BE49-F238E27FC236}">
                  <a16:creationId xmlns:a16="http://schemas.microsoft.com/office/drawing/2014/main" id="{34016301-8347-F871-9FF0-48DA300EEFED}"/>
                </a:ext>
              </a:extLst>
            </p:cNvPr>
            <p:cNvSpPr/>
            <p:nvPr/>
          </p:nvSpPr>
          <p:spPr>
            <a:xfrm>
              <a:off x="1767301" y="19196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37">
              <a:extLst>
                <a:ext uri="{FF2B5EF4-FFF2-40B4-BE49-F238E27FC236}">
                  <a16:creationId xmlns:a16="http://schemas.microsoft.com/office/drawing/2014/main" id="{6EBF0784-03A5-2703-B364-8F69F1FC4C23}"/>
                </a:ext>
              </a:extLst>
            </p:cNvPr>
            <p:cNvSpPr/>
            <p:nvPr/>
          </p:nvSpPr>
          <p:spPr>
            <a:xfrm>
              <a:off x="1802096" y="4215569"/>
              <a:ext cx="3230928" cy="0"/>
            </a:xfrm>
            <a:custGeom>
              <a:avLst/>
              <a:gdLst/>
              <a:ahLst/>
              <a:cxnLst/>
              <a:rect l="0" t="0" r="0" b="0"/>
              <a:pathLst>
                <a:path w="3230928">
                  <a:moveTo>
                    <a:pt x="0" y="0"/>
                  </a:moveTo>
                  <a:lnTo>
                    <a:pt x="32309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38">
              <a:extLst>
                <a:ext uri="{FF2B5EF4-FFF2-40B4-BE49-F238E27FC236}">
                  <a16:creationId xmlns:a16="http://schemas.microsoft.com/office/drawing/2014/main" id="{27D95A28-D3EF-90DA-74E3-1884C48FBB1B}"/>
                </a:ext>
              </a:extLst>
            </p:cNvPr>
            <p:cNvSpPr/>
            <p:nvPr/>
          </p:nvSpPr>
          <p:spPr>
            <a:xfrm>
              <a:off x="2263657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39">
              <a:extLst>
                <a:ext uri="{FF2B5EF4-FFF2-40B4-BE49-F238E27FC236}">
                  <a16:creationId xmlns:a16="http://schemas.microsoft.com/office/drawing/2014/main" id="{9EB41542-6531-5143-2A25-EA370BA30C39}"/>
                </a:ext>
              </a:extLst>
            </p:cNvPr>
            <p:cNvSpPr/>
            <p:nvPr/>
          </p:nvSpPr>
          <p:spPr>
            <a:xfrm>
              <a:off x="3032926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40">
              <a:extLst>
                <a:ext uri="{FF2B5EF4-FFF2-40B4-BE49-F238E27FC236}">
                  <a16:creationId xmlns:a16="http://schemas.microsoft.com/office/drawing/2014/main" id="{72D6E5E6-4F5A-425B-5528-8CE5DC67CC19}"/>
                </a:ext>
              </a:extLst>
            </p:cNvPr>
            <p:cNvSpPr/>
            <p:nvPr/>
          </p:nvSpPr>
          <p:spPr>
            <a:xfrm>
              <a:off x="3802194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41">
              <a:extLst>
                <a:ext uri="{FF2B5EF4-FFF2-40B4-BE49-F238E27FC236}">
                  <a16:creationId xmlns:a16="http://schemas.microsoft.com/office/drawing/2014/main" id="{498B943F-D114-57E9-8E1D-5790E7F14239}"/>
                </a:ext>
              </a:extLst>
            </p:cNvPr>
            <p:cNvSpPr/>
            <p:nvPr/>
          </p:nvSpPr>
          <p:spPr>
            <a:xfrm>
              <a:off x="4571463" y="421556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tx42">
              <a:extLst>
                <a:ext uri="{FF2B5EF4-FFF2-40B4-BE49-F238E27FC236}">
                  <a16:creationId xmlns:a16="http://schemas.microsoft.com/office/drawing/2014/main" id="{41A1B223-971A-5400-9283-D37144899EB3}"/>
                </a:ext>
              </a:extLst>
            </p:cNvPr>
            <p:cNvSpPr/>
            <p:nvPr/>
          </p:nvSpPr>
          <p:spPr>
            <a:xfrm>
              <a:off x="1890902" y="4278200"/>
              <a:ext cx="74551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</a:t>
              </a:r>
            </a:p>
          </p:txBody>
        </p:sp>
        <p:sp>
          <p:nvSpPr>
            <p:cNvPr id="111" name="tx43">
              <a:extLst>
                <a:ext uri="{FF2B5EF4-FFF2-40B4-BE49-F238E27FC236}">
                  <a16:creationId xmlns:a16="http://schemas.microsoft.com/office/drawing/2014/main" id="{14B3D72F-2B7D-E1E3-23C2-3338D512FD59}"/>
                </a:ext>
              </a:extLst>
            </p:cNvPr>
            <p:cNvSpPr/>
            <p:nvPr/>
          </p:nvSpPr>
          <p:spPr>
            <a:xfrm>
              <a:off x="2046259" y="4398900"/>
              <a:ext cx="4347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</a:t>
              </a:r>
            </a:p>
          </p:txBody>
        </p:sp>
        <p:sp>
          <p:nvSpPr>
            <p:cNvPr id="112" name="tx44">
              <a:extLst>
                <a:ext uri="{FF2B5EF4-FFF2-40B4-BE49-F238E27FC236}">
                  <a16:creationId xmlns:a16="http://schemas.microsoft.com/office/drawing/2014/main" id="{BE62859A-5E7D-06E5-1464-C8964F71CBDA}"/>
                </a:ext>
              </a:extLst>
            </p:cNvPr>
            <p:cNvSpPr/>
            <p:nvPr/>
          </p:nvSpPr>
          <p:spPr>
            <a:xfrm>
              <a:off x="2955339" y="4278200"/>
              <a:ext cx="15517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</a:p>
          </p:txBody>
        </p:sp>
        <p:sp>
          <p:nvSpPr>
            <p:cNvPr id="113" name="tx45">
              <a:extLst>
                <a:ext uri="{FF2B5EF4-FFF2-40B4-BE49-F238E27FC236}">
                  <a16:creationId xmlns:a16="http://schemas.microsoft.com/office/drawing/2014/main" id="{282944AE-A23C-D09D-8305-9A47B744A02F}"/>
                </a:ext>
              </a:extLst>
            </p:cNvPr>
            <p:cNvSpPr/>
            <p:nvPr/>
          </p:nvSpPr>
          <p:spPr>
            <a:xfrm>
              <a:off x="3696581" y="4278200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</a:p>
          </p:txBody>
        </p:sp>
        <p:sp>
          <p:nvSpPr>
            <p:cNvPr id="114" name="tx46">
              <a:extLst>
                <a:ext uri="{FF2B5EF4-FFF2-40B4-BE49-F238E27FC236}">
                  <a16:creationId xmlns:a16="http://schemas.microsoft.com/office/drawing/2014/main" id="{21BF21A3-CE56-92F2-8A3E-C1557CABE0F2}"/>
                </a:ext>
              </a:extLst>
            </p:cNvPr>
            <p:cNvSpPr/>
            <p:nvPr/>
          </p:nvSpPr>
          <p:spPr>
            <a:xfrm>
              <a:off x="4453551" y="4278200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</a:p>
          </p:txBody>
        </p:sp>
        <p:sp>
          <p:nvSpPr>
            <p:cNvPr id="115" name="rc47">
              <a:extLst>
                <a:ext uri="{FF2B5EF4-FFF2-40B4-BE49-F238E27FC236}">
                  <a16:creationId xmlns:a16="http://schemas.microsoft.com/office/drawing/2014/main" id="{96417147-B837-E97E-AA3E-77CFF62818EA}"/>
                </a:ext>
              </a:extLst>
            </p:cNvPr>
            <p:cNvSpPr/>
            <p:nvPr/>
          </p:nvSpPr>
          <p:spPr>
            <a:xfrm>
              <a:off x="5172202" y="2009485"/>
              <a:ext cx="70180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6" name="tx48">
              <a:extLst>
                <a:ext uri="{FF2B5EF4-FFF2-40B4-BE49-F238E27FC236}">
                  <a16:creationId xmlns:a16="http://schemas.microsoft.com/office/drawing/2014/main" id="{21C3444B-5675-1B5B-302F-F12F4BF2CE36}"/>
                </a:ext>
              </a:extLst>
            </p:cNvPr>
            <p:cNvSpPr/>
            <p:nvPr/>
          </p:nvSpPr>
          <p:spPr>
            <a:xfrm>
              <a:off x="5241791" y="2093796"/>
              <a:ext cx="56263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Kendall's</a:t>
              </a:r>
            </a:p>
          </p:txBody>
        </p:sp>
        <p:sp>
          <p:nvSpPr>
            <p:cNvPr id="117" name="tx49">
              <a:extLst>
                <a:ext uri="{FF2B5EF4-FFF2-40B4-BE49-F238E27FC236}">
                  <a16:creationId xmlns:a16="http://schemas.microsoft.com/office/drawing/2014/main" id="{9E9540CD-072B-CEA1-8DDC-B2EC4AA17E7D}"/>
                </a:ext>
              </a:extLst>
            </p:cNvPr>
            <p:cNvSpPr/>
            <p:nvPr/>
          </p:nvSpPr>
          <p:spPr>
            <a:xfrm>
              <a:off x="5241791" y="2244672"/>
              <a:ext cx="22530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</a:t>
              </a:r>
            </a:p>
          </p:txBody>
        </p:sp>
        <p:pic>
          <p:nvPicPr>
            <p:cNvPr id="118" name="pic50">
              <a:extLst>
                <a:ext uri="{FF2B5EF4-FFF2-40B4-BE49-F238E27FC236}">
                  <a16:creationId xmlns:a16="http://schemas.microsoft.com/office/drawing/2014/main" id="{61D5BA31-3CCE-0119-94EA-562C60331A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1791" y="2429018"/>
              <a:ext cx="219455" cy="1097280"/>
            </a:xfrm>
            <a:prstGeom prst="rect">
              <a:avLst/>
            </a:prstGeom>
          </p:spPr>
        </p:pic>
        <p:sp>
          <p:nvSpPr>
            <p:cNvPr id="119" name="pl51">
              <a:extLst>
                <a:ext uri="{FF2B5EF4-FFF2-40B4-BE49-F238E27FC236}">
                  <a16:creationId xmlns:a16="http://schemas.microsoft.com/office/drawing/2014/main" id="{BE7A44C4-9E6D-C9EF-8560-E948CCA6C684}"/>
                </a:ext>
              </a:extLst>
            </p:cNvPr>
            <p:cNvSpPr/>
            <p:nvPr/>
          </p:nvSpPr>
          <p:spPr>
            <a:xfrm>
              <a:off x="5417356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52">
              <a:extLst>
                <a:ext uri="{FF2B5EF4-FFF2-40B4-BE49-F238E27FC236}">
                  <a16:creationId xmlns:a16="http://schemas.microsoft.com/office/drawing/2014/main" id="{B52725F2-FBD2-A1EE-8FDC-36FFDE2E9AAF}"/>
                </a:ext>
              </a:extLst>
            </p:cNvPr>
            <p:cNvSpPr/>
            <p:nvPr/>
          </p:nvSpPr>
          <p:spPr>
            <a:xfrm>
              <a:off x="5417356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53">
              <a:extLst>
                <a:ext uri="{FF2B5EF4-FFF2-40B4-BE49-F238E27FC236}">
                  <a16:creationId xmlns:a16="http://schemas.microsoft.com/office/drawing/2014/main" id="{7F6C804F-81E6-A3CC-E1DF-EA578F872BDB}"/>
                </a:ext>
              </a:extLst>
            </p:cNvPr>
            <p:cNvSpPr/>
            <p:nvPr/>
          </p:nvSpPr>
          <p:spPr>
            <a:xfrm>
              <a:off x="5417356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54">
              <a:extLst>
                <a:ext uri="{FF2B5EF4-FFF2-40B4-BE49-F238E27FC236}">
                  <a16:creationId xmlns:a16="http://schemas.microsoft.com/office/drawing/2014/main" id="{05BD7C4E-4DA8-572E-E872-80547142ADF0}"/>
                </a:ext>
              </a:extLst>
            </p:cNvPr>
            <p:cNvSpPr/>
            <p:nvPr/>
          </p:nvSpPr>
          <p:spPr>
            <a:xfrm>
              <a:off x="5417356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55">
              <a:extLst>
                <a:ext uri="{FF2B5EF4-FFF2-40B4-BE49-F238E27FC236}">
                  <a16:creationId xmlns:a16="http://schemas.microsoft.com/office/drawing/2014/main" id="{B7A53314-5A9F-A321-2C6D-1439B8D89DAE}"/>
                </a:ext>
              </a:extLst>
            </p:cNvPr>
            <p:cNvSpPr/>
            <p:nvPr/>
          </p:nvSpPr>
          <p:spPr>
            <a:xfrm>
              <a:off x="5417356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56">
              <a:extLst>
                <a:ext uri="{FF2B5EF4-FFF2-40B4-BE49-F238E27FC236}">
                  <a16:creationId xmlns:a16="http://schemas.microsoft.com/office/drawing/2014/main" id="{6F9C4FE6-70E8-1DB7-1259-46A63EFD01F1}"/>
                </a:ext>
              </a:extLst>
            </p:cNvPr>
            <p:cNvSpPr/>
            <p:nvPr/>
          </p:nvSpPr>
          <p:spPr>
            <a:xfrm>
              <a:off x="5241791" y="24308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57">
              <a:extLst>
                <a:ext uri="{FF2B5EF4-FFF2-40B4-BE49-F238E27FC236}">
                  <a16:creationId xmlns:a16="http://schemas.microsoft.com/office/drawing/2014/main" id="{FC3D846D-F096-A57D-474E-79F16219F07C}"/>
                </a:ext>
              </a:extLst>
            </p:cNvPr>
            <p:cNvSpPr/>
            <p:nvPr/>
          </p:nvSpPr>
          <p:spPr>
            <a:xfrm>
              <a:off x="5241791" y="270425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58">
              <a:extLst>
                <a:ext uri="{FF2B5EF4-FFF2-40B4-BE49-F238E27FC236}">
                  <a16:creationId xmlns:a16="http://schemas.microsoft.com/office/drawing/2014/main" id="{F9E59C5F-BE2E-1F1C-01A1-D9EBE091E717}"/>
                </a:ext>
              </a:extLst>
            </p:cNvPr>
            <p:cNvSpPr/>
            <p:nvPr/>
          </p:nvSpPr>
          <p:spPr>
            <a:xfrm>
              <a:off x="5241791" y="29776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59">
              <a:extLst>
                <a:ext uri="{FF2B5EF4-FFF2-40B4-BE49-F238E27FC236}">
                  <a16:creationId xmlns:a16="http://schemas.microsoft.com/office/drawing/2014/main" id="{43421913-544C-D944-4919-A98BE26B0C2A}"/>
                </a:ext>
              </a:extLst>
            </p:cNvPr>
            <p:cNvSpPr/>
            <p:nvPr/>
          </p:nvSpPr>
          <p:spPr>
            <a:xfrm>
              <a:off x="5241791" y="32510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60">
              <a:extLst>
                <a:ext uri="{FF2B5EF4-FFF2-40B4-BE49-F238E27FC236}">
                  <a16:creationId xmlns:a16="http://schemas.microsoft.com/office/drawing/2014/main" id="{916119D6-F7BB-7152-252E-42CD36D34959}"/>
                </a:ext>
              </a:extLst>
            </p:cNvPr>
            <p:cNvSpPr/>
            <p:nvPr/>
          </p:nvSpPr>
          <p:spPr>
            <a:xfrm>
              <a:off x="5241791" y="352446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tx61">
              <a:extLst>
                <a:ext uri="{FF2B5EF4-FFF2-40B4-BE49-F238E27FC236}">
                  <a16:creationId xmlns:a16="http://schemas.microsoft.com/office/drawing/2014/main" id="{F6712E5E-E745-B767-4400-5EEC3C995DAE}"/>
                </a:ext>
              </a:extLst>
            </p:cNvPr>
            <p:cNvSpPr/>
            <p:nvPr/>
          </p:nvSpPr>
          <p:spPr>
            <a:xfrm>
              <a:off x="5530836" y="2390842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30" name="tx62">
              <a:extLst>
                <a:ext uri="{FF2B5EF4-FFF2-40B4-BE49-F238E27FC236}">
                  <a16:creationId xmlns:a16="http://schemas.microsoft.com/office/drawing/2014/main" id="{1FBCE978-A8E5-8AF7-908B-8D83C55A0DD6}"/>
                </a:ext>
              </a:extLst>
            </p:cNvPr>
            <p:cNvSpPr/>
            <p:nvPr/>
          </p:nvSpPr>
          <p:spPr>
            <a:xfrm>
              <a:off x="5530836" y="2664247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31" name="tx63">
              <a:extLst>
                <a:ext uri="{FF2B5EF4-FFF2-40B4-BE49-F238E27FC236}">
                  <a16:creationId xmlns:a16="http://schemas.microsoft.com/office/drawing/2014/main" id="{83166774-D328-915D-8921-2C320DAEE7C2}"/>
                </a:ext>
              </a:extLst>
            </p:cNvPr>
            <p:cNvSpPr/>
            <p:nvPr/>
          </p:nvSpPr>
          <p:spPr>
            <a:xfrm>
              <a:off x="5530836" y="2937653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32" name="tx64">
              <a:extLst>
                <a:ext uri="{FF2B5EF4-FFF2-40B4-BE49-F238E27FC236}">
                  <a16:creationId xmlns:a16="http://schemas.microsoft.com/office/drawing/2014/main" id="{597B66A4-B948-3A00-9C36-4F084A130615}"/>
                </a:ext>
              </a:extLst>
            </p:cNvPr>
            <p:cNvSpPr/>
            <p:nvPr/>
          </p:nvSpPr>
          <p:spPr>
            <a:xfrm>
              <a:off x="5530836" y="3211059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33" name="tx65">
              <a:extLst>
                <a:ext uri="{FF2B5EF4-FFF2-40B4-BE49-F238E27FC236}">
                  <a16:creationId xmlns:a16="http://schemas.microsoft.com/office/drawing/2014/main" id="{E88603A0-FA38-D0E1-9774-0CA436A47046}"/>
                </a:ext>
              </a:extLst>
            </p:cNvPr>
            <p:cNvSpPr/>
            <p:nvPr/>
          </p:nvSpPr>
          <p:spPr>
            <a:xfrm>
              <a:off x="5530836" y="3484464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34" name="tx66">
              <a:extLst>
                <a:ext uri="{FF2B5EF4-FFF2-40B4-BE49-F238E27FC236}">
                  <a16:creationId xmlns:a16="http://schemas.microsoft.com/office/drawing/2014/main" id="{C96AE942-6754-448C-B6DC-F731451EEF07}"/>
                </a:ext>
              </a:extLst>
            </p:cNvPr>
            <p:cNvSpPr/>
            <p:nvPr/>
          </p:nvSpPr>
          <p:spPr>
            <a:xfrm>
              <a:off x="1802096" y="983989"/>
              <a:ext cx="278416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Correlation between Survival and </a:t>
              </a:r>
            </a:p>
          </p:txBody>
        </p:sp>
        <p:sp>
          <p:nvSpPr>
            <p:cNvPr id="135" name="tx67">
              <a:extLst>
                <a:ext uri="{FF2B5EF4-FFF2-40B4-BE49-F238E27FC236}">
                  <a16:creationId xmlns:a16="http://schemas.microsoft.com/office/drawing/2014/main" id="{617894CB-7ED0-3112-6765-360289B0751E}"/>
                </a:ext>
              </a:extLst>
            </p:cNvPr>
            <p:cNvSpPr/>
            <p:nvPr/>
          </p:nvSpPr>
          <p:spPr>
            <a:xfrm>
              <a:off x="1802096" y="1165040"/>
              <a:ext cx="3162269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 (Future Treatments Only)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0546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226</Words>
  <Application>Microsoft Macintosh PowerPoint</Application>
  <PresentationFormat>Widescreen</PresentationFormat>
  <Paragraphs>116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4</cp:revision>
  <dcterms:created xsi:type="dcterms:W3CDTF">2017-02-13T16:18:36Z</dcterms:created>
  <dcterms:modified xsi:type="dcterms:W3CDTF">2026-07-17T14:53:42Z</dcterms:modified>
  <cp:category/>
</cp:coreProperties>
</file>